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embeddedFontLst>
    <p:embeddedFont>
      <p:font typeface="Manrope SemiBold" charset="0"/>
      <p:bold r:id="rId23"/>
    </p:embeddedFont>
    <p:embeddedFont>
      <p:font typeface="MuseoModerno Black" pitchFamily="2" charset="0"/>
      <p:bold r:id="rId24"/>
    </p:embeddedFont>
  </p:embeddedFontLst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42" userDrawn="1">
          <p15:clr>
            <a:srgbClr val="A4A3A4"/>
          </p15:clr>
        </p15:guide>
        <p15:guide id="4" pos="39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79B7"/>
    <a:srgbClr val="FFB52F"/>
    <a:srgbClr val="FFC865"/>
    <a:srgbClr val="455690"/>
    <a:srgbClr val="FFC45B"/>
    <a:srgbClr val="FFF9F3"/>
    <a:srgbClr val="5167AD"/>
    <a:srgbClr val="465A97"/>
    <a:srgbClr val="FFDC9E"/>
    <a:srgbClr val="FFF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28" autoAdjust="0"/>
  </p:normalViewPr>
  <p:slideViewPr>
    <p:cSldViewPr snapToGrid="0" showGuides="1">
      <p:cViewPr varScale="1">
        <p:scale>
          <a:sx n="86" d="100"/>
          <a:sy n="86" d="100"/>
        </p:scale>
        <p:origin x="114" y="486"/>
      </p:cViewPr>
      <p:guideLst>
        <p:guide orient="horz" pos="2160"/>
        <p:guide pos="3840"/>
        <p:guide pos="642"/>
        <p:guide pos="39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27.xml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70338"/>
          <c:y val="0.0537533"/>
          <c:w val="0.927966"/>
          <c:h val="0.85807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chemeClr val="accent1"/>
            </a:solidFill>
            <a:ln w="12700" cap="flat">
              <a:solidFill>
                <a:schemeClr val="tx1">
                  <a:lumMod val="75000"/>
                  <a:lumOff val="25000"/>
                </a:schemeClr>
              </a:solidFill>
              <a:miter lim="400000"/>
            </a:ln>
            <a:effectLst/>
          </c:spPr>
          <c:invertIfNegative val="0"/>
          <c:dPt>
            <c:idx val="3"/>
            <c:invertIfNegative val="0"/>
            <c:bubble3D val="0"/>
          </c:dPt>
          <c:dLbls>
            <c:delete val="1"/>
          </c:dLbls>
          <c:cat>
            <c:strRef>
              <c:f>Sheet1!$B$1:$F$1</c:f>
              <c:strCache>
                <c:ptCount val="5"/>
                <c:pt idx="0">
                  <c:v>Item 01</c:v>
                </c:pt>
                <c:pt idx="1">
                  <c:v>Item 02</c:v>
                </c:pt>
                <c:pt idx="2">
                  <c:v>Item 03</c:v>
                </c:pt>
                <c:pt idx="3">
                  <c:v>Item 04</c:v>
                </c:pt>
                <c:pt idx="4">
                  <c:v>Item 05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17</c:v>
                </c:pt>
                <c:pt idx="1">
                  <c:v>26</c:v>
                </c:pt>
                <c:pt idx="2">
                  <c:v>53</c:v>
                </c:pt>
                <c:pt idx="3">
                  <c:v>96</c:v>
                </c:pt>
                <c:pt idx="4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Region 2</c:v>
                </c:pt>
              </c:strCache>
            </c:strRef>
          </c:tx>
          <c:spPr>
            <a:solidFill>
              <a:schemeClr val="accent2"/>
            </a:solidFill>
            <a:ln w="12700" cap="flat">
              <a:solidFill>
                <a:schemeClr val="tx1">
                  <a:lumMod val="75000"/>
                  <a:lumOff val="25000"/>
                </a:schemeClr>
              </a:solidFill>
              <a:miter lim="400000"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Item 01</c:v>
                </c:pt>
                <c:pt idx="1">
                  <c:v>Item 02</c:v>
                </c:pt>
                <c:pt idx="2">
                  <c:v>Item 03</c:v>
                </c:pt>
                <c:pt idx="3">
                  <c:v>Item 04</c:v>
                </c:pt>
                <c:pt idx="4">
                  <c:v>Item 05</c:v>
                </c:pt>
              </c:strCache>
            </c:strRef>
          </c:cat>
          <c:val>
            <c:numRef>
              <c:f>Sheet1!$B$3:$F$3</c:f>
              <c:numCache>
                <c:formatCode>General</c:formatCode>
                <c:ptCount val="5"/>
                <c:pt idx="0">
                  <c:v>55</c:v>
                </c:pt>
                <c:pt idx="1">
                  <c:v>43</c:v>
                </c:pt>
                <c:pt idx="2">
                  <c:v>70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0"/>
        <c:overlap val="10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 cmpd="sng" algn="ctr">
            <a:noFill/>
            <a:prstDash val="solid"/>
            <a:miter lim="400000"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Manrope SemiBold" charset="0"/>
                <a:ea typeface="Manrope SemiBold" charset="0"/>
                <a:cs typeface="MuseoModerno Black" pitchFamily="2" charset="0"/>
              </a:defRPr>
            </a:pPr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 cmpd="sng" algn="ctr">
            <a:noFill/>
            <a:prstDash val="solid"/>
            <a:miter lim="400000"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Manrope SemiBold" charset="0"/>
                <a:ea typeface="Manrope SemiBold" charset="0"/>
                <a:cs typeface="MuseoModerno Black" pitchFamily="2" charset="0"/>
              </a:defRPr>
            </a:pPr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  <c:extLst>
      <c:ext uri="{0b15fc19-7d7d-44ad-8c2d-2c3a37ce22c3}">
        <chartProps xmlns="https://web.wps.cn/et/2018/main" chartId="{c4414383-39be-4910-927e-8130ee95dc19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Manrope SemiBold" charset="0"/>
          <a:ea typeface="Manrope SemiBold" charset="0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05"/>
          <c:y val="0.005"/>
          <c:w val="0.99"/>
          <c:h val="0.9875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chemeClr val="accent1"/>
            </a:solidFill>
            <a:ln w="12700" cap="flat">
              <a:solidFill>
                <a:schemeClr val="tx1">
                  <a:lumMod val="75000"/>
                  <a:lumOff val="25000"/>
                </a:schemeClr>
              </a:solidFill>
              <a:miter lim="400000"/>
            </a:ln>
            <a:effectLst/>
          </c:spPr>
          <c:explosion val="0"/>
          <c:dPt>
            <c:idx val="1"/>
            <c:bubble3D val="0"/>
            <c:spPr>
              <a:solidFill>
                <a:schemeClr val="accent2"/>
              </a:solidFill>
              <a:ln w="12700" cap="flat">
                <a:solidFill>
                  <a:schemeClr val="tx1">
                    <a:lumMod val="75000"/>
                    <a:lumOff val="25000"/>
                  </a:schemeClr>
                </a:solidFill>
                <a:miter lim="400000"/>
              </a:ln>
              <a:effectLst/>
            </c:spPr>
          </c:dPt>
          <c:dLbls>
            <c:delete val="1"/>
          </c:dLbls>
          <c:cat>
            <c:strRef>
              <c:f>Sheet1!$B$1:$C$1</c:f>
              <c:strCache>
                <c:ptCount val="2"/>
                <c:pt idx="0">
                  <c:v>April</c:v>
                </c:pt>
                <c:pt idx="1">
                  <c:v>May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  <c:extLst>
      <c:ext uri="{0b15fc19-7d7d-44ad-8c2d-2c3a37ce22c3}">
        <chartProps xmlns="https://web.wps.cn/et/2018/main" chartId="{89d88797-858c-405d-bca9-8bb0d6aa0cc4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05"/>
          <c:y val="0.005"/>
          <c:w val="0.99"/>
          <c:h val="0.9875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chemeClr val="accent1"/>
            </a:solidFill>
            <a:ln w="12700" cap="flat">
              <a:solidFill>
                <a:schemeClr val="tx1">
                  <a:lumMod val="75000"/>
                  <a:lumOff val="25000"/>
                </a:schemeClr>
              </a:solidFill>
              <a:miter lim="400000"/>
            </a:ln>
            <a:effectLst/>
          </c:spPr>
          <c:explosion val="0"/>
          <c:dPt>
            <c:idx val="1"/>
            <c:bubble3D val="0"/>
            <c:spPr>
              <a:solidFill>
                <a:schemeClr val="accent2"/>
              </a:solidFill>
              <a:ln w="12700" cap="flat">
                <a:solidFill>
                  <a:schemeClr val="tx1">
                    <a:lumMod val="75000"/>
                    <a:lumOff val="25000"/>
                  </a:schemeClr>
                </a:solidFill>
                <a:miter lim="400000"/>
              </a:ln>
              <a:effectLst/>
            </c:spPr>
          </c:dPt>
          <c:dLbls>
            <c:delete val="1"/>
          </c:dLbls>
          <c:cat>
            <c:strRef>
              <c:f>Sheet1!$B$1:$C$1</c:f>
              <c:strCache>
                <c:ptCount val="2"/>
                <c:pt idx="0">
                  <c:v>April</c:v>
                </c:pt>
                <c:pt idx="1">
                  <c:v>May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  <c:extLst>
      <c:ext uri="{0b15fc19-7d7d-44ad-8c2d-2c3a37ce22c3}">
        <chartProps xmlns="https://web.wps.cn/et/2018/main" chartId="{ddb0c948-e0c8-49f2-bdcc-350cff1ae29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anrope SemiBold" charset="0"/>
                <a:ea typeface="Manrope SemiBold" charset="0"/>
                <a:cs typeface="Manrope SemiBold" charset="0"/>
              </a:rPr>
            </a:fld>
            <a:endParaRPr lang="zh-CN" altLang="en-US"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anrope SemiBold" charset="0"/>
                <a:ea typeface="Manrope SemiBold" charset="0"/>
                <a:cs typeface="Manrope SemiBold" charset="0"/>
              </a:rPr>
            </a:fld>
            <a:endParaRPr lang="zh-CN" altLang="en-US">
              <a:latin typeface="Manrope SemiBold" charset="0"/>
              <a:ea typeface="Manrope SemiBold" charset="0"/>
              <a:cs typeface="Manrope SemiBold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anrope SemiBold" charset="0"/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anrope SemiBold" charset="0"/>
                <a:ea typeface="Manrope SemiBold" charset="0"/>
                <a:cs typeface="Manrope SemiBold" charset="0"/>
              </a:defRPr>
            </a:lvl1pPr>
          </a:lstStyle>
          <a:p>
            <a:fld id="{F24E13FE-7226-4AF3-A5A7-BA7B8E0005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anrope SemiBold" charset="0"/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anrope SemiBold" charset="0"/>
                <a:ea typeface="Manrope SemiBold" charset="0"/>
                <a:cs typeface="Manrope SemiBold" charset="0"/>
              </a:defRPr>
            </a:lvl1pPr>
          </a:lstStyle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677FA-4F71-467A-9A71-500FA0F413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D752-39EB-4580-8FB6-168549ACE8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BBB9-6944-4CCD-AF13-5827074483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D752-39EB-4580-8FB6-168549ACE8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BBB9-6944-4CCD-AF13-5827074483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D752-39EB-4580-8FB6-168549ACE8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BBB9-6944-4CCD-AF13-5827074483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D752-39EB-4580-8FB6-168549ACE8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BBB9-6944-4CCD-AF13-5827074483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D752-39EB-4580-8FB6-168549ACE8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BBB9-6944-4CCD-AF13-5827074483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D752-39EB-4580-8FB6-168549ACE8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BBB9-6944-4CCD-AF13-5827074483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D752-39EB-4580-8FB6-168549ACE8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BBB9-6944-4CCD-AF13-5827074483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D752-39EB-4580-8FB6-168549ACE8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BBB9-6944-4CCD-AF13-5827074483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D752-39EB-4580-8FB6-168549ACE8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BBB9-6944-4CCD-AF13-5827074483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D752-39EB-4580-8FB6-168549ACE8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BBB9-6944-4CCD-AF13-5827074483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D752-39EB-4580-8FB6-168549ACE8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BBB9-6944-4CCD-AF13-5827074483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10.svg"/><Relationship Id="rId20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8.svg"/><Relationship Id="rId18" Type="http://schemas.openxmlformats.org/officeDocument/2006/relationships/image" Target="../media/image7.png"/><Relationship Id="rId17" Type="http://schemas.openxmlformats.org/officeDocument/2006/relationships/image" Target="../media/image6.svg"/><Relationship Id="rId16" Type="http://schemas.openxmlformats.org/officeDocument/2006/relationships/image" Target="../media/image5.png"/><Relationship Id="rId15" Type="http://schemas.openxmlformats.org/officeDocument/2006/relationships/image" Target="../media/image4.svg"/><Relationship Id="rId14" Type="http://schemas.openxmlformats.org/officeDocument/2006/relationships/image" Target="../media/image3.png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B8E9D752-39EB-4580-8FB6-168549ACE8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236CBBB9-6944-4CCD-AF13-582707448306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矩形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D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Manrope SemiBold" charset="0"/>
                <a:cs typeface="MuseoModerno Black" pitchFamily="2" charset="0"/>
              </a:endParaRPr>
            </a:p>
          </p:txBody>
        </p:sp>
        <p:sp>
          <p:nvSpPr>
            <p:cNvPr id="9" name="矩形: 圆角 8"/>
            <p:cNvSpPr/>
            <p:nvPr/>
          </p:nvSpPr>
          <p:spPr>
            <a:xfrm>
              <a:off x="171450" y="167977"/>
              <a:ext cx="11849100" cy="6522046"/>
            </a:xfrm>
            <a:prstGeom prst="roundRect">
              <a:avLst>
                <a:gd name="adj" fmla="val 4617"/>
              </a:avLst>
            </a:prstGeom>
            <a:solidFill>
              <a:srgbClr val="FFF9F3"/>
            </a:solidFill>
            <a:ln w="19050">
              <a:solidFill>
                <a:srgbClr val="4556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Manrope SemiBold" charset="0"/>
                <a:cs typeface="MuseoModerno Black" pitchFamily="2" charset="0"/>
              </a:endParaRPr>
            </a:p>
          </p:txBody>
        </p:sp>
        <p:pic>
          <p:nvPicPr>
            <p:cNvPr id="10" name="图形 9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79107" y="384376"/>
              <a:ext cx="611650" cy="611650"/>
            </a:xfrm>
            <a:prstGeom prst="rect">
              <a:avLst/>
            </a:prstGeom>
          </p:spPr>
        </p:pic>
        <p:pic>
          <p:nvPicPr>
            <p:cNvPr id="11" name="图形 10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575955" y="384376"/>
              <a:ext cx="577945" cy="365018"/>
            </a:xfrm>
            <a:prstGeom prst="rect">
              <a:avLst/>
            </a:prstGeom>
          </p:spPr>
        </p:pic>
        <p:grpSp>
          <p:nvGrpSpPr>
            <p:cNvPr id="12" name="组合 11"/>
            <p:cNvGrpSpPr/>
            <p:nvPr/>
          </p:nvGrpSpPr>
          <p:grpSpPr>
            <a:xfrm>
              <a:off x="404507" y="6438900"/>
              <a:ext cx="795686" cy="373211"/>
              <a:chOff x="888707" y="6205523"/>
              <a:chExt cx="961285" cy="450884"/>
            </a:xfrm>
          </p:grpSpPr>
          <p:pic>
            <p:nvPicPr>
              <p:cNvPr id="14" name="图形 13"/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888707" y="6218521"/>
                <a:ext cx="424888" cy="424888"/>
              </a:xfrm>
              <a:prstGeom prst="rect">
                <a:avLst/>
              </a:prstGeom>
            </p:spPr>
          </p:pic>
          <p:pic>
            <p:nvPicPr>
              <p:cNvPr id="15" name="图形 14"/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1399108" y="6205523"/>
                <a:ext cx="450884" cy="450884"/>
              </a:xfrm>
              <a:prstGeom prst="rect">
                <a:avLst/>
              </a:prstGeom>
            </p:spPr>
          </p:pic>
        </p:grpSp>
        <p:pic>
          <p:nvPicPr>
            <p:cNvPr id="13" name="图形 1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 flipH="1">
              <a:off x="11265102" y="6593525"/>
              <a:ext cx="514098" cy="15818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useoModerno Black" pitchFamily="2" charset="0"/>
          <a:ea typeface="MuseoModerno Black" pitchFamily="2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12.svg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0.svg"/><Relationship Id="rId11" Type="http://schemas.openxmlformats.org/officeDocument/2006/relationships/image" Target="../media/image9.png"/><Relationship Id="rId10" Type="http://schemas.openxmlformats.org/officeDocument/2006/relationships/image" Target="../media/image8.svg"/><Relationship Id="rId1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.xml"/><Relationship Id="rId14" Type="http://schemas.openxmlformats.org/officeDocument/2006/relationships/image" Target="../media/image18.svg"/><Relationship Id="rId13" Type="http://schemas.openxmlformats.org/officeDocument/2006/relationships/image" Target="../media/image17.png"/><Relationship Id="rId12" Type="http://schemas.openxmlformats.org/officeDocument/2006/relationships/image" Target="../media/image16.svg"/><Relationship Id="rId11" Type="http://schemas.openxmlformats.org/officeDocument/2006/relationships/image" Target="../media/image15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3.xml"/><Relationship Id="rId14" Type="http://schemas.openxmlformats.org/officeDocument/2006/relationships/image" Target="../media/image20.svg"/><Relationship Id="rId13" Type="http://schemas.openxmlformats.org/officeDocument/2006/relationships/image" Target="../media/image19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6.xml"/><Relationship Id="rId14" Type="http://schemas.openxmlformats.org/officeDocument/2006/relationships/image" Target="../media/image20.svg"/><Relationship Id="rId13" Type="http://schemas.openxmlformats.org/officeDocument/2006/relationships/image" Target="../media/image19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7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8.xml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7" Type="http://schemas.openxmlformats.org/officeDocument/2006/relationships/notesSlide" Target="../notesSlides/notesSlide9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9.xml"/><Relationship Id="rId14" Type="http://schemas.openxmlformats.org/officeDocument/2006/relationships/image" Target="../media/image20.svg"/><Relationship Id="rId13" Type="http://schemas.openxmlformats.org/officeDocument/2006/relationships/image" Target="../media/image19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.xml"/><Relationship Id="rId2" Type="http://schemas.openxmlformats.org/officeDocument/2006/relationships/image" Target="../media/image34.svg"/><Relationship Id="rId1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22.xml"/><Relationship Id="rId15" Type="http://schemas.openxmlformats.org/officeDocument/2006/relationships/image" Target="../media/image38.svg"/><Relationship Id="rId14" Type="http://schemas.openxmlformats.org/officeDocument/2006/relationships/image" Target="../media/image37.png"/><Relationship Id="rId13" Type="http://schemas.openxmlformats.org/officeDocument/2006/relationships/image" Target="../media/image36.svg"/><Relationship Id="rId12" Type="http://schemas.openxmlformats.org/officeDocument/2006/relationships/image" Target="../media/image35.png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7" Type="http://schemas.openxmlformats.org/officeDocument/2006/relationships/notesSlide" Target="../notesSlides/notesSlide1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3.xml"/><Relationship Id="rId14" Type="http://schemas.openxmlformats.org/officeDocument/2006/relationships/image" Target="../media/image20.svg"/><Relationship Id="rId13" Type="http://schemas.openxmlformats.org/officeDocument/2006/relationships/image" Target="../media/image19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4.xml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5.xml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12.svg"/><Relationship Id="rId17" Type="http://schemas.openxmlformats.org/officeDocument/2006/relationships/notesSlide" Target="../notesSlides/notesSlide15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6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0.svg"/><Relationship Id="rId11" Type="http://schemas.openxmlformats.org/officeDocument/2006/relationships/image" Target="../media/image9.png"/><Relationship Id="rId10" Type="http://schemas.openxmlformats.org/officeDocument/2006/relationships/image" Target="../media/image8.sv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useoModerno Black" pitchFamily="2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471237" y="403058"/>
            <a:ext cx="11249526" cy="6051884"/>
          </a:xfrm>
          <a:prstGeom prst="roundRect">
            <a:avLst>
              <a:gd name="adj" fmla="val 4617"/>
            </a:avLst>
          </a:prstGeom>
          <a:solidFill>
            <a:srgbClr val="FFF9F3"/>
          </a:solidFill>
          <a:ln w="19050">
            <a:solidFill>
              <a:srgbClr val="4556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useoModerno Black" pitchFamily="2" charset="0"/>
            </a:endParaRPr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97484" y="1310896"/>
            <a:ext cx="4028043" cy="4028043"/>
          </a:xfrm>
          <a:prstGeom prst="rect">
            <a:avLst/>
          </a:prstGeom>
        </p:spPr>
      </p:pic>
      <p:grpSp>
        <p:nvGrpSpPr>
          <p:cNvPr id="127" name="组合 126"/>
          <p:cNvGrpSpPr/>
          <p:nvPr/>
        </p:nvGrpSpPr>
        <p:grpSpPr>
          <a:xfrm>
            <a:off x="9673042" y="929318"/>
            <a:ext cx="1077886" cy="797447"/>
            <a:chOff x="9861360" y="1584158"/>
            <a:chExt cx="1400790" cy="1036340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9878667" y="1601464"/>
              <a:ext cx="788962" cy="789980"/>
            </a:xfrm>
            <a:custGeom>
              <a:avLst/>
              <a:gdLst>
                <a:gd name="T0" fmla="*/ 1447 w 1668"/>
                <a:gd name="T1" fmla="*/ 580 h 1668"/>
                <a:gd name="T2" fmla="*/ 1479 w 1668"/>
                <a:gd name="T3" fmla="*/ 419 h 1668"/>
                <a:gd name="T4" fmla="*/ 1539 w 1668"/>
                <a:gd name="T5" fmla="*/ 359 h 1668"/>
                <a:gd name="T6" fmla="*/ 1309 w 1668"/>
                <a:gd name="T7" fmla="*/ 129 h 1668"/>
                <a:gd name="T8" fmla="*/ 1249 w 1668"/>
                <a:gd name="T9" fmla="*/ 189 h 1668"/>
                <a:gd name="T10" fmla="*/ 1088 w 1668"/>
                <a:gd name="T11" fmla="*/ 221 h 1668"/>
                <a:gd name="T12" fmla="*/ 997 w 1668"/>
                <a:gd name="T13" fmla="*/ 85 h 1668"/>
                <a:gd name="T14" fmla="*/ 997 w 1668"/>
                <a:gd name="T15" fmla="*/ 0 h 1668"/>
                <a:gd name="T16" fmla="*/ 672 w 1668"/>
                <a:gd name="T17" fmla="*/ 0 h 1668"/>
                <a:gd name="T18" fmla="*/ 672 w 1668"/>
                <a:gd name="T19" fmla="*/ 85 h 1668"/>
                <a:gd name="T20" fmla="*/ 580 w 1668"/>
                <a:gd name="T21" fmla="*/ 221 h 1668"/>
                <a:gd name="T22" fmla="*/ 420 w 1668"/>
                <a:gd name="T23" fmla="*/ 189 h 1668"/>
                <a:gd name="T24" fmla="*/ 359 w 1668"/>
                <a:gd name="T25" fmla="*/ 129 h 1668"/>
                <a:gd name="T26" fmla="*/ 129 w 1668"/>
                <a:gd name="T27" fmla="*/ 359 h 1668"/>
                <a:gd name="T28" fmla="*/ 190 w 1668"/>
                <a:gd name="T29" fmla="*/ 419 h 1668"/>
                <a:gd name="T30" fmla="*/ 222 w 1668"/>
                <a:gd name="T31" fmla="*/ 580 h 1668"/>
                <a:gd name="T32" fmla="*/ 85 w 1668"/>
                <a:gd name="T33" fmla="*/ 671 h 1668"/>
                <a:gd name="T34" fmla="*/ 0 w 1668"/>
                <a:gd name="T35" fmla="*/ 671 h 1668"/>
                <a:gd name="T36" fmla="*/ 0 w 1668"/>
                <a:gd name="T37" fmla="*/ 997 h 1668"/>
                <a:gd name="T38" fmla="*/ 85 w 1668"/>
                <a:gd name="T39" fmla="*/ 997 h 1668"/>
                <a:gd name="T40" fmla="*/ 222 w 1668"/>
                <a:gd name="T41" fmla="*/ 1088 h 1668"/>
                <a:gd name="T42" fmla="*/ 190 w 1668"/>
                <a:gd name="T43" fmla="*/ 1249 h 1668"/>
                <a:gd name="T44" fmla="*/ 129 w 1668"/>
                <a:gd name="T45" fmla="*/ 1309 h 1668"/>
                <a:gd name="T46" fmla="*/ 359 w 1668"/>
                <a:gd name="T47" fmla="*/ 1539 h 1668"/>
                <a:gd name="T48" fmla="*/ 420 w 1668"/>
                <a:gd name="T49" fmla="*/ 1479 h 1668"/>
                <a:gd name="T50" fmla="*/ 580 w 1668"/>
                <a:gd name="T51" fmla="*/ 1447 h 1668"/>
                <a:gd name="T52" fmla="*/ 672 w 1668"/>
                <a:gd name="T53" fmla="*/ 1583 h 1668"/>
                <a:gd name="T54" fmla="*/ 672 w 1668"/>
                <a:gd name="T55" fmla="*/ 1668 h 1668"/>
                <a:gd name="T56" fmla="*/ 997 w 1668"/>
                <a:gd name="T57" fmla="*/ 1668 h 1668"/>
                <a:gd name="T58" fmla="*/ 997 w 1668"/>
                <a:gd name="T59" fmla="*/ 1583 h 1668"/>
                <a:gd name="T60" fmla="*/ 1088 w 1668"/>
                <a:gd name="T61" fmla="*/ 1447 h 1668"/>
                <a:gd name="T62" fmla="*/ 1249 w 1668"/>
                <a:gd name="T63" fmla="*/ 1479 h 1668"/>
                <a:gd name="T64" fmla="*/ 1309 w 1668"/>
                <a:gd name="T65" fmla="*/ 1539 h 1668"/>
                <a:gd name="T66" fmla="*/ 1539 w 1668"/>
                <a:gd name="T67" fmla="*/ 1309 h 1668"/>
                <a:gd name="T68" fmla="*/ 1479 w 1668"/>
                <a:gd name="T69" fmla="*/ 1249 h 1668"/>
                <a:gd name="T70" fmla="*/ 1447 w 1668"/>
                <a:gd name="T71" fmla="*/ 1088 h 1668"/>
                <a:gd name="T72" fmla="*/ 1583 w 1668"/>
                <a:gd name="T73" fmla="*/ 997 h 1668"/>
                <a:gd name="T74" fmla="*/ 1668 w 1668"/>
                <a:gd name="T75" fmla="*/ 997 h 1668"/>
                <a:gd name="T76" fmla="*/ 1668 w 1668"/>
                <a:gd name="T77" fmla="*/ 671 h 1668"/>
                <a:gd name="T78" fmla="*/ 1583 w 1668"/>
                <a:gd name="T79" fmla="*/ 671 h 1668"/>
                <a:gd name="T80" fmla="*/ 1447 w 1668"/>
                <a:gd name="T81" fmla="*/ 580 h 1668"/>
                <a:gd name="T82" fmla="*/ 834 w 1668"/>
                <a:gd name="T83" fmla="*/ 1108 h 1668"/>
                <a:gd name="T84" fmla="*/ 560 w 1668"/>
                <a:gd name="T85" fmla="*/ 834 h 1668"/>
                <a:gd name="T86" fmla="*/ 834 w 1668"/>
                <a:gd name="T87" fmla="*/ 560 h 1668"/>
                <a:gd name="T88" fmla="*/ 1108 w 1668"/>
                <a:gd name="T89" fmla="*/ 834 h 1668"/>
                <a:gd name="T90" fmla="*/ 834 w 1668"/>
                <a:gd name="T91" fmla="*/ 1108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68" h="1668">
                  <a:moveTo>
                    <a:pt x="1447" y="580"/>
                  </a:moveTo>
                  <a:cubicBezTo>
                    <a:pt x="1424" y="524"/>
                    <a:pt x="1436" y="462"/>
                    <a:pt x="1479" y="419"/>
                  </a:cubicBezTo>
                  <a:cubicBezTo>
                    <a:pt x="1539" y="359"/>
                    <a:pt x="1539" y="359"/>
                    <a:pt x="1539" y="359"/>
                  </a:cubicBezTo>
                  <a:cubicBezTo>
                    <a:pt x="1309" y="129"/>
                    <a:pt x="1309" y="129"/>
                    <a:pt x="1309" y="129"/>
                  </a:cubicBezTo>
                  <a:cubicBezTo>
                    <a:pt x="1249" y="189"/>
                    <a:pt x="1249" y="189"/>
                    <a:pt x="1249" y="189"/>
                  </a:cubicBezTo>
                  <a:cubicBezTo>
                    <a:pt x="1206" y="232"/>
                    <a:pt x="1144" y="245"/>
                    <a:pt x="1088" y="221"/>
                  </a:cubicBezTo>
                  <a:cubicBezTo>
                    <a:pt x="1032" y="198"/>
                    <a:pt x="997" y="146"/>
                    <a:pt x="997" y="85"/>
                  </a:cubicBezTo>
                  <a:cubicBezTo>
                    <a:pt x="997" y="0"/>
                    <a:pt x="997" y="0"/>
                    <a:pt x="997" y="0"/>
                  </a:cubicBezTo>
                  <a:cubicBezTo>
                    <a:pt x="672" y="0"/>
                    <a:pt x="672" y="0"/>
                    <a:pt x="672" y="0"/>
                  </a:cubicBezTo>
                  <a:cubicBezTo>
                    <a:pt x="672" y="85"/>
                    <a:pt x="672" y="85"/>
                    <a:pt x="672" y="85"/>
                  </a:cubicBezTo>
                  <a:cubicBezTo>
                    <a:pt x="672" y="146"/>
                    <a:pt x="637" y="198"/>
                    <a:pt x="580" y="221"/>
                  </a:cubicBezTo>
                  <a:cubicBezTo>
                    <a:pt x="524" y="245"/>
                    <a:pt x="463" y="232"/>
                    <a:pt x="420" y="189"/>
                  </a:cubicBezTo>
                  <a:cubicBezTo>
                    <a:pt x="359" y="129"/>
                    <a:pt x="359" y="129"/>
                    <a:pt x="359" y="129"/>
                  </a:cubicBezTo>
                  <a:cubicBezTo>
                    <a:pt x="129" y="359"/>
                    <a:pt x="129" y="359"/>
                    <a:pt x="129" y="359"/>
                  </a:cubicBezTo>
                  <a:cubicBezTo>
                    <a:pt x="190" y="419"/>
                    <a:pt x="190" y="419"/>
                    <a:pt x="190" y="419"/>
                  </a:cubicBezTo>
                  <a:cubicBezTo>
                    <a:pt x="233" y="462"/>
                    <a:pt x="245" y="524"/>
                    <a:pt x="222" y="580"/>
                  </a:cubicBezTo>
                  <a:cubicBezTo>
                    <a:pt x="198" y="636"/>
                    <a:pt x="146" y="671"/>
                    <a:pt x="85" y="671"/>
                  </a:cubicBezTo>
                  <a:cubicBezTo>
                    <a:pt x="0" y="671"/>
                    <a:pt x="0" y="671"/>
                    <a:pt x="0" y="671"/>
                  </a:cubicBezTo>
                  <a:cubicBezTo>
                    <a:pt x="0" y="997"/>
                    <a:pt x="0" y="997"/>
                    <a:pt x="0" y="997"/>
                  </a:cubicBezTo>
                  <a:cubicBezTo>
                    <a:pt x="85" y="997"/>
                    <a:pt x="85" y="997"/>
                    <a:pt x="85" y="997"/>
                  </a:cubicBezTo>
                  <a:cubicBezTo>
                    <a:pt x="146" y="997"/>
                    <a:pt x="198" y="1032"/>
                    <a:pt x="222" y="1088"/>
                  </a:cubicBezTo>
                  <a:cubicBezTo>
                    <a:pt x="245" y="1144"/>
                    <a:pt x="233" y="1206"/>
                    <a:pt x="190" y="1249"/>
                  </a:cubicBezTo>
                  <a:cubicBezTo>
                    <a:pt x="129" y="1309"/>
                    <a:pt x="129" y="1309"/>
                    <a:pt x="129" y="1309"/>
                  </a:cubicBezTo>
                  <a:cubicBezTo>
                    <a:pt x="359" y="1539"/>
                    <a:pt x="359" y="1539"/>
                    <a:pt x="359" y="1539"/>
                  </a:cubicBezTo>
                  <a:cubicBezTo>
                    <a:pt x="420" y="1479"/>
                    <a:pt x="420" y="1479"/>
                    <a:pt x="420" y="1479"/>
                  </a:cubicBezTo>
                  <a:cubicBezTo>
                    <a:pt x="463" y="1436"/>
                    <a:pt x="524" y="1423"/>
                    <a:pt x="580" y="1447"/>
                  </a:cubicBezTo>
                  <a:cubicBezTo>
                    <a:pt x="637" y="1470"/>
                    <a:pt x="672" y="1522"/>
                    <a:pt x="672" y="1583"/>
                  </a:cubicBezTo>
                  <a:cubicBezTo>
                    <a:pt x="672" y="1668"/>
                    <a:pt x="672" y="1668"/>
                    <a:pt x="672" y="1668"/>
                  </a:cubicBezTo>
                  <a:cubicBezTo>
                    <a:pt x="997" y="1668"/>
                    <a:pt x="997" y="1668"/>
                    <a:pt x="997" y="1668"/>
                  </a:cubicBezTo>
                  <a:cubicBezTo>
                    <a:pt x="997" y="1583"/>
                    <a:pt x="997" y="1583"/>
                    <a:pt x="997" y="1583"/>
                  </a:cubicBezTo>
                  <a:cubicBezTo>
                    <a:pt x="997" y="1522"/>
                    <a:pt x="1032" y="1470"/>
                    <a:pt x="1088" y="1447"/>
                  </a:cubicBezTo>
                  <a:cubicBezTo>
                    <a:pt x="1144" y="1423"/>
                    <a:pt x="1206" y="1436"/>
                    <a:pt x="1249" y="1479"/>
                  </a:cubicBezTo>
                  <a:cubicBezTo>
                    <a:pt x="1309" y="1539"/>
                    <a:pt x="1309" y="1539"/>
                    <a:pt x="1309" y="1539"/>
                  </a:cubicBezTo>
                  <a:cubicBezTo>
                    <a:pt x="1539" y="1309"/>
                    <a:pt x="1539" y="1309"/>
                    <a:pt x="1539" y="1309"/>
                  </a:cubicBezTo>
                  <a:cubicBezTo>
                    <a:pt x="1479" y="1249"/>
                    <a:pt x="1479" y="1249"/>
                    <a:pt x="1479" y="1249"/>
                  </a:cubicBezTo>
                  <a:cubicBezTo>
                    <a:pt x="1436" y="1206"/>
                    <a:pt x="1424" y="1144"/>
                    <a:pt x="1447" y="1088"/>
                  </a:cubicBezTo>
                  <a:cubicBezTo>
                    <a:pt x="1470" y="1032"/>
                    <a:pt x="1522" y="997"/>
                    <a:pt x="1583" y="997"/>
                  </a:cubicBezTo>
                  <a:cubicBezTo>
                    <a:pt x="1668" y="997"/>
                    <a:pt x="1668" y="997"/>
                    <a:pt x="1668" y="997"/>
                  </a:cubicBezTo>
                  <a:cubicBezTo>
                    <a:pt x="1668" y="671"/>
                    <a:pt x="1668" y="671"/>
                    <a:pt x="1668" y="671"/>
                  </a:cubicBezTo>
                  <a:cubicBezTo>
                    <a:pt x="1583" y="671"/>
                    <a:pt x="1583" y="671"/>
                    <a:pt x="1583" y="671"/>
                  </a:cubicBezTo>
                  <a:cubicBezTo>
                    <a:pt x="1522" y="671"/>
                    <a:pt x="1470" y="636"/>
                    <a:pt x="1447" y="580"/>
                  </a:cubicBezTo>
                  <a:close/>
                  <a:moveTo>
                    <a:pt x="834" y="1108"/>
                  </a:moveTo>
                  <a:cubicBezTo>
                    <a:pt x="683" y="1108"/>
                    <a:pt x="560" y="985"/>
                    <a:pt x="560" y="834"/>
                  </a:cubicBezTo>
                  <a:cubicBezTo>
                    <a:pt x="560" y="683"/>
                    <a:pt x="683" y="560"/>
                    <a:pt x="834" y="560"/>
                  </a:cubicBezTo>
                  <a:cubicBezTo>
                    <a:pt x="985" y="560"/>
                    <a:pt x="1108" y="683"/>
                    <a:pt x="1108" y="834"/>
                  </a:cubicBezTo>
                  <a:cubicBezTo>
                    <a:pt x="1108" y="985"/>
                    <a:pt x="985" y="1108"/>
                    <a:pt x="834" y="1108"/>
                  </a:cubicBezTo>
                  <a:close/>
                </a:path>
              </a:pathLst>
            </a:cu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0768413" y="2126761"/>
              <a:ext cx="475413" cy="475413"/>
            </a:xfrm>
            <a:custGeom>
              <a:avLst/>
              <a:gdLst>
                <a:gd name="T0" fmla="*/ 870 w 1005"/>
                <a:gd name="T1" fmla="*/ 350 h 1005"/>
                <a:gd name="T2" fmla="*/ 891 w 1005"/>
                <a:gd name="T3" fmla="*/ 244 h 1005"/>
                <a:gd name="T4" fmla="*/ 923 w 1005"/>
                <a:gd name="T5" fmla="*/ 212 h 1005"/>
                <a:gd name="T6" fmla="*/ 792 w 1005"/>
                <a:gd name="T7" fmla="*/ 82 h 1005"/>
                <a:gd name="T8" fmla="*/ 761 w 1005"/>
                <a:gd name="T9" fmla="*/ 114 h 1005"/>
                <a:gd name="T10" fmla="*/ 654 w 1005"/>
                <a:gd name="T11" fmla="*/ 135 h 1005"/>
                <a:gd name="T12" fmla="*/ 594 w 1005"/>
                <a:gd name="T13" fmla="*/ 45 h 1005"/>
                <a:gd name="T14" fmla="*/ 594 w 1005"/>
                <a:gd name="T15" fmla="*/ 0 h 1005"/>
                <a:gd name="T16" fmla="*/ 410 w 1005"/>
                <a:gd name="T17" fmla="*/ 0 h 1005"/>
                <a:gd name="T18" fmla="*/ 410 w 1005"/>
                <a:gd name="T19" fmla="*/ 45 h 1005"/>
                <a:gd name="T20" fmla="*/ 350 w 1005"/>
                <a:gd name="T21" fmla="*/ 135 h 1005"/>
                <a:gd name="T22" fmla="*/ 244 w 1005"/>
                <a:gd name="T23" fmla="*/ 114 h 1005"/>
                <a:gd name="T24" fmla="*/ 212 w 1005"/>
                <a:gd name="T25" fmla="*/ 82 h 1005"/>
                <a:gd name="T26" fmla="*/ 82 w 1005"/>
                <a:gd name="T27" fmla="*/ 212 h 1005"/>
                <a:gd name="T28" fmla="*/ 113 w 1005"/>
                <a:gd name="T29" fmla="*/ 244 h 1005"/>
                <a:gd name="T30" fmla="*/ 135 w 1005"/>
                <a:gd name="T31" fmla="*/ 350 h 1005"/>
                <a:gd name="T32" fmla="*/ 45 w 1005"/>
                <a:gd name="T33" fmla="*/ 410 h 1005"/>
                <a:gd name="T34" fmla="*/ 0 w 1005"/>
                <a:gd name="T35" fmla="*/ 410 h 1005"/>
                <a:gd name="T36" fmla="*/ 0 w 1005"/>
                <a:gd name="T37" fmla="*/ 594 h 1005"/>
                <a:gd name="T38" fmla="*/ 45 w 1005"/>
                <a:gd name="T39" fmla="*/ 594 h 1005"/>
                <a:gd name="T40" fmla="*/ 135 w 1005"/>
                <a:gd name="T41" fmla="*/ 655 h 1005"/>
                <a:gd name="T42" fmla="*/ 113 w 1005"/>
                <a:gd name="T43" fmla="*/ 761 h 1005"/>
                <a:gd name="T44" fmla="*/ 82 w 1005"/>
                <a:gd name="T45" fmla="*/ 792 h 1005"/>
                <a:gd name="T46" fmla="*/ 212 w 1005"/>
                <a:gd name="T47" fmla="*/ 923 h 1005"/>
                <a:gd name="T48" fmla="*/ 244 w 1005"/>
                <a:gd name="T49" fmla="*/ 891 h 1005"/>
                <a:gd name="T50" fmla="*/ 350 w 1005"/>
                <a:gd name="T51" fmla="*/ 870 h 1005"/>
                <a:gd name="T52" fmla="*/ 410 w 1005"/>
                <a:gd name="T53" fmla="*/ 960 h 1005"/>
                <a:gd name="T54" fmla="*/ 410 w 1005"/>
                <a:gd name="T55" fmla="*/ 1005 h 1005"/>
                <a:gd name="T56" fmla="*/ 594 w 1005"/>
                <a:gd name="T57" fmla="*/ 1005 h 1005"/>
                <a:gd name="T58" fmla="*/ 594 w 1005"/>
                <a:gd name="T59" fmla="*/ 960 h 1005"/>
                <a:gd name="T60" fmla="*/ 654 w 1005"/>
                <a:gd name="T61" fmla="*/ 870 h 1005"/>
                <a:gd name="T62" fmla="*/ 761 w 1005"/>
                <a:gd name="T63" fmla="*/ 891 h 1005"/>
                <a:gd name="T64" fmla="*/ 792 w 1005"/>
                <a:gd name="T65" fmla="*/ 923 h 1005"/>
                <a:gd name="T66" fmla="*/ 923 w 1005"/>
                <a:gd name="T67" fmla="*/ 792 h 1005"/>
                <a:gd name="T68" fmla="*/ 891 w 1005"/>
                <a:gd name="T69" fmla="*/ 761 h 1005"/>
                <a:gd name="T70" fmla="*/ 870 w 1005"/>
                <a:gd name="T71" fmla="*/ 655 h 1005"/>
                <a:gd name="T72" fmla="*/ 960 w 1005"/>
                <a:gd name="T73" fmla="*/ 594 h 1005"/>
                <a:gd name="T74" fmla="*/ 1005 w 1005"/>
                <a:gd name="T75" fmla="*/ 594 h 1005"/>
                <a:gd name="T76" fmla="*/ 1005 w 1005"/>
                <a:gd name="T77" fmla="*/ 410 h 1005"/>
                <a:gd name="T78" fmla="*/ 960 w 1005"/>
                <a:gd name="T79" fmla="*/ 410 h 1005"/>
                <a:gd name="T80" fmla="*/ 870 w 1005"/>
                <a:gd name="T81" fmla="*/ 350 h 1005"/>
                <a:gd name="T82" fmla="*/ 502 w 1005"/>
                <a:gd name="T83" fmla="*/ 677 h 1005"/>
                <a:gd name="T84" fmla="*/ 328 w 1005"/>
                <a:gd name="T85" fmla="*/ 502 h 1005"/>
                <a:gd name="T86" fmla="*/ 502 w 1005"/>
                <a:gd name="T87" fmla="*/ 328 h 1005"/>
                <a:gd name="T88" fmla="*/ 677 w 1005"/>
                <a:gd name="T89" fmla="*/ 502 h 1005"/>
                <a:gd name="T90" fmla="*/ 502 w 1005"/>
                <a:gd name="T91" fmla="*/ 677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05" h="1005">
                  <a:moveTo>
                    <a:pt x="870" y="350"/>
                  </a:moveTo>
                  <a:cubicBezTo>
                    <a:pt x="854" y="313"/>
                    <a:pt x="862" y="272"/>
                    <a:pt x="891" y="244"/>
                  </a:cubicBezTo>
                  <a:cubicBezTo>
                    <a:pt x="923" y="212"/>
                    <a:pt x="923" y="212"/>
                    <a:pt x="923" y="212"/>
                  </a:cubicBezTo>
                  <a:cubicBezTo>
                    <a:pt x="792" y="82"/>
                    <a:pt x="792" y="82"/>
                    <a:pt x="792" y="82"/>
                  </a:cubicBezTo>
                  <a:cubicBezTo>
                    <a:pt x="761" y="114"/>
                    <a:pt x="761" y="114"/>
                    <a:pt x="761" y="114"/>
                  </a:cubicBezTo>
                  <a:cubicBezTo>
                    <a:pt x="732" y="142"/>
                    <a:pt x="691" y="150"/>
                    <a:pt x="654" y="135"/>
                  </a:cubicBezTo>
                  <a:cubicBezTo>
                    <a:pt x="617" y="119"/>
                    <a:pt x="594" y="85"/>
                    <a:pt x="594" y="45"/>
                  </a:cubicBezTo>
                  <a:cubicBezTo>
                    <a:pt x="594" y="0"/>
                    <a:pt x="594" y="0"/>
                    <a:pt x="594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10" y="45"/>
                    <a:pt x="410" y="45"/>
                    <a:pt x="410" y="45"/>
                  </a:cubicBezTo>
                  <a:cubicBezTo>
                    <a:pt x="410" y="85"/>
                    <a:pt x="387" y="119"/>
                    <a:pt x="350" y="135"/>
                  </a:cubicBezTo>
                  <a:cubicBezTo>
                    <a:pt x="313" y="150"/>
                    <a:pt x="272" y="142"/>
                    <a:pt x="244" y="114"/>
                  </a:cubicBezTo>
                  <a:cubicBezTo>
                    <a:pt x="212" y="82"/>
                    <a:pt x="212" y="82"/>
                    <a:pt x="212" y="82"/>
                  </a:cubicBezTo>
                  <a:cubicBezTo>
                    <a:pt x="82" y="212"/>
                    <a:pt x="82" y="212"/>
                    <a:pt x="82" y="212"/>
                  </a:cubicBezTo>
                  <a:cubicBezTo>
                    <a:pt x="113" y="244"/>
                    <a:pt x="113" y="244"/>
                    <a:pt x="113" y="244"/>
                  </a:cubicBezTo>
                  <a:cubicBezTo>
                    <a:pt x="142" y="272"/>
                    <a:pt x="150" y="313"/>
                    <a:pt x="135" y="350"/>
                  </a:cubicBezTo>
                  <a:cubicBezTo>
                    <a:pt x="119" y="387"/>
                    <a:pt x="85" y="410"/>
                    <a:pt x="45" y="410"/>
                  </a:cubicBezTo>
                  <a:cubicBezTo>
                    <a:pt x="0" y="410"/>
                    <a:pt x="0" y="410"/>
                    <a:pt x="0" y="410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45" y="594"/>
                    <a:pt x="45" y="594"/>
                    <a:pt x="45" y="594"/>
                  </a:cubicBezTo>
                  <a:cubicBezTo>
                    <a:pt x="85" y="594"/>
                    <a:pt x="119" y="617"/>
                    <a:pt x="135" y="655"/>
                  </a:cubicBezTo>
                  <a:cubicBezTo>
                    <a:pt x="150" y="692"/>
                    <a:pt x="142" y="732"/>
                    <a:pt x="113" y="761"/>
                  </a:cubicBezTo>
                  <a:cubicBezTo>
                    <a:pt x="82" y="792"/>
                    <a:pt x="82" y="792"/>
                    <a:pt x="82" y="792"/>
                  </a:cubicBezTo>
                  <a:cubicBezTo>
                    <a:pt x="212" y="923"/>
                    <a:pt x="212" y="923"/>
                    <a:pt x="212" y="923"/>
                  </a:cubicBezTo>
                  <a:cubicBezTo>
                    <a:pt x="244" y="891"/>
                    <a:pt x="244" y="891"/>
                    <a:pt x="244" y="891"/>
                  </a:cubicBezTo>
                  <a:cubicBezTo>
                    <a:pt x="272" y="863"/>
                    <a:pt x="313" y="855"/>
                    <a:pt x="350" y="870"/>
                  </a:cubicBezTo>
                  <a:cubicBezTo>
                    <a:pt x="387" y="885"/>
                    <a:pt x="410" y="920"/>
                    <a:pt x="410" y="960"/>
                  </a:cubicBezTo>
                  <a:cubicBezTo>
                    <a:pt x="410" y="1005"/>
                    <a:pt x="410" y="1005"/>
                    <a:pt x="410" y="1005"/>
                  </a:cubicBezTo>
                  <a:cubicBezTo>
                    <a:pt x="594" y="1005"/>
                    <a:pt x="594" y="1005"/>
                    <a:pt x="594" y="1005"/>
                  </a:cubicBezTo>
                  <a:cubicBezTo>
                    <a:pt x="594" y="960"/>
                    <a:pt x="594" y="960"/>
                    <a:pt x="594" y="960"/>
                  </a:cubicBezTo>
                  <a:cubicBezTo>
                    <a:pt x="594" y="920"/>
                    <a:pt x="617" y="885"/>
                    <a:pt x="654" y="870"/>
                  </a:cubicBezTo>
                  <a:cubicBezTo>
                    <a:pt x="692" y="855"/>
                    <a:pt x="732" y="863"/>
                    <a:pt x="761" y="891"/>
                  </a:cubicBezTo>
                  <a:cubicBezTo>
                    <a:pt x="792" y="923"/>
                    <a:pt x="792" y="923"/>
                    <a:pt x="792" y="923"/>
                  </a:cubicBezTo>
                  <a:cubicBezTo>
                    <a:pt x="923" y="792"/>
                    <a:pt x="923" y="792"/>
                    <a:pt x="923" y="792"/>
                  </a:cubicBezTo>
                  <a:cubicBezTo>
                    <a:pt x="891" y="761"/>
                    <a:pt x="891" y="761"/>
                    <a:pt x="891" y="761"/>
                  </a:cubicBezTo>
                  <a:cubicBezTo>
                    <a:pt x="862" y="732"/>
                    <a:pt x="854" y="692"/>
                    <a:pt x="870" y="655"/>
                  </a:cubicBezTo>
                  <a:cubicBezTo>
                    <a:pt x="885" y="617"/>
                    <a:pt x="920" y="594"/>
                    <a:pt x="960" y="594"/>
                  </a:cubicBezTo>
                  <a:cubicBezTo>
                    <a:pt x="1005" y="594"/>
                    <a:pt x="1005" y="594"/>
                    <a:pt x="1005" y="594"/>
                  </a:cubicBezTo>
                  <a:cubicBezTo>
                    <a:pt x="1005" y="410"/>
                    <a:pt x="1005" y="410"/>
                    <a:pt x="1005" y="410"/>
                  </a:cubicBezTo>
                  <a:cubicBezTo>
                    <a:pt x="960" y="410"/>
                    <a:pt x="960" y="410"/>
                    <a:pt x="960" y="410"/>
                  </a:cubicBezTo>
                  <a:cubicBezTo>
                    <a:pt x="920" y="410"/>
                    <a:pt x="885" y="387"/>
                    <a:pt x="870" y="350"/>
                  </a:cubicBezTo>
                  <a:close/>
                  <a:moveTo>
                    <a:pt x="502" y="677"/>
                  </a:moveTo>
                  <a:cubicBezTo>
                    <a:pt x="406" y="677"/>
                    <a:pt x="328" y="599"/>
                    <a:pt x="328" y="502"/>
                  </a:cubicBezTo>
                  <a:cubicBezTo>
                    <a:pt x="328" y="406"/>
                    <a:pt x="406" y="328"/>
                    <a:pt x="502" y="328"/>
                  </a:cubicBezTo>
                  <a:cubicBezTo>
                    <a:pt x="598" y="328"/>
                    <a:pt x="677" y="406"/>
                    <a:pt x="677" y="502"/>
                  </a:cubicBezTo>
                  <a:cubicBezTo>
                    <a:pt x="677" y="599"/>
                    <a:pt x="598" y="677"/>
                    <a:pt x="502" y="677"/>
                  </a:cubicBezTo>
                  <a:close/>
                </a:path>
              </a:pathLst>
            </a:cu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0143351" y="1867166"/>
              <a:ext cx="259594" cy="259594"/>
            </a:xfrm>
            <a:custGeom>
              <a:avLst/>
              <a:gdLst>
                <a:gd name="T0" fmla="*/ 274 w 548"/>
                <a:gd name="T1" fmla="*/ 0 h 548"/>
                <a:gd name="T2" fmla="*/ 0 w 548"/>
                <a:gd name="T3" fmla="*/ 274 h 548"/>
                <a:gd name="T4" fmla="*/ 274 w 548"/>
                <a:gd name="T5" fmla="*/ 548 h 548"/>
                <a:gd name="T6" fmla="*/ 548 w 548"/>
                <a:gd name="T7" fmla="*/ 274 h 548"/>
                <a:gd name="T8" fmla="*/ 274 w 548"/>
                <a:gd name="T9" fmla="*/ 0 h 548"/>
                <a:gd name="T10" fmla="*/ 274 w 548"/>
                <a:gd name="T11" fmla="*/ 511 h 548"/>
                <a:gd name="T12" fmla="*/ 38 w 548"/>
                <a:gd name="T13" fmla="*/ 274 h 548"/>
                <a:gd name="T14" fmla="*/ 274 w 548"/>
                <a:gd name="T15" fmla="*/ 37 h 548"/>
                <a:gd name="T16" fmla="*/ 511 w 548"/>
                <a:gd name="T17" fmla="*/ 274 h 548"/>
                <a:gd name="T18" fmla="*/ 274 w 548"/>
                <a:gd name="T19" fmla="*/ 51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8" h="548">
                  <a:moveTo>
                    <a:pt x="274" y="0"/>
                  </a:moveTo>
                  <a:cubicBezTo>
                    <a:pt x="123" y="0"/>
                    <a:pt x="0" y="123"/>
                    <a:pt x="0" y="274"/>
                  </a:cubicBezTo>
                  <a:cubicBezTo>
                    <a:pt x="0" y="425"/>
                    <a:pt x="123" y="548"/>
                    <a:pt x="274" y="548"/>
                  </a:cubicBezTo>
                  <a:cubicBezTo>
                    <a:pt x="425" y="548"/>
                    <a:pt x="548" y="425"/>
                    <a:pt x="548" y="274"/>
                  </a:cubicBezTo>
                  <a:cubicBezTo>
                    <a:pt x="548" y="123"/>
                    <a:pt x="425" y="0"/>
                    <a:pt x="274" y="0"/>
                  </a:cubicBezTo>
                  <a:close/>
                  <a:moveTo>
                    <a:pt x="274" y="511"/>
                  </a:moveTo>
                  <a:cubicBezTo>
                    <a:pt x="144" y="511"/>
                    <a:pt x="38" y="404"/>
                    <a:pt x="38" y="274"/>
                  </a:cubicBezTo>
                  <a:cubicBezTo>
                    <a:pt x="38" y="143"/>
                    <a:pt x="144" y="37"/>
                    <a:pt x="274" y="37"/>
                  </a:cubicBezTo>
                  <a:cubicBezTo>
                    <a:pt x="405" y="37"/>
                    <a:pt x="511" y="143"/>
                    <a:pt x="511" y="274"/>
                  </a:cubicBezTo>
                  <a:cubicBezTo>
                    <a:pt x="511" y="404"/>
                    <a:pt x="405" y="511"/>
                    <a:pt x="274" y="511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5" name="Freeform 8"/>
            <p:cNvSpPr>
              <a:spLocks noEditPoints="1"/>
            </p:cNvSpPr>
            <p:nvPr/>
          </p:nvSpPr>
          <p:spPr bwMode="auto">
            <a:xfrm>
              <a:off x="9861360" y="1584158"/>
              <a:ext cx="824593" cy="825611"/>
            </a:xfrm>
            <a:custGeom>
              <a:avLst/>
              <a:gdLst>
                <a:gd name="T0" fmla="*/ 1620 w 1743"/>
                <a:gd name="T1" fmla="*/ 672 h 1743"/>
                <a:gd name="T2" fmla="*/ 1542 w 1743"/>
                <a:gd name="T3" fmla="*/ 484 h 1743"/>
                <a:gd name="T4" fmla="*/ 1621 w 1743"/>
                <a:gd name="T5" fmla="*/ 397 h 1743"/>
                <a:gd name="T6" fmla="*/ 1359 w 1743"/>
                <a:gd name="T7" fmla="*/ 127 h 1743"/>
                <a:gd name="T8" fmla="*/ 1259 w 1743"/>
                <a:gd name="T9" fmla="*/ 201 h 1743"/>
                <a:gd name="T10" fmla="*/ 1071 w 1743"/>
                <a:gd name="T11" fmla="*/ 123 h 1743"/>
                <a:gd name="T12" fmla="*/ 1052 w 1743"/>
                <a:gd name="T13" fmla="*/ 0 h 1743"/>
                <a:gd name="T14" fmla="*/ 671 w 1743"/>
                <a:gd name="T15" fmla="*/ 19 h 1743"/>
                <a:gd name="T16" fmla="*/ 603 w 1743"/>
                <a:gd name="T17" fmla="*/ 225 h 1743"/>
                <a:gd name="T18" fmla="*/ 410 w 1743"/>
                <a:gd name="T19" fmla="*/ 127 h 1743"/>
                <a:gd name="T20" fmla="*/ 383 w 1743"/>
                <a:gd name="T21" fmla="*/ 127 h 1743"/>
                <a:gd name="T22" fmla="*/ 121 w 1743"/>
                <a:gd name="T23" fmla="*/ 397 h 1743"/>
                <a:gd name="T24" fmla="*/ 200 w 1743"/>
                <a:gd name="T25" fmla="*/ 484 h 1743"/>
                <a:gd name="T26" fmla="*/ 122 w 1743"/>
                <a:gd name="T27" fmla="*/ 672 h 1743"/>
                <a:gd name="T28" fmla="*/ 0 w 1743"/>
                <a:gd name="T29" fmla="*/ 691 h 1743"/>
                <a:gd name="T30" fmla="*/ 18 w 1743"/>
                <a:gd name="T31" fmla="*/ 1072 h 1743"/>
                <a:gd name="T32" fmla="*/ 224 w 1743"/>
                <a:gd name="T33" fmla="*/ 1140 h 1743"/>
                <a:gd name="T34" fmla="*/ 127 w 1743"/>
                <a:gd name="T35" fmla="*/ 1334 h 1743"/>
                <a:gd name="T36" fmla="*/ 127 w 1743"/>
                <a:gd name="T37" fmla="*/ 1360 h 1743"/>
                <a:gd name="T38" fmla="*/ 410 w 1743"/>
                <a:gd name="T39" fmla="*/ 1616 h 1743"/>
                <a:gd name="T40" fmla="*/ 603 w 1743"/>
                <a:gd name="T41" fmla="*/ 1519 h 1743"/>
                <a:gd name="T42" fmla="*/ 671 w 1743"/>
                <a:gd name="T43" fmla="*/ 1725 h 1743"/>
                <a:gd name="T44" fmla="*/ 1052 w 1743"/>
                <a:gd name="T45" fmla="*/ 1743 h 1743"/>
                <a:gd name="T46" fmla="*/ 1071 w 1743"/>
                <a:gd name="T47" fmla="*/ 1621 h 1743"/>
                <a:gd name="T48" fmla="*/ 1259 w 1743"/>
                <a:gd name="T49" fmla="*/ 1543 h 1743"/>
                <a:gd name="T50" fmla="*/ 1346 w 1743"/>
                <a:gd name="T51" fmla="*/ 1622 h 1743"/>
                <a:gd name="T52" fmla="*/ 1616 w 1743"/>
                <a:gd name="T53" fmla="*/ 1360 h 1743"/>
                <a:gd name="T54" fmla="*/ 1616 w 1743"/>
                <a:gd name="T55" fmla="*/ 1334 h 1743"/>
                <a:gd name="T56" fmla="*/ 1518 w 1743"/>
                <a:gd name="T57" fmla="*/ 1140 h 1743"/>
                <a:gd name="T58" fmla="*/ 1724 w 1743"/>
                <a:gd name="T59" fmla="*/ 1072 h 1743"/>
                <a:gd name="T60" fmla="*/ 1743 w 1743"/>
                <a:gd name="T61" fmla="*/ 691 h 1743"/>
                <a:gd name="T62" fmla="*/ 1705 w 1743"/>
                <a:gd name="T63" fmla="*/ 1035 h 1743"/>
                <a:gd name="T64" fmla="*/ 1484 w 1743"/>
                <a:gd name="T65" fmla="*/ 1126 h 1743"/>
                <a:gd name="T66" fmla="*/ 1576 w 1743"/>
                <a:gd name="T67" fmla="*/ 1347 h 1743"/>
                <a:gd name="T68" fmla="*/ 1286 w 1743"/>
                <a:gd name="T69" fmla="*/ 1517 h 1743"/>
                <a:gd name="T70" fmla="*/ 1034 w 1743"/>
                <a:gd name="T71" fmla="*/ 1621 h 1743"/>
                <a:gd name="T72" fmla="*/ 709 w 1743"/>
                <a:gd name="T73" fmla="*/ 1706 h 1743"/>
                <a:gd name="T74" fmla="*/ 617 w 1743"/>
                <a:gd name="T75" fmla="*/ 1485 h 1743"/>
                <a:gd name="T76" fmla="*/ 396 w 1743"/>
                <a:gd name="T77" fmla="*/ 1577 h 1743"/>
                <a:gd name="T78" fmla="*/ 227 w 1743"/>
                <a:gd name="T79" fmla="*/ 1287 h 1743"/>
                <a:gd name="T80" fmla="*/ 122 w 1743"/>
                <a:gd name="T81" fmla="*/ 1035 h 1743"/>
                <a:gd name="T82" fmla="*/ 37 w 1743"/>
                <a:gd name="T83" fmla="*/ 709 h 1743"/>
                <a:gd name="T84" fmla="*/ 259 w 1743"/>
                <a:gd name="T85" fmla="*/ 618 h 1743"/>
                <a:gd name="T86" fmla="*/ 166 w 1743"/>
                <a:gd name="T87" fmla="*/ 397 h 1743"/>
                <a:gd name="T88" fmla="*/ 457 w 1743"/>
                <a:gd name="T89" fmla="*/ 227 h 1743"/>
                <a:gd name="T90" fmla="*/ 709 w 1743"/>
                <a:gd name="T91" fmla="*/ 123 h 1743"/>
                <a:gd name="T92" fmla="*/ 1034 w 1743"/>
                <a:gd name="T93" fmla="*/ 38 h 1743"/>
                <a:gd name="T94" fmla="*/ 1125 w 1743"/>
                <a:gd name="T95" fmla="*/ 259 h 1743"/>
                <a:gd name="T96" fmla="*/ 1346 w 1743"/>
                <a:gd name="T97" fmla="*/ 167 h 1743"/>
                <a:gd name="T98" fmla="*/ 1516 w 1743"/>
                <a:gd name="T99" fmla="*/ 457 h 1743"/>
                <a:gd name="T100" fmla="*/ 1620 w 1743"/>
                <a:gd name="T101" fmla="*/ 709 h 1743"/>
                <a:gd name="T102" fmla="*/ 1705 w 1743"/>
                <a:gd name="T103" fmla="*/ 1035 h 1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43" h="1743">
                  <a:moveTo>
                    <a:pt x="1724" y="672"/>
                  </a:moveTo>
                  <a:cubicBezTo>
                    <a:pt x="1620" y="672"/>
                    <a:pt x="1620" y="672"/>
                    <a:pt x="1620" y="672"/>
                  </a:cubicBezTo>
                  <a:cubicBezTo>
                    <a:pt x="1575" y="672"/>
                    <a:pt x="1536" y="646"/>
                    <a:pt x="1518" y="604"/>
                  </a:cubicBezTo>
                  <a:cubicBezTo>
                    <a:pt x="1501" y="562"/>
                    <a:pt x="1510" y="516"/>
                    <a:pt x="1542" y="484"/>
                  </a:cubicBezTo>
                  <a:cubicBezTo>
                    <a:pt x="1616" y="410"/>
                    <a:pt x="1616" y="410"/>
                    <a:pt x="1616" y="410"/>
                  </a:cubicBezTo>
                  <a:cubicBezTo>
                    <a:pt x="1619" y="407"/>
                    <a:pt x="1621" y="402"/>
                    <a:pt x="1621" y="397"/>
                  </a:cubicBezTo>
                  <a:cubicBezTo>
                    <a:pt x="1621" y="392"/>
                    <a:pt x="1619" y="387"/>
                    <a:pt x="1616" y="384"/>
                  </a:cubicBezTo>
                  <a:cubicBezTo>
                    <a:pt x="1359" y="127"/>
                    <a:pt x="1359" y="127"/>
                    <a:pt x="1359" y="127"/>
                  </a:cubicBezTo>
                  <a:cubicBezTo>
                    <a:pt x="1352" y="120"/>
                    <a:pt x="1340" y="120"/>
                    <a:pt x="1333" y="127"/>
                  </a:cubicBezTo>
                  <a:cubicBezTo>
                    <a:pt x="1259" y="201"/>
                    <a:pt x="1259" y="201"/>
                    <a:pt x="1259" y="201"/>
                  </a:cubicBezTo>
                  <a:cubicBezTo>
                    <a:pt x="1227" y="233"/>
                    <a:pt x="1181" y="242"/>
                    <a:pt x="1139" y="225"/>
                  </a:cubicBezTo>
                  <a:cubicBezTo>
                    <a:pt x="1097" y="207"/>
                    <a:pt x="1071" y="168"/>
                    <a:pt x="1071" y="123"/>
                  </a:cubicBezTo>
                  <a:cubicBezTo>
                    <a:pt x="1071" y="19"/>
                    <a:pt x="1071" y="19"/>
                    <a:pt x="1071" y="19"/>
                  </a:cubicBezTo>
                  <a:cubicBezTo>
                    <a:pt x="1071" y="9"/>
                    <a:pt x="1063" y="0"/>
                    <a:pt x="1052" y="0"/>
                  </a:cubicBezTo>
                  <a:cubicBezTo>
                    <a:pt x="690" y="0"/>
                    <a:pt x="690" y="0"/>
                    <a:pt x="690" y="0"/>
                  </a:cubicBezTo>
                  <a:cubicBezTo>
                    <a:pt x="680" y="0"/>
                    <a:pt x="671" y="9"/>
                    <a:pt x="671" y="19"/>
                  </a:cubicBezTo>
                  <a:cubicBezTo>
                    <a:pt x="671" y="123"/>
                    <a:pt x="671" y="123"/>
                    <a:pt x="671" y="123"/>
                  </a:cubicBezTo>
                  <a:cubicBezTo>
                    <a:pt x="671" y="168"/>
                    <a:pt x="645" y="207"/>
                    <a:pt x="603" y="225"/>
                  </a:cubicBezTo>
                  <a:cubicBezTo>
                    <a:pt x="561" y="242"/>
                    <a:pt x="515" y="233"/>
                    <a:pt x="483" y="201"/>
                  </a:cubicBezTo>
                  <a:cubicBezTo>
                    <a:pt x="410" y="127"/>
                    <a:pt x="410" y="127"/>
                    <a:pt x="410" y="127"/>
                  </a:cubicBezTo>
                  <a:cubicBezTo>
                    <a:pt x="406" y="124"/>
                    <a:pt x="401" y="122"/>
                    <a:pt x="396" y="122"/>
                  </a:cubicBezTo>
                  <a:cubicBezTo>
                    <a:pt x="391" y="122"/>
                    <a:pt x="387" y="124"/>
                    <a:pt x="383" y="127"/>
                  </a:cubicBezTo>
                  <a:cubicBezTo>
                    <a:pt x="127" y="384"/>
                    <a:pt x="127" y="384"/>
                    <a:pt x="127" y="384"/>
                  </a:cubicBezTo>
                  <a:cubicBezTo>
                    <a:pt x="123" y="387"/>
                    <a:pt x="121" y="392"/>
                    <a:pt x="121" y="397"/>
                  </a:cubicBezTo>
                  <a:cubicBezTo>
                    <a:pt x="121" y="402"/>
                    <a:pt x="123" y="407"/>
                    <a:pt x="127" y="410"/>
                  </a:cubicBezTo>
                  <a:cubicBezTo>
                    <a:pt x="200" y="484"/>
                    <a:pt x="200" y="484"/>
                    <a:pt x="200" y="484"/>
                  </a:cubicBezTo>
                  <a:cubicBezTo>
                    <a:pt x="232" y="516"/>
                    <a:pt x="241" y="562"/>
                    <a:pt x="224" y="604"/>
                  </a:cubicBezTo>
                  <a:cubicBezTo>
                    <a:pt x="207" y="646"/>
                    <a:pt x="168" y="672"/>
                    <a:pt x="122" y="672"/>
                  </a:cubicBezTo>
                  <a:cubicBezTo>
                    <a:pt x="18" y="672"/>
                    <a:pt x="18" y="672"/>
                    <a:pt x="18" y="672"/>
                  </a:cubicBezTo>
                  <a:cubicBezTo>
                    <a:pt x="8" y="672"/>
                    <a:pt x="0" y="680"/>
                    <a:pt x="0" y="691"/>
                  </a:cubicBezTo>
                  <a:cubicBezTo>
                    <a:pt x="0" y="1053"/>
                    <a:pt x="0" y="1053"/>
                    <a:pt x="0" y="1053"/>
                  </a:cubicBezTo>
                  <a:cubicBezTo>
                    <a:pt x="0" y="1064"/>
                    <a:pt x="8" y="1072"/>
                    <a:pt x="18" y="1072"/>
                  </a:cubicBezTo>
                  <a:cubicBezTo>
                    <a:pt x="122" y="1072"/>
                    <a:pt x="122" y="1072"/>
                    <a:pt x="122" y="1072"/>
                  </a:cubicBezTo>
                  <a:cubicBezTo>
                    <a:pt x="168" y="1072"/>
                    <a:pt x="207" y="1098"/>
                    <a:pt x="224" y="1140"/>
                  </a:cubicBezTo>
                  <a:cubicBezTo>
                    <a:pt x="241" y="1182"/>
                    <a:pt x="232" y="1228"/>
                    <a:pt x="200" y="1260"/>
                  </a:cubicBezTo>
                  <a:cubicBezTo>
                    <a:pt x="127" y="1334"/>
                    <a:pt x="127" y="1334"/>
                    <a:pt x="127" y="1334"/>
                  </a:cubicBezTo>
                  <a:cubicBezTo>
                    <a:pt x="123" y="1337"/>
                    <a:pt x="121" y="1342"/>
                    <a:pt x="121" y="1347"/>
                  </a:cubicBezTo>
                  <a:cubicBezTo>
                    <a:pt x="121" y="1352"/>
                    <a:pt x="123" y="1357"/>
                    <a:pt x="127" y="1360"/>
                  </a:cubicBezTo>
                  <a:cubicBezTo>
                    <a:pt x="383" y="1616"/>
                    <a:pt x="383" y="1616"/>
                    <a:pt x="383" y="1616"/>
                  </a:cubicBezTo>
                  <a:cubicBezTo>
                    <a:pt x="390" y="1623"/>
                    <a:pt x="403" y="1623"/>
                    <a:pt x="410" y="1616"/>
                  </a:cubicBezTo>
                  <a:cubicBezTo>
                    <a:pt x="483" y="1543"/>
                    <a:pt x="483" y="1543"/>
                    <a:pt x="483" y="1543"/>
                  </a:cubicBezTo>
                  <a:cubicBezTo>
                    <a:pt x="515" y="1511"/>
                    <a:pt x="561" y="1502"/>
                    <a:pt x="603" y="1519"/>
                  </a:cubicBezTo>
                  <a:cubicBezTo>
                    <a:pt x="645" y="1536"/>
                    <a:pt x="671" y="1576"/>
                    <a:pt x="671" y="1621"/>
                  </a:cubicBezTo>
                  <a:cubicBezTo>
                    <a:pt x="671" y="1725"/>
                    <a:pt x="671" y="1725"/>
                    <a:pt x="671" y="1725"/>
                  </a:cubicBezTo>
                  <a:cubicBezTo>
                    <a:pt x="671" y="1735"/>
                    <a:pt x="680" y="1743"/>
                    <a:pt x="690" y="1743"/>
                  </a:cubicBezTo>
                  <a:cubicBezTo>
                    <a:pt x="1052" y="1743"/>
                    <a:pt x="1052" y="1743"/>
                    <a:pt x="1052" y="1743"/>
                  </a:cubicBezTo>
                  <a:cubicBezTo>
                    <a:pt x="1063" y="1743"/>
                    <a:pt x="1071" y="1735"/>
                    <a:pt x="1071" y="1725"/>
                  </a:cubicBezTo>
                  <a:cubicBezTo>
                    <a:pt x="1071" y="1621"/>
                    <a:pt x="1071" y="1621"/>
                    <a:pt x="1071" y="1621"/>
                  </a:cubicBezTo>
                  <a:cubicBezTo>
                    <a:pt x="1071" y="1576"/>
                    <a:pt x="1097" y="1536"/>
                    <a:pt x="1139" y="1519"/>
                  </a:cubicBezTo>
                  <a:cubicBezTo>
                    <a:pt x="1181" y="1502"/>
                    <a:pt x="1227" y="1511"/>
                    <a:pt x="1259" y="1543"/>
                  </a:cubicBezTo>
                  <a:cubicBezTo>
                    <a:pt x="1333" y="1616"/>
                    <a:pt x="1333" y="1616"/>
                    <a:pt x="1333" y="1616"/>
                  </a:cubicBezTo>
                  <a:cubicBezTo>
                    <a:pt x="1336" y="1620"/>
                    <a:pt x="1341" y="1622"/>
                    <a:pt x="1346" y="1622"/>
                  </a:cubicBezTo>
                  <a:cubicBezTo>
                    <a:pt x="1351" y="1622"/>
                    <a:pt x="1356" y="1620"/>
                    <a:pt x="1359" y="1616"/>
                  </a:cubicBezTo>
                  <a:cubicBezTo>
                    <a:pt x="1616" y="1360"/>
                    <a:pt x="1616" y="1360"/>
                    <a:pt x="1616" y="1360"/>
                  </a:cubicBezTo>
                  <a:cubicBezTo>
                    <a:pt x="1619" y="1357"/>
                    <a:pt x="1621" y="1352"/>
                    <a:pt x="1621" y="1347"/>
                  </a:cubicBezTo>
                  <a:cubicBezTo>
                    <a:pt x="1621" y="1342"/>
                    <a:pt x="1619" y="1337"/>
                    <a:pt x="1616" y="1334"/>
                  </a:cubicBezTo>
                  <a:cubicBezTo>
                    <a:pt x="1542" y="1260"/>
                    <a:pt x="1542" y="1260"/>
                    <a:pt x="1542" y="1260"/>
                  </a:cubicBezTo>
                  <a:cubicBezTo>
                    <a:pt x="1510" y="1228"/>
                    <a:pt x="1501" y="1182"/>
                    <a:pt x="1518" y="1140"/>
                  </a:cubicBezTo>
                  <a:cubicBezTo>
                    <a:pt x="1536" y="1098"/>
                    <a:pt x="1575" y="1072"/>
                    <a:pt x="1620" y="1072"/>
                  </a:cubicBezTo>
                  <a:cubicBezTo>
                    <a:pt x="1724" y="1072"/>
                    <a:pt x="1724" y="1072"/>
                    <a:pt x="1724" y="1072"/>
                  </a:cubicBezTo>
                  <a:cubicBezTo>
                    <a:pt x="1734" y="1072"/>
                    <a:pt x="1743" y="1064"/>
                    <a:pt x="1743" y="1053"/>
                  </a:cubicBezTo>
                  <a:cubicBezTo>
                    <a:pt x="1743" y="691"/>
                    <a:pt x="1743" y="691"/>
                    <a:pt x="1743" y="691"/>
                  </a:cubicBezTo>
                  <a:cubicBezTo>
                    <a:pt x="1743" y="680"/>
                    <a:pt x="1734" y="672"/>
                    <a:pt x="1724" y="672"/>
                  </a:cubicBezTo>
                  <a:close/>
                  <a:moveTo>
                    <a:pt x="1705" y="1035"/>
                  </a:moveTo>
                  <a:cubicBezTo>
                    <a:pt x="1620" y="1035"/>
                    <a:pt x="1620" y="1035"/>
                    <a:pt x="1620" y="1035"/>
                  </a:cubicBezTo>
                  <a:cubicBezTo>
                    <a:pt x="1559" y="1035"/>
                    <a:pt x="1507" y="1070"/>
                    <a:pt x="1484" y="1126"/>
                  </a:cubicBezTo>
                  <a:cubicBezTo>
                    <a:pt x="1461" y="1182"/>
                    <a:pt x="1473" y="1244"/>
                    <a:pt x="1516" y="1287"/>
                  </a:cubicBezTo>
                  <a:cubicBezTo>
                    <a:pt x="1576" y="1347"/>
                    <a:pt x="1576" y="1347"/>
                    <a:pt x="1576" y="1347"/>
                  </a:cubicBezTo>
                  <a:cubicBezTo>
                    <a:pt x="1346" y="1577"/>
                    <a:pt x="1346" y="1577"/>
                    <a:pt x="1346" y="1577"/>
                  </a:cubicBezTo>
                  <a:cubicBezTo>
                    <a:pt x="1286" y="1517"/>
                    <a:pt x="1286" y="1517"/>
                    <a:pt x="1286" y="1517"/>
                  </a:cubicBezTo>
                  <a:cubicBezTo>
                    <a:pt x="1243" y="1474"/>
                    <a:pt x="1181" y="1461"/>
                    <a:pt x="1125" y="1485"/>
                  </a:cubicBezTo>
                  <a:cubicBezTo>
                    <a:pt x="1069" y="1508"/>
                    <a:pt x="1034" y="1560"/>
                    <a:pt x="1034" y="1621"/>
                  </a:cubicBezTo>
                  <a:cubicBezTo>
                    <a:pt x="1034" y="1706"/>
                    <a:pt x="1034" y="1706"/>
                    <a:pt x="1034" y="1706"/>
                  </a:cubicBezTo>
                  <a:cubicBezTo>
                    <a:pt x="709" y="1706"/>
                    <a:pt x="709" y="1706"/>
                    <a:pt x="709" y="1706"/>
                  </a:cubicBezTo>
                  <a:cubicBezTo>
                    <a:pt x="709" y="1621"/>
                    <a:pt x="709" y="1621"/>
                    <a:pt x="709" y="1621"/>
                  </a:cubicBezTo>
                  <a:cubicBezTo>
                    <a:pt x="709" y="1560"/>
                    <a:pt x="674" y="1508"/>
                    <a:pt x="617" y="1485"/>
                  </a:cubicBezTo>
                  <a:cubicBezTo>
                    <a:pt x="561" y="1461"/>
                    <a:pt x="500" y="1474"/>
                    <a:pt x="457" y="1517"/>
                  </a:cubicBezTo>
                  <a:cubicBezTo>
                    <a:pt x="396" y="1577"/>
                    <a:pt x="396" y="1577"/>
                    <a:pt x="396" y="1577"/>
                  </a:cubicBezTo>
                  <a:cubicBezTo>
                    <a:pt x="166" y="1347"/>
                    <a:pt x="166" y="1347"/>
                    <a:pt x="166" y="1347"/>
                  </a:cubicBezTo>
                  <a:cubicBezTo>
                    <a:pt x="227" y="1287"/>
                    <a:pt x="227" y="1287"/>
                    <a:pt x="227" y="1287"/>
                  </a:cubicBezTo>
                  <a:cubicBezTo>
                    <a:pt x="270" y="1244"/>
                    <a:pt x="282" y="1182"/>
                    <a:pt x="259" y="1126"/>
                  </a:cubicBezTo>
                  <a:cubicBezTo>
                    <a:pt x="235" y="1070"/>
                    <a:pt x="183" y="1035"/>
                    <a:pt x="122" y="1035"/>
                  </a:cubicBezTo>
                  <a:cubicBezTo>
                    <a:pt x="37" y="1035"/>
                    <a:pt x="37" y="1035"/>
                    <a:pt x="37" y="1035"/>
                  </a:cubicBezTo>
                  <a:cubicBezTo>
                    <a:pt x="37" y="709"/>
                    <a:pt x="37" y="709"/>
                    <a:pt x="37" y="709"/>
                  </a:cubicBezTo>
                  <a:cubicBezTo>
                    <a:pt x="122" y="709"/>
                    <a:pt x="122" y="709"/>
                    <a:pt x="122" y="709"/>
                  </a:cubicBezTo>
                  <a:cubicBezTo>
                    <a:pt x="183" y="709"/>
                    <a:pt x="235" y="674"/>
                    <a:pt x="259" y="618"/>
                  </a:cubicBezTo>
                  <a:cubicBezTo>
                    <a:pt x="282" y="562"/>
                    <a:pt x="270" y="500"/>
                    <a:pt x="227" y="457"/>
                  </a:cubicBezTo>
                  <a:cubicBezTo>
                    <a:pt x="166" y="397"/>
                    <a:pt x="166" y="397"/>
                    <a:pt x="166" y="397"/>
                  </a:cubicBezTo>
                  <a:cubicBezTo>
                    <a:pt x="396" y="167"/>
                    <a:pt x="396" y="167"/>
                    <a:pt x="396" y="167"/>
                  </a:cubicBezTo>
                  <a:cubicBezTo>
                    <a:pt x="457" y="227"/>
                    <a:pt x="457" y="227"/>
                    <a:pt x="457" y="227"/>
                  </a:cubicBezTo>
                  <a:cubicBezTo>
                    <a:pt x="500" y="270"/>
                    <a:pt x="561" y="283"/>
                    <a:pt x="617" y="259"/>
                  </a:cubicBezTo>
                  <a:cubicBezTo>
                    <a:pt x="674" y="236"/>
                    <a:pt x="709" y="184"/>
                    <a:pt x="709" y="123"/>
                  </a:cubicBezTo>
                  <a:cubicBezTo>
                    <a:pt x="709" y="38"/>
                    <a:pt x="709" y="38"/>
                    <a:pt x="709" y="38"/>
                  </a:cubicBezTo>
                  <a:cubicBezTo>
                    <a:pt x="1034" y="38"/>
                    <a:pt x="1034" y="38"/>
                    <a:pt x="1034" y="38"/>
                  </a:cubicBezTo>
                  <a:cubicBezTo>
                    <a:pt x="1034" y="123"/>
                    <a:pt x="1034" y="123"/>
                    <a:pt x="1034" y="123"/>
                  </a:cubicBezTo>
                  <a:cubicBezTo>
                    <a:pt x="1034" y="184"/>
                    <a:pt x="1069" y="236"/>
                    <a:pt x="1125" y="259"/>
                  </a:cubicBezTo>
                  <a:cubicBezTo>
                    <a:pt x="1181" y="283"/>
                    <a:pt x="1243" y="270"/>
                    <a:pt x="1286" y="227"/>
                  </a:cubicBezTo>
                  <a:cubicBezTo>
                    <a:pt x="1346" y="167"/>
                    <a:pt x="1346" y="167"/>
                    <a:pt x="1346" y="167"/>
                  </a:cubicBezTo>
                  <a:cubicBezTo>
                    <a:pt x="1576" y="397"/>
                    <a:pt x="1576" y="397"/>
                    <a:pt x="1576" y="397"/>
                  </a:cubicBezTo>
                  <a:cubicBezTo>
                    <a:pt x="1516" y="457"/>
                    <a:pt x="1516" y="457"/>
                    <a:pt x="1516" y="457"/>
                  </a:cubicBezTo>
                  <a:cubicBezTo>
                    <a:pt x="1473" y="500"/>
                    <a:pt x="1461" y="562"/>
                    <a:pt x="1484" y="618"/>
                  </a:cubicBezTo>
                  <a:cubicBezTo>
                    <a:pt x="1507" y="674"/>
                    <a:pt x="1559" y="709"/>
                    <a:pt x="1620" y="709"/>
                  </a:cubicBezTo>
                  <a:cubicBezTo>
                    <a:pt x="1705" y="709"/>
                    <a:pt x="1705" y="709"/>
                    <a:pt x="1705" y="709"/>
                  </a:cubicBezTo>
                  <a:lnTo>
                    <a:pt x="1705" y="1035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10750088" y="2109454"/>
              <a:ext cx="512062" cy="511044"/>
            </a:xfrm>
            <a:custGeom>
              <a:avLst/>
              <a:gdLst>
                <a:gd name="T0" fmla="*/ 998 w 1080"/>
                <a:gd name="T1" fmla="*/ 410 h 1079"/>
                <a:gd name="T2" fmla="*/ 955 w 1080"/>
                <a:gd name="T3" fmla="*/ 307 h 1079"/>
                <a:gd name="T4" fmla="*/ 1006 w 1080"/>
                <a:gd name="T5" fmla="*/ 249 h 1079"/>
                <a:gd name="T6" fmla="*/ 843 w 1080"/>
                <a:gd name="T7" fmla="*/ 79 h 1079"/>
                <a:gd name="T8" fmla="*/ 772 w 1080"/>
                <a:gd name="T9" fmla="*/ 124 h 1079"/>
                <a:gd name="T10" fmla="*/ 670 w 1080"/>
                <a:gd name="T11" fmla="*/ 82 h 1079"/>
                <a:gd name="T12" fmla="*/ 651 w 1080"/>
                <a:gd name="T13" fmla="*/ 0 h 1079"/>
                <a:gd name="T14" fmla="*/ 411 w 1080"/>
                <a:gd name="T15" fmla="*/ 18 h 1079"/>
                <a:gd name="T16" fmla="*/ 374 w 1080"/>
                <a:gd name="T17" fmla="*/ 137 h 1079"/>
                <a:gd name="T18" fmla="*/ 263 w 1080"/>
                <a:gd name="T19" fmla="*/ 79 h 1079"/>
                <a:gd name="T20" fmla="*/ 80 w 1080"/>
                <a:gd name="T21" fmla="*/ 236 h 1079"/>
                <a:gd name="T22" fmla="*/ 80 w 1080"/>
                <a:gd name="T23" fmla="*/ 262 h 1079"/>
                <a:gd name="T24" fmla="*/ 138 w 1080"/>
                <a:gd name="T25" fmla="*/ 373 h 1079"/>
                <a:gd name="T26" fmla="*/ 19 w 1080"/>
                <a:gd name="T27" fmla="*/ 410 h 1079"/>
                <a:gd name="T28" fmla="*/ 0 w 1080"/>
                <a:gd name="T29" fmla="*/ 650 h 1079"/>
                <a:gd name="T30" fmla="*/ 83 w 1080"/>
                <a:gd name="T31" fmla="*/ 669 h 1079"/>
                <a:gd name="T32" fmla="*/ 125 w 1080"/>
                <a:gd name="T33" fmla="*/ 771 h 1079"/>
                <a:gd name="T34" fmla="*/ 75 w 1080"/>
                <a:gd name="T35" fmla="*/ 829 h 1079"/>
                <a:gd name="T36" fmla="*/ 237 w 1080"/>
                <a:gd name="T37" fmla="*/ 999 h 1079"/>
                <a:gd name="T38" fmla="*/ 308 w 1080"/>
                <a:gd name="T39" fmla="*/ 954 h 1079"/>
                <a:gd name="T40" fmla="*/ 411 w 1080"/>
                <a:gd name="T41" fmla="*/ 997 h 1079"/>
                <a:gd name="T42" fmla="*/ 429 w 1080"/>
                <a:gd name="T43" fmla="*/ 1079 h 1079"/>
                <a:gd name="T44" fmla="*/ 670 w 1080"/>
                <a:gd name="T45" fmla="*/ 1060 h 1079"/>
                <a:gd name="T46" fmla="*/ 707 w 1080"/>
                <a:gd name="T47" fmla="*/ 941 h 1079"/>
                <a:gd name="T48" fmla="*/ 817 w 1080"/>
                <a:gd name="T49" fmla="*/ 999 h 1079"/>
                <a:gd name="T50" fmla="*/ 1000 w 1080"/>
                <a:gd name="T51" fmla="*/ 843 h 1079"/>
                <a:gd name="T52" fmla="*/ 1000 w 1080"/>
                <a:gd name="T53" fmla="*/ 816 h 1079"/>
                <a:gd name="T54" fmla="*/ 942 w 1080"/>
                <a:gd name="T55" fmla="*/ 706 h 1079"/>
                <a:gd name="T56" fmla="*/ 1061 w 1080"/>
                <a:gd name="T57" fmla="*/ 669 h 1079"/>
                <a:gd name="T58" fmla="*/ 1080 w 1080"/>
                <a:gd name="T59" fmla="*/ 429 h 1079"/>
                <a:gd name="T60" fmla="*/ 1043 w 1080"/>
                <a:gd name="T61" fmla="*/ 631 h 1079"/>
                <a:gd name="T62" fmla="*/ 908 w 1080"/>
                <a:gd name="T63" fmla="*/ 692 h 1079"/>
                <a:gd name="T64" fmla="*/ 961 w 1080"/>
                <a:gd name="T65" fmla="*/ 829 h 1079"/>
                <a:gd name="T66" fmla="*/ 799 w 1080"/>
                <a:gd name="T67" fmla="*/ 928 h 1079"/>
                <a:gd name="T68" fmla="*/ 632 w 1080"/>
                <a:gd name="T69" fmla="*/ 997 h 1079"/>
                <a:gd name="T70" fmla="*/ 448 w 1080"/>
                <a:gd name="T71" fmla="*/ 1042 h 1079"/>
                <a:gd name="T72" fmla="*/ 388 w 1080"/>
                <a:gd name="T73" fmla="*/ 907 h 1079"/>
                <a:gd name="T74" fmla="*/ 250 w 1080"/>
                <a:gd name="T75" fmla="*/ 960 h 1079"/>
                <a:gd name="T76" fmla="*/ 151 w 1080"/>
                <a:gd name="T77" fmla="*/ 798 h 1079"/>
                <a:gd name="T78" fmla="*/ 83 w 1080"/>
                <a:gd name="T79" fmla="*/ 631 h 1079"/>
                <a:gd name="T80" fmla="*/ 38 w 1080"/>
                <a:gd name="T81" fmla="*/ 447 h 1079"/>
                <a:gd name="T82" fmla="*/ 173 w 1080"/>
                <a:gd name="T83" fmla="*/ 387 h 1079"/>
                <a:gd name="T84" fmla="*/ 120 w 1080"/>
                <a:gd name="T85" fmla="*/ 249 h 1079"/>
                <a:gd name="T86" fmla="*/ 282 w 1080"/>
                <a:gd name="T87" fmla="*/ 151 h 1079"/>
                <a:gd name="T88" fmla="*/ 448 w 1080"/>
                <a:gd name="T89" fmla="*/ 82 h 1079"/>
                <a:gd name="T90" fmla="*/ 632 w 1080"/>
                <a:gd name="T91" fmla="*/ 37 h 1079"/>
                <a:gd name="T92" fmla="*/ 692 w 1080"/>
                <a:gd name="T93" fmla="*/ 172 h 1079"/>
                <a:gd name="T94" fmla="*/ 830 w 1080"/>
                <a:gd name="T95" fmla="*/ 119 h 1079"/>
                <a:gd name="T96" fmla="*/ 929 w 1080"/>
                <a:gd name="T97" fmla="*/ 281 h 1079"/>
                <a:gd name="T98" fmla="*/ 998 w 1080"/>
                <a:gd name="T99" fmla="*/ 447 h 1079"/>
                <a:gd name="T100" fmla="*/ 1043 w 1080"/>
                <a:gd name="T101" fmla="*/ 631 h 1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80" h="1079">
                  <a:moveTo>
                    <a:pt x="1061" y="410"/>
                  </a:moveTo>
                  <a:cubicBezTo>
                    <a:pt x="998" y="410"/>
                    <a:pt x="998" y="410"/>
                    <a:pt x="998" y="410"/>
                  </a:cubicBezTo>
                  <a:cubicBezTo>
                    <a:pt x="968" y="410"/>
                    <a:pt x="950" y="391"/>
                    <a:pt x="942" y="373"/>
                  </a:cubicBezTo>
                  <a:cubicBezTo>
                    <a:pt x="935" y="355"/>
                    <a:pt x="934" y="328"/>
                    <a:pt x="955" y="307"/>
                  </a:cubicBezTo>
                  <a:cubicBezTo>
                    <a:pt x="1000" y="262"/>
                    <a:pt x="1000" y="262"/>
                    <a:pt x="1000" y="262"/>
                  </a:cubicBezTo>
                  <a:cubicBezTo>
                    <a:pt x="1004" y="259"/>
                    <a:pt x="1006" y="254"/>
                    <a:pt x="1006" y="249"/>
                  </a:cubicBezTo>
                  <a:cubicBezTo>
                    <a:pt x="1006" y="244"/>
                    <a:pt x="1004" y="239"/>
                    <a:pt x="1000" y="236"/>
                  </a:cubicBezTo>
                  <a:cubicBezTo>
                    <a:pt x="843" y="79"/>
                    <a:pt x="843" y="79"/>
                    <a:pt x="843" y="79"/>
                  </a:cubicBezTo>
                  <a:cubicBezTo>
                    <a:pt x="836" y="72"/>
                    <a:pt x="824" y="72"/>
                    <a:pt x="817" y="79"/>
                  </a:cubicBezTo>
                  <a:cubicBezTo>
                    <a:pt x="772" y="124"/>
                    <a:pt x="772" y="124"/>
                    <a:pt x="772" y="124"/>
                  </a:cubicBezTo>
                  <a:cubicBezTo>
                    <a:pt x="751" y="145"/>
                    <a:pt x="725" y="145"/>
                    <a:pt x="707" y="137"/>
                  </a:cubicBezTo>
                  <a:cubicBezTo>
                    <a:pt x="689" y="130"/>
                    <a:pt x="670" y="111"/>
                    <a:pt x="670" y="82"/>
                  </a:cubicBezTo>
                  <a:cubicBezTo>
                    <a:pt x="670" y="18"/>
                    <a:pt x="670" y="18"/>
                    <a:pt x="670" y="18"/>
                  </a:cubicBezTo>
                  <a:cubicBezTo>
                    <a:pt x="670" y="8"/>
                    <a:pt x="661" y="0"/>
                    <a:pt x="651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19" y="0"/>
                    <a:pt x="411" y="8"/>
                    <a:pt x="411" y="18"/>
                  </a:cubicBezTo>
                  <a:cubicBezTo>
                    <a:pt x="411" y="82"/>
                    <a:pt x="411" y="82"/>
                    <a:pt x="411" y="82"/>
                  </a:cubicBezTo>
                  <a:cubicBezTo>
                    <a:pt x="411" y="111"/>
                    <a:pt x="392" y="130"/>
                    <a:pt x="374" y="137"/>
                  </a:cubicBezTo>
                  <a:cubicBezTo>
                    <a:pt x="356" y="145"/>
                    <a:pt x="329" y="145"/>
                    <a:pt x="308" y="124"/>
                  </a:cubicBezTo>
                  <a:cubicBezTo>
                    <a:pt x="263" y="79"/>
                    <a:pt x="263" y="79"/>
                    <a:pt x="263" y="79"/>
                  </a:cubicBezTo>
                  <a:cubicBezTo>
                    <a:pt x="256" y="72"/>
                    <a:pt x="244" y="72"/>
                    <a:pt x="237" y="79"/>
                  </a:cubicBezTo>
                  <a:cubicBezTo>
                    <a:pt x="80" y="236"/>
                    <a:pt x="80" y="236"/>
                    <a:pt x="80" y="236"/>
                  </a:cubicBezTo>
                  <a:cubicBezTo>
                    <a:pt x="77" y="239"/>
                    <a:pt x="75" y="244"/>
                    <a:pt x="75" y="249"/>
                  </a:cubicBezTo>
                  <a:cubicBezTo>
                    <a:pt x="75" y="254"/>
                    <a:pt x="77" y="259"/>
                    <a:pt x="80" y="262"/>
                  </a:cubicBezTo>
                  <a:cubicBezTo>
                    <a:pt x="125" y="307"/>
                    <a:pt x="125" y="307"/>
                    <a:pt x="125" y="307"/>
                  </a:cubicBezTo>
                  <a:cubicBezTo>
                    <a:pt x="146" y="328"/>
                    <a:pt x="145" y="355"/>
                    <a:pt x="138" y="373"/>
                  </a:cubicBezTo>
                  <a:cubicBezTo>
                    <a:pt x="131" y="391"/>
                    <a:pt x="112" y="410"/>
                    <a:pt x="83" y="410"/>
                  </a:cubicBezTo>
                  <a:cubicBezTo>
                    <a:pt x="19" y="410"/>
                    <a:pt x="19" y="410"/>
                    <a:pt x="19" y="410"/>
                  </a:cubicBezTo>
                  <a:cubicBezTo>
                    <a:pt x="9" y="410"/>
                    <a:pt x="0" y="418"/>
                    <a:pt x="0" y="429"/>
                  </a:cubicBezTo>
                  <a:cubicBezTo>
                    <a:pt x="0" y="650"/>
                    <a:pt x="0" y="650"/>
                    <a:pt x="0" y="650"/>
                  </a:cubicBezTo>
                  <a:cubicBezTo>
                    <a:pt x="0" y="660"/>
                    <a:pt x="9" y="669"/>
                    <a:pt x="19" y="669"/>
                  </a:cubicBezTo>
                  <a:cubicBezTo>
                    <a:pt x="83" y="669"/>
                    <a:pt x="83" y="669"/>
                    <a:pt x="83" y="669"/>
                  </a:cubicBezTo>
                  <a:cubicBezTo>
                    <a:pt x="112" y="669"/>
                    <a:pt x="131" y="688"/>
                    <a:pt x="138" y="706"/>
                  </a:cubicBezTo>
                  <a:cubicBezTo>
                    <a:pt x="145" y="724"/>
                    <a:pt x="146" y="750"/>
                    <a:pt x="125" y="771"/>
                  </a:cubicBezTo>
                  <a:cubicBezTo>
                    <a:pt x="80" y="816"/>
                    <a:pt x="80" y="816"/>
                    <a:pt x="80" y="816"/>
                  </a:cubicBezTo>
                  <a:cubicBezTo>
                    <a:pt x="77" y="820"/>
                    <a:pt x="75" y="824"/>
                    <a:pt x="75" y="829"/>
                  </a:cubicBezTo>
                  <a:cubicBezTo>
                    <a:pt x="75" y="834"/>
                    <a:pt x="77" y="839"/>
                    <a:pt x="80" y="843"/>
                  </a:cubicBezTo>
                  <a:cubicBezTo>
                    <a:pt x="237" y="999"/>
                    <a:pt x="237" y="999"/>
                    <a:pt x="237" y="999"/>
                  </a:cubicBezTo>
                  <a:cubicBezTo>
                    <a:pt x="244" y="1007"/>
                    <a:pt x="256" y="1007"/>
                    <a:pt x="263" y="999"/>
                  </a:cubicBezTo>
                  <a:cubicBezTo>
                    <a:pt x="308" y="954"/>
                    <a:pt x="308" y="954"/>
                    <a:pt x="308" y="954"/>
                  </a:cubicBezTo>
                  <a:cubicBezTo>
                    <a:pt x="329" y="933"/>
                    <a:pt x="356" y="934"/>
                    <a:pt x="374" y="941"/>
                  </a:cubicBezTo>
                  <a:cubicBezTo>
                    <a:pt x="392" y="949"/>
                    <a:pt x="411" y="967"/>
                    <a:pt x="411" y="997"/>
                  </a:cubicBezTo>
                  <a:cubicBezTo>
                    <a:pt x="411" y="1060"/>
                    <a:pt x="411" y="1060"/>
                    <a:pt x="411" y="1060"/>
                  </a:cubicBezTo>
                  <a:cubicBezTo>
                    <a:pt x="411" y="1071"/>
                    <a:pt x="419" y="1079"/>
                    <a:pt x="429" y="1079"/>
                  </a:cubicBezTo>
                  <a:cubicBezTo>
                    <a:pt x="651" y="1079"/>
                    <a:pt x="651" y="1079"/>
                    <a:pt x="651" y="1079"/>
                  </a:cubicBezTo>
                  <a:cubicBezTo>
                    <a:pt x="661" y="1079"/>
                    <a:pt x="670" y="1071"/>
                    <a:pt x="670" y="1060"/>
                  </a:cubicBezTo>
                  <a:cubicBezTo>
                    <a:pt x="670" y="997"/>
                    <a:pt x="670" y="997"/>
                    <a:pt x="670" y="997"/>
                  </a:cubicBezTo>
                  <a:cubicBezTo>
                    <a:pt x="670" y="967"/>
                    <a:pt x="689" y="949"/>
                    <a:pt x="707" y="941"/>
                  </a:cubicBezTo>
                  <a:cubicBezTo>
                    <a:pt x="725" y="934"/>
                    <a:pt x="751" y="933"/>
                    <a:pt x="772" y="954"/>
                  </a:cubicBezTo>
                  <a:cubicBezTo>
                    <a:pt x="817" y="999"/>
                    <a:pt x="817" y="999"/>
                    <a:pt x="817" y="999"/>
                  </a:cubicBezTo>
                  <a:cubicBezTo>
                    <a:pt x="824" y="1007"/>
                    <a:pt x="836" y="1007"/>
                    <a:pt x="843" y="999"/>
                  </a:cubicBezTo>
                  <a:cubicBezTo>
                    <a:pt x="1000" y="843"/>
                    <a:pt x="1000" y="843"/>
                    <a:pt x="1000" y="843"/>
                  </a:cubicBezTo>
                  <a:cubicBezTo>
                    <a:pt x="1004" y="839"/>
                    <a:pt x="1006" y="834"/>
                    <a:pt x="1006" y="829"/>
                  </a:cubicBezTo>
                  <a:cubicBezTo>
                    <a:pt x="1006" y="824"/>
                    <a:pt x="1004" y="820"/>
                    <a:pt x="1000" y="816"/>
                  </a:cubicBezTo>
                  <a:cubicBezTo>
                    <a:pt x="955" y="771"/>
                    <a:pt x="955" y="771"/>
                    <a:pt x="955" y="771"/>
                  </a:cubicBezTo>
                  <a:cubicBezTo>
                    <a:pt x="934" y="750"/>
                    <a:pt x="935" y="724"/>
                    <a:pt x="942" y="706"/>
                  </a:cubicBezTo>
                  <a:cubicBezTo>
                    <a:pt x="950" y="688"/>
                    <a:pt x="968" y="669"/>
                    <a:pt x="998" y="669"/>
                  </a:cubicBezTo>
                  <a:cubicBezTo>
                    <a:pt x="1061" y="669"/>
                    <a:pt x="1061" y="669"/>
                    <a:pt x="1061" y="669"/>
                  </a:cubicBezTo>
                  <a:cubicBezTo>
                    <a:pt x="1071" y="669"/>
                    <a:pt x="1080" y="660"/>
                    <a:pt x="1080" y="650"/>
                  </a:cubicBezTo>
                  <a:cubicBezTo>
                    <a:pt x="1080" y="429"/>
                    <a:pt x="1080" y="429"/>
                    <a:pt x="1080" y="429"/>
                  </a:cubicBezTo>
                  <a:cubicBezTo>
                    <a:pt x="1080" y="418"/>
                    <a:pt x="1071" y="410"/>
                    <a:pt x="1061" y="410"/>
                  </a:cubicBezTo>
                  <a:close/>
                  <a:moveTo>
                    <a:pt x="1043" y="631"/>
                  </a:moveTo>
                  <a:cubicBezTo>
                    <a:pt x="998" y="631"/>
                    <a:pt x="998" y="631"/>
                    <a:pt x="998" y="631"/>
                  </a:cubicBezTo>
                  <a:cubicBezTo>
                    <a:pt x="958" y="631"/>
                    <a:pt x="923" y="654"/>
                    <a:pt x="908" y="692"/>
                  </a:cubicBezTo>
                  <a:cubicBezTo>
                    <a:pt x="892" y="729"/>
                    <a:pt x="900" y="769"/>
                    <a:pt x="929" y="798"/>
                  </a:cubicBezTo>
                  <a:cubicBezTo>
                    <a:pt x="961" y="829"/>
                    <a:pt x="961" y="829"/>
                    <a:pt x="961" y="829"/>
                  </a:cubicBezTo>
                  <a:cubicBezTo>
                    <a:pt x="830" y="960"/>
                    <a:pt x="830" y="960"/>
                    <a:pt x="830" y="960"/>
                  </a:cubicBezTo>
                  <a:cubicBezTo>
                    <a:pt x="799" y="928"/>
                    <a:pt x="799" y="928"/>
                    <a:pt x="799" y="928"/>
                  </a:cubicBezTo>
                  <a:cubicBezTo>
                    <a:pt x="770" y="900"/>
                    <a:pt x="730" y="892"/>
                    <a:pt x="692" y="907"/>
                  </a:cubicBezTo>
                  <a:cubicBezTo>
                    <a:pt x="655" y="922"/>
                    <a:pt x="632" y="957"/>
                    <a:pt x="632" y="997"/>
                  </a:cubicBezTo>
                  <a:cubicBezTo>
                    <a:pt x="632" y="1042"/>
                    <a:pt x="632" y="1042"/>
                    <a:pt x="632" y="1042"/>
                  </a:cubicBezTo>
                  <a:cubicBezTo>
                    <a:pt x="448" y="1042"/>
                    <a:pt x="448" y="1042"/>
                    <a:pt x="448" y="1042"/>
                  </a:cubicBezTo>
                  <a:cubicBezTo>
                    <a:pt x="448" y="997"/>
                    <a:pt x="448" y="997"/>
                    <a:pt x="448" y="997"/>
                  </a:cubicBezTo>
                  <a:cubicBezTo>
                    <a:pt x="448" y="957"/>
                    <a:pt x="425" y="922"/>
                    <a:pt x="388" y="907"/>
                  </a:cubicBezTo>
                  <a:cubicBezTo>
                    <a:pt x="351" y="892"/>
                    <a:pt x="310" y="900"/>
                    <a:pt x="282" y="928"/>
                  </a:cubicBezTo>
                  <a:cubicBezTo>
                    <a:pt x="250" y="960"/>
                    <a:pt x="250" y="960"/>
                    <a:pt x="250" y="960"/>
                  </a:cubicBezTo>
                  <a:cubicBezTo>
                    <a:pt x="120" y="829"/>
                    <a:pt x="120" y="829"/>
                    <a:pt x="120" y="829"/>
                  </a:cubicBezTo>
                  <a:cubicBezTo>
                    <a:pt x="151" y="798"/>
                    <a:pt x="151" y="798"/>
                    <a:pt x="151" y="798"/>
                  </a:cubicBezTo>
                  <a:cubicBezTo>
                    <a:pt x="180" y="769"/>
                    <a:pt x="188" y="729"/>
                    <a:pt x="173" y="692"/>
                  </a:cubicBezTo>
                  <a:cubicBezTo>
                    <a:pt x="157" y="654"/>
                    <a:pt x="123" y="631"/>
                    <a:pt x="83" y="631"/>
                  </a:cubicBezTo>
                  <a:cubicBezTo>
                    <a:pt x="38" y="631"/>
                    <a:pt x="38" y="631"/>
                    <a:pt x="38" y="631"/>
                  </a:cubicBezTo>
                  <a:cubicBezTo>
                    <a:pt x="38" y="447"/>
                    <a:pt x="38" y="447"/>
                    <a:pt x="38" y="447"/>
                  </a:cubicBezTo>
                  <a:cubicBezTo>
                    <a:pt x="83" y="447"/>
                    <a:pt x="83" y="447"/>
                    <a:pt x="83" y="447"/>
                  </a:cubicBezTo>
                  <a:cubicBezTo>
                    <a:pt x="123" y="447"/>
                    <a:pt x="157" y="424"/>
                    <a:pt x="173" y="387"/>
                  </a:cubicBezTo>
                  <a:cubicBezTo>
                    <a:pt x="188" y="350"/>
                    <a:pt x="180" y="309"/>
                    <a:pt x="151" y="281"/>
                  </a:cubicBezTo>
                  <a:cubicBezTo>
                    <a:pt x="120" y="249"/>
                    <a:pt x="120" y="249"/>
                    <a:pt x="120" y="249"/>
                  </a:cubicBezTo>
                  <a:cubicBezTo>
                    <a:pt x="250" y="119"/>
                    <a:pt x="250" y="119"/>
                    <a:pt x="250" y="119"/>
                  </a:cubicBezTo>
                  <a:cubicBezTo>
                    <a:pt x="282" y="151"/>
                    <a:pt x="282" y="151"/>
                    <a:pt x="282" y="151"/>
                  </a:cubicBezTo>
                  <a:cubicBezTo>
                    <a:pt x="310" y="179"/>
                    <a:pt x="351" y="187"/>
                    <a:pt x="388" y="172"/>
                  </a:cubicBezTo>
                  <a:cubicBezTo>
                    <a:pt x="425" y="156"/>
                    <a:pt x="448" y="122"/>
                    <a:pt x="448" y="82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632" y="37"/>
                    <a:pt x="632" y="37"/>
                    <a:pt x="632" y="37"/>
                  </a:cubicBezTo>
                  <a:cubicBezTo>
                    <a:pt x="632" y="82"/>
                    <a:pt x="632" y="82"/>
                    <a:pt x="632" y="82"/>
                  </a:cubicBezTo>
                  <a:cubicBezTo>
                    <a:pt x="632" y="122"/>
                    <a:pt x="655" y="156"/>
                    <a:pt x="692" y="172"/>
                  </a:cubicBezTo>
                  <a:cubicBezTo>
                    <a:pt x="729" y="187"/>
                    <a:pt x="770" y="179"/>
                    <a:pt x="799" y="151"/>
                  </a:cubicBezTo>
                  <a:cubicBezTo>
                    <a:pt x="830" y="119"/>
                    <a:pt x="830" y="119"/>
                    <a:pt x="830" y="119"/>
                  </a:cubicBezTo>
                  <a:cubicBezTo>
                    <a:pt x="961" y="249"/>
                    <a:pt x="961" y="249"/>
                    <a:pt x="961" y="249"/>
                  </a:cubicBezTo>
                  <a:cubicBezTo>
                    <a:pt x="929" y="281"/>
                    <a:pt x="929" y="281"/>
                    <a:pt x="929" y="281"/>
                  </a:cubicBezTo>
                  <a:cubicBezTo>
                    <a:pt x="900" y="309"/>
                    <a:pt x="892" y="350"/>
                    <a:pt x="908" y="387"/>
                  </a:cubicBezTo>
                  <a:cubicBezTo>
                    <a:pt x="923" y="424"/>
                    <a:pt x="958" y="447"/>
                    <a:pt x="998" y="447"/>
                  </a:cubicBezTo>
                  <a:cubicBezTo>
                    <a:pt x="1043" y="447"/>
                    <a:pt x="1043" y="447"/>
                    <a:pt x="1043" y="447"/>
                  </a:cubicBezTo>
                  <a:lnTo>
                    <a:pt x="1043" y="631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7" name="Freeform 10"/>
            <p:cNvSpPr>
              <a:spLocks noEditPoints="1"/>
            </p:cNvSpPr>
            <p:nvPr/>
          </p:nvSpPr>
          <p:spPr bwMode="auto">
            <a:xfrm>
              <a:off x="10924169" y="2281499"/>
              <a:ext cx="164919" cy="165937"/>
            </a:xfrm>
            <a:custGeom>
              <a:avLst/>
              <a:gdLst>
                <a:gd name="T0" fmla="*/ 174 w 349"/>
                <a:gd name="T1" fmla="*/ 0 h 349"/>
                <a:gd name="T2" fmla="*/ 0 w 349"/>
                <a:gd name="T3" fmla="*/ 174 h 349"/>
                <a:gd name="T4" fmla="*/ 174 w 349"/>
                <a:gd name="T5" fmla="*/ 349 h 349"/>
                <a:gd name="T6" fmla="*/ 349 w 349"/>
                <a:gd name="T7" fmla="*/ 174 h 349"/>
                <a:gd name="T8" fmla="*/ 174 w 349"/>
                <a:gd name="T9" fmla="*/ 0 h 349"/>
                <a:gd name="T10" fmla="*/ 174 w 349"/>
                <a:gd name="T11" fmla="*/ 312 h 349"/>
                <a:gd name="T12" fmla="*/ 37 w 349"/>
                <a:gd name="T13" fmla="*/ 174 h 349"/>
                <a:gd name="T14" fmla="*/ 174 w 349"/>
                <a:gd name="T15" fmla="*/ 37 h 349"/>
                <a:gd name="T16" fmla="*/ 311 w 349"/>
                <a:gd name="T17" fmla="*/ 174 h 349"/>
                <a:gd name="T18" fmla="*/ 174 w 349"/>
                <a:gd name="T19" fmla="*/ 312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9" h="349">
                  <a:moveTo>
                    <a:pt x="174" y="0"/>
                  </a:moveTo>
                  <a:cubicBezTo>
                    <a:pt x="78" y="0"/>
                    <a:pt x="0" y="78"/>
                    <a:pt x="0" y="174"/>
                  </a:cubicBezTo>
                  <a:cubicBezTo>
                    <a:pt x="0" y="271"/>
                    <a:pt x="78" y="349"/>
                    <a:pt x="174" y="349"/>
                  </a:cubicBezTo>
                  <a:cubicBezTo>
                    <a:pt x="270" y="349"/>
                    <a:pt x="349" y="271"/>
                    <a:pt x="349" y="174"/>
                  </a:cubicBezTo>
                  <a:cubicBezTo>
                    <a:pt x="349" y="78"/>
                    <a:pt x="270" y="0"/>
                    <a:pt x="174" y="0"/>
                  </a:cubicBezTo>
                  <a:close/>
                  <a:moveTo>
                    <a:pt x="174" y="312"/>
                  </a:moveTo>
                  <a:cubicBezTo>
                    <a:pt x="98" y="312"/>
                    <a:pt x="37" y="250"/>
                    <a:pt x="37" y="174"/>
                  </a:cubicBezTo>
                  <a:cubicBezTo>
                    <a:pt x="37" y="99"/>
                    <a:pt x="98" y="37"/>
                    <a:pt x="174" y="37"/>
                  </a:cubicBezTo>
                  <a:cubicBezTo>
                    <a:pt x="250" y="37"/>
                    <a:pt x="311" y="99"/>
                    <a:pt x="311" y="174"/>
                  </a:cubicBezTo>
                  <a:cubicBezTo>
                    <a:pt x="311" y="250"/>
                    <a:pt x="250" y="312"/>
                    <a:pt x="174" y="312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7382059" y="1430198"/>
            <a:ext cx="2728249" cy="3299145"/>
            <a:chOff x="6841925" y="1731770"/>
            <a:chExt cx="3410354" cy="4123983"/>
          </a:xfrm>
        </p:grpSpPr>
        <p:sp>
          <p:nvSpPr>
            <p:cNvPr id="25" name="Oval 18"/>
            <p:cNvSpPr>
              <a:spLocks noChangeArrowheads="1"/>
            </p:cNvSpPr>
            <p:nvPr/>
          </p:nvSpPr>
          <p:spPr bwMode="auto">
            <a:xfrm>
              <a:off x="9443974" y="2638823"/>
              <a:ext cx="90603" cy="9060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375767" y="2788471"/>
              <a:ext cx="227018" cy="83477"/>
            </a:xfrm>
            <a:custGeom>
              <a:avLst/>
              <a:gdLst>
                <a:gd name="T0" fmla="*/ 480 w 480"/>
                <a:gd name="T1" fmla="*/ 120 h 176"/>
                <a:gd name="T2" fmla="*/ 359 w 480"/>
                <a:gd name="T3" fmla="*/ 0 h 176"/>
                <a:gd name="T4" fmla="*/ 121 w 480"/>
                <a:gd name="T5" fmla="*/ 0 h 176"/>
                <a:gd name="T6" fmla="*/ 0 w 480"/>
                <a:gd name="T7" fmla="*/ 120 h 176"/>
                <a:gd name="T8" fmla="*/ 0 w 480"/>
                <a:gd name="T9" fmla="*/ 176 h 176"/>
                <a:gd name="T10" fmla="*/ 480 w 480"/>
                <a:gd name="T11" fmla="*/ 176 h 176"/>
                <a:gd name="T12" fmla="*/ 480 w 480"/>
                <a:gd name="T13" fmla="*/ 12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0" h="176">
                  <a:moveTo>
                    <a:pt x="480" y="120"/>
                  </a:moveTo>
                  <a:cubicBezTo>
                    <a:pt x="480" y="54"/>
                    <a:pt x="426" y="0"/>
                    <a:pt x="359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54" y="0"/>
                    <a:pt x="0" y="54"/>
                    <a:pt x="0" y="120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480" y="176"/>
                    <a:pt x="480" y="176"/>
                    <a:pt x="480" y="176"/>
                  </a:cubicBezTo>
                  <a:lnTo>
                    <a:pt x="480" y="1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9309596" y="4620900"/>
              <a:ext cx="357324" cy="358342"/>
            </a:xfrm>
            <a:custGeom>
              <a:avLst/>
              <a:gdLst>
                <a:gd name="T0" fmla="*/ 378 w 755"/>
                <a:gd name="T1" fmla="*/ 0 h 756"/>
                <a:gd name="T2" fmla="*/ 0 w 755"/>
                <a:gd name="T3" fmla="*/ 378 h 756"/>
                <a:gd name="T4" fmla="*/ 378 w 755"/>
                <a:gd name="T5" fmla="*/ 756 h 756"/>
                <a:gd name="T6" fmla="*/ 755 w 755"/>
                <a:gd name="T7" fmla="*/ 378 h 756"/>
                <a:gd name="T8" fmla="*/ 378 w 755"/>
                <a:gd name="T9" fmla="*/ 0 h 756"/>
                <a:gd name="T10" fmla="*/ 346 w 755"/>
                <a:gd name="T11" fmla="*/ 346 h 756"/>
                <a:gd name="T12" fmla="*/ 386 w 755"/>
                <a:gd name="T13" fmla="*/ 362 h 756"/>
                <a:gd name="T14" fmla="*/ 448 w 755"/>
                <a:gd name="T15" fmla="*/ 390 h 756"/>
                <a:gd name="T16" fmla="*/ 471 w 755"/>
                <a:gd name="T17" fmla="*/ 494 h 756"/>
                <a:gd name="T18" fmla="*/ 398 w 755"/>
                <a:gd name="T19" fmla="*/ 560 h 756"/>
                <a:gd name="T20" fmla="*/ 398 w 755"/>
                <a:gd name="T21" fmla="*/ 625 h 756"/>
                <a:gd name="T22" fmla="*/ 361 w 755"/>
                <a:gd name="T23" fmla="*/ 625 h 756"/>
                <a:gd name="T24" fmla="*/ 360 w 755"/>
                <a:gd name="T25" fmla="*/ 561 h 756"/>
                <a:gd name="T26" fmla="*/ 309 w 755"/>
                <a:gd name="T27" fmla="*/ 539 h 756"/>
                <a:gd name="T28" fmla="*/ 277 w 755"/>
                <a:gd name="T29" fmla="*/ 465 h 756"/>
                <a:gd name="T30" fmla="*/ 314 w 755"/>
                <a:gd name="T31" fmla="*/ 464 h 756"/>
                <a:gd name="T32" fmla="*/ 333 w 755"/>
                <a:gd name="T33" fmla="*/ 511 h 756"/>
                <a:gd name="T34" fmla="*/ 379 w 755"/>
                <a:gd name="T35" fmla="*/ 526 h 756"/>
                <a:gd name="T36" fmla="*/ 436 w 755"/>
                <a:gd name="T37" fmla="*/ 481 h 756"/>
                <a:gd name="T38" fmla="*/ 423 w 755"/>
                <a:gd name="T39" fmla="*/ 418 h 756"/>
                <a:gd name="T40" fmla="*/ 377 w 755"/>
                <a:gd name="T41" fmla="*/ 398 h 756"/>
                <a:gd name="T42" fmla="*/ 325 w 755"/>
                <a:gd name="T43" fmla="*/ 377 h 756"/>
                <a:gd name="T44" fmla="*/ 283 w 755"/>
                <a:gd name="T45" fmla="*/ 265 h 756"/>
                <a:gd name="T46" fmla="*/ 358 w 755"/>
                <a:gd name="T47" fmla="*/ 196 h 756"/>
                <a:gd name="T48" fmla="*/ 357 w 755"/>
                <a:gd name="T49" fmla="*/ 131 h 756"/>
                <a:gd name="T50" fmla="*/ 395 w 755"/>
                <a:gd name="T51" fmla="*/ 131 h 756"/>
                <a:gd name="T52" fmla="*/ 395 w 755"/>
                <a:gd name="T53" fmla="*/ 194 h 756"/>
                <a:gd name="T54" fmla="*/ 451 w 755"/>
                <a:gd name="T55" fmla="*/ 220 h 756"/>
                <a:gd name="T56" fmla="*/ 478 w 755"/>
                <a:gd name="T57" fmla="*/ 289 h 756"/>
                <a:gd name="T58" fmla="*/ 459 w 755"/>
                <a:gd name="T59" fmla="*/ 289 h 756"/>
                <a:gd name="T60" fmla="*/ 441 w 755"/>
                <a:gd name="T61" fmla="*/ 288 h 756"/>
                <a:gd name="T62" fmla="*/ 425 w 755"/>
                <a:gd name="T63" fmla="*/ 246 h 756"/>
                <a:gd name="T64" fmla="*/ 379 w 755"/>
                <a:gd name="T65" fmla="*/ 230 h 756"/>
                <a:gd name="T66" fmla="*/ 319 w 755"/>
                <a:gd name="T67" fmla="*/ 276 h 756"/>
                <a:gd name="T68" fmla="*/ 346 w 755"/>
                <a:gd name="T69" fmla="*/ 346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55" h="756">
                  <a:moveTo>
                    <a:pt x="378" y="0"/>
                  </a:moveTo>
                  <a:cubicBezTo>
                    <a:pt x="169" y="0"/>
                    <a:pt x="0" y="170"/>
                    <a:pt x="0" y="378"/>
                  </a:cubicBezTo>
                  <a:cubicBezTo>
                    <a:pt x="0" y="586"/>
                    <a:pt x="169" y="756"/>
                    <a:pt x="378" y="756"/>
                  </a:cubicBezTo>
                  <a:cubicBezTo>
                    <a:pt x="586" y="756"/>
                    <a:pt x="755" y="586"/>
                    <a:pt x="755" y="378"/>
                  </a:cubicBezTo>
                  <a:cubicBezTo>
                    <a:pt x="755" y="170"/>
                    <a:pt x="586" y="0"/>
                    <a:pt x="378" y="0"/>
                  </a:cubicBezTo>
                  <a:close/>
                  <a:moveTo>
                    <a:pt x="346" y="346"/>
                  </a:moveTo>
                  <a:cubicBezTo>
                    <a:pt x="357" y="354"/>
                    <a:pt x="371" y="358"/>
                    <a:pt x="386" y="362"/>
                  </a:cubicBezTo>
                  <a:cubicBezTo>
                    <a:pt x="407" y="368"/>
                    <a:pt x="429" y="374"/>
                    <a:pt x="448" y="390"/>
                  </a:cubicBezTo>
                  <a:cubicBezTo>
                    <a:pt x="477" y="416"/>
                    <a:pt x="486" y="455"/>
                    <a:pt x="471" y="494"/>
                  </a:cubicBezTo>
                  <a:cubicBezTo>
                    <a:pt x="458" y="529"/>
                    <a:pt x="430" y="553"/>
                    <a:pt x="398" y="560"/>
                  </a:cubicBezTo>
                  <a:cubicBezTo>
                    <a:pt x="398" y="625"/>
                    <a:pt x="398" y="625"/>
                    <a:pt x="398" y="625"/>
                  </a:cubicBezTo>
                  <a:cubicBezTo>
                    <a:pt x="361" y="625"/>
                    <a:pt x="361" y="625"/>
                    <a:pt x="361" y="625"/>
                  </a:cubicBezTo>
                  <a:cubicBezTo>
                    <a:pt x="360" y="561"/>
                    <a:pt x="360" y="561"/>
                    <a:pt x="360" y="561"/>
                  </a:cubicBezTo>
                  <a:cubicBezTo>
                    <a:pt x="340" y="559"/>
                    <a:pt x="323" y="551"/>
                    <a:pt x="309" y="539"/>
                  </a:cubicBezTo>
                  <a:cubicBezTo>
                    <a:pt x="288" y="522"/>
                    <a:pt x="277" y="496"/>
                    <a:pt x="277" y="465"/>
                  </a:cubicBezTo>
                  <a:cubicBezTo>
                    <a:pt x="314" y="464"/>
                    <a:pt x="314" y="464"/>
                    <a:pt x="314" y="464"/>
                  </a:cubicBezTo>
                  <a:cubicBezTo>
                    <a:pt x="315" y="485"/>
                    <a:pt x="321" y="500"/>
                    <a:pt x="333" y="511"/>
                  </a:cubicBezTo>
                  <a:cubicBezTo>
                    <a:pt x="344" y="520"/>
                    <a:pt x="362" y="526"/>
                    <a:pt x="379" y="526"/>
                  </a:cubicBezTo>
                  <a:cubicBezTo>
                    <a:pt x="407" y="525"/>
                    <a:pt x="428" y="503"/>
                    <a:pt x="436" y="481"/>
                  </a:cubicBezTo>
                  <a:cubicBezTo>
                    <a:pt x="445" y="457"/>
                    <a:pt x="440" y="433"/>
                    <a:pt x="423" y="418"/>
                  </a:cubicBezTo>
                  <a:cubicBezTo>
                    <a:pt x="411" y="407"/>
                    <a:pt x="394" y="403"/>
                    <a:pt x="377" y="398"/>
                  </a:cubicBezTo>
                  <a:cubicBezTo>
                    <a:pt x="359" y="393"/>
                    <a:pt x="341" y="388"/>
                    <a:pt x="325" y="377"/>
                  </a:cubicBezTo>
                  <a:cubicBezTo>
                    <a:pt x="286" y="351"/>
                    <a:pt x="270" y="309"/>
                    <a:pt x="283" y="265"/>
                  </a:cubicBezTo>
                  <a:cubicBezTo>
                    <a:pt x="294" y="229"/>
                    <a:pt x="323" y="203"/>
                    <a:pt x="358" y="196"/>
                  </a:cubicBezTo>
                  <a:cubicBezTo>
                    <a:pt x="357" y="131"/>
                    <a:pt x="357" y="131"/>
                    <a:pt x="357" y="131"/>
                  </a:cubicBezTo>
                  <a:cubicBezTo>
                    <a:pt x="395" y="131"/>
                    <a:pt x="395" y="131"/>
                    <a:pt x="395" y="131"/>
                  </a:cubicBezTo>
                  <a:cubicBezTo>
                    <a:pt x="395" y="194"/>
                    <a:pt x="395" y="194"/>
                    <a:pt x="395" y="194"/>
                  </a:cubicBezTo>
                  <a:cubicBezTo>
                    <a:pt x="418" y="197"/>
                    <a:pt x="437" y="205"/>
                    <a:pt x="451" y="220"/>
                  </a:cubicBezTo>
                  <a:cubicBezTo>
                    <a:pt x="479" y="248"/>
                    <a:pt x="478" y="288"/>
                    <a:pt x="478" y="289"/>
                  </a:cubicBezTo>
                  <a:cubicBezTo>
                    <a:pt x="459" y="289"/>
                    <a:pt x="459" y="289"/>
                    <a:pt x="459" y="289"/>
                  </a:cubicBezTo>
                  <a:cubicBezTo>
                    <a:pt x="441" y="288"/>
                    <a:pt x="441" y="288"/>
                    <a:pt x="441" y="288"/>
                  </a:cubicBezTo>
                  <a:cubicBezTo>
                    <a:pt x="441" y="288"/>
                    <a:pt x="441" y="262"/>
                    <a:pt x="425" y="246"/>
                  </a:cubicBezTo>
                  <a:cubicBezTo>
                    <a:pt x="414" y="235"/>
                    <a:pt x="398" y="230"/>
                    <a:pt x="379" y="230"/>
                  </a:cubicBezTo>
                  <a:cubicBezTo>
                    <a:pt x="347" y="231"/>
                    <a:pt x="326" y="254"/>
                    <a:pt x="319" y="276"/>
                  </a:cubicBezTo>
                  <a:cubicBezTo>
                    <a:pt x="311" y="303"/>
                    <a:pt x="321" y="330"/>
                    <a:pt x="346" y="346"/>
                  </a:cubicBezTo>
                  <a:close/>
                </a:path>
              </a:pathLst>
            </a:custGeom>
            <a:solidFill>
              <a:srgbClr val="FFD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28" name="Freeform 21"/>
            <p:cNvSpPr/>
            <p:nvPr/>
          </p:nvSpPr>
          <p:spPr bwMode="auto">
            <a:xfrm>
              <a:off x="7633942" y="2005617"/>
              <a:ext cx="700395" cy="935557"/>
            </a:xfrm>
            <a:custGeom>
              <a:avLst/>
              <a:gdLst>
                <a:gd name="T0" fmla="*/ 382 w 1478"/>
                <a:gd name="T1" fmla="*/ 298 h 1975"/>
                <a:gd name="T2" fmla="*/ 401 w 1478"/>
                <a:gd name="T3" fmla="*/ 279 h 1975"/>
                <a:gd name="T4" fmla="*/ 1478 w 1478"/>
                <a:gd name="T5" fmla="*/ 279 h 1975"/>
                <a:gd name="T6" fmla="*/ 1478 w 1478"/>
                <a:gd name="T7" fmla="*/ 0 h 1975"/>
                <a:gd name="T8" fmla="*/ 0 w 1478"/>
                <a:gd name="T9" fmla="*/ 0 h 1975"/>
                <a:gd name="T10" fmla="*/ 0 w 1478"/>
                <a:gd name="T11" fmla="*/ 1975 h 1975"/>
                <a:gd name="T12" fmla="*/ 382 w 1478"/>
                <a:gd name="T13" fmla="*/ 1975 h 1975"/>
                <a:gd name="T14" fmla="*/ 382 w 1478"/>
                <a:gd name="T15" fmla="*/ 298 h 1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78" h="1975">
                  <a:moveTo>
                    <a:pt x="382" y="298"/>
                  </a:moveTo>
                  <a:cubicBezTo>
                    <a:pt x="382" y="288"/>
                    <a:pt x="391" y="279"/>
                    <a:pt x="401" y="279"/>
                  </a:cubicBezTo>
                  <a:cubicBezTo>
                    <a:pt x="1478" y="279"/>
                    <a:pt x="1478" y="279"/>
                    <a:pt x="1478" y="279"/>
                  </a:cubicBezTo>
                  <a:cubicBezTo>
                    <a:pt x="1478" y="0"/>
                    <a:pt x="1478" y="0"/>
                    <a:pt x="147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75"/>
                    <a:pt x="0" y="1975"/>
                    <a:pt x="0" y="1975"/>
                  </a:cubicBezTo>
                  <a:cubicBezTo>
                    <a:pt x="382" y="1975"/>
                    <a:pt x="382" y="1975"/>
                    <a:pt x="382" y="1975"/>
                  </a:cubicBezTo>
                  <a:lnTo>
                    <a:pt x="382" y="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8351643" y="1749077"/>
              <a:ext cx="1165628" cy="441819"/>
            </a:xfrm>
            <a:custGeom>
              <a:avLst/>
              <a:gdLst>
                <a:gd name="T0" fmla="*/ 2462 w 2462"/>
                <a:gd name="T1" fmla="*/ 261 h 932"/>
                <a:gd name="T2" fmla="*/ 1573 w 2462"/>
                <a:gd name="T3" fmla="*/ 261 h 932"/>
                <a:gd name="T4" fmla="*/ 1555 w 2462"/>
                <a:gd name="T5" fmla="*/ 247 h 932"/>
                <a:gd name="T6" fmla="*/ 1231 w 2462"/>
                <a:gd name="T7" fmla="*/ 0 h 932"/>
                <a:gd name="T8" fmla="*/ 908 w 2462"/>
                <a:gd name="T9" fmla="*/ 247 h 932"/>
                <a:gd name="T10" fmla="*/ 890 w 2462"/>
                <a:gd name="T11" fmla="*/ 261 h 932"/>
                <a:gd name="T12" fmla="*/ 0 w 2462"/>
                <a:gd name="T13" fmla="*/ 261 h 932"/>
                <a:gd name="T14" fmla="*/ 0 w 2462"/>
                <a:gd name="T15" fmla="*/ 932 h 932"/>
                <a:gd name="T16" fmla="*/ 2462 w 2462"/>
                <a:gd name="T17" fmla="*/ 932 h 932"/>
                <a:gd name="T18" fmla="*/ 2462 w 2462"/>
                <a:gd name="T19" fmla="*/ 261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62" h="932">
                  <a:moveTo>
                    <a:pt x="2462" y="261"/>
                  </a:moveTo>
                  <a:cubicBezTo>
                    <a:pt x="1573" y="261"/>
                    <a:pt x="1573" y="261"/>
                    <a:pt x="1573" y="261"/>
                  </a:cubicBezTo>
                  <a:cubicBezTo>
                    <a:pt x="1564" y="261"/>
                    <a:pt x="1557" y="255"/>
                    <a:pt x="1555" y="247"/>
                  </a:cubicBezTo>
                  <a:cubicBezTo>
                    <a:pt x="1515" y="101"/>
                    <a:pt x="1382" y="0"/>
                    <a:pt x="1231" y="0"/>
                  </a:cubicBezTo>
                  <a:cubicBezTo>
                    <a:pt x="1080" y="0"/>
                    <a:pt x="947" y="101"/>
                    <a:pt x="908" y="247"/>
                  </a:cubicBezTo>
                  <a:cubicBezTo>
                    <a:pt x="905" y="255"/>
                    <a:pt x="898" y="261"/>
                    <a:pt x="890" y="261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932"/>
                    <a:pt x="0" y="932"/>
                    <a:pt x="0" y="932"/>
                  </a:cubicBezTo>
                  <a:cubicBezTo>
                    <a:pt x="2462" y="932"/>
                    <a:pt x="2462" y="932"/>
                    <a:pt x="2462" y="932"/>
                  </a:cubicBezTo>
                  <a:lnTo>
                    <a:pt x="2462" y="261"/>
                  </a:lnTo>
                  <a:close/>
                </a:path>
              </a:pathLst>
            </a:custGeom>
            <a:solidFill>
              <a:srgbClr val="FFD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7833473" y="2156283"/>
              <a:ext cx="2201969" cy="3135489"/>
            </a:xfrm>
            <a:custGeom>
              <a:avLst/>
              <a:gdLst>
                <a:gd name="T0" fmla="*/ 1058 w 4653"/>
                <a:gd name="T1" fmla="*/ 0 h 6620"/>
                <a:gd name="T2" fmla="*/ 0 w 4653"/>
                <a:gd name="T3" fmla="*/ 0 h 6620"/>
                <a:gd name="T4" fmla="*/ 0 w 4653"/>
                <a:gd name="T5" fmla="*/ 1658 h 6620"/>
                <a:gd name="T6" fmla="*/ 2270 w 4653"/>
                <a:gd name="T7" fmla="*/ 1658 h 6620"/>
                <a:gd name="T8" fmla="*/ 2718 w 4653"/>
                <a:gd name="T9" fmla="*/ 2107 h 6620"/>
                <a:gd name="T10" fmla="*/ 2718 w 4653"/>
                <a:gd name="T11" fmla="*/ 6620 h 6620"/>
                <a:gd name="T12" fmla="*/ 4653 w 4653"/>
                <a:gd name="T13" fmla="*/ 6620 h 6620"/>
                <a:gd name="T14" fmla="*/ 4653 w 4653"/>
                <a:gd name="T15" fmla="*/ 0 h 6620"/>
                <a:gd name="T16" fmla="*/ 3595 w 4653"/>
                <a:gd name="T17" fmla="*/ 0 h 6620"/>
                <a:gd name="T18" fmla="*/ 3595 w 4653"/>
                <a:gd name="T19" fmla="*/ 93 h 6620"/>
                <a:gd name="T20" fmla="*/ 3576 w 4653"/>
                <a:gd name="T21" fmla="*/ 112 h 6620"/>
                <a:gd name="T22" fmla="*/ 1077 w 4653"/>
                <a:gd name="T23" fmla="*/ 112 h 6620"/>
                <a:gd name="T24" fmla="*/ 1058 w 4653"/>
                <a:gd name="T25" fmla="*/ 93 h 6620"/>
                <a:gd name="T26" fmla="*/ 1058 w 4653"/>
                <a:gd name="T27" fmla="*/ 0 h 6620"/>
                <a:gd name="T28" fmla="*/ 3497 w 4653"/>
                <a:gd name="T29" fmla="*/ 5997 h 6620"/>
                <a:gd name="T30" fmla="*/ 3082 w 4653"/>
                <a:gd name="T31" fmla="*/ 5582 h 6620"/>
                <a:gd name="T32" fmla="*/ 3497 w 4653"/>
                <a:gd name="T33" fmla="*/ 5167 h 6620"/>
                <a:gd name="T34" fmla="*/ 3911 w 4653"/>
                <a:gd name="T35" fmla="*/ 5582 h 6620"/>
                <a:gd name="T36" fmla="*/ 3497 w 4653"/>
                <a:gd name="T37" fmla="*/ 5997 h 6620"/>
                <a:gd name="T38" fmla="*/ 3652 w 4653"/>
                <a:gd name="T39" fmla="*/ 4671 h 6620"/>
                <a:gd name="T40" fmla="*/ 3679 w 4653"/>
                <a:gd name="T41" fmla="*/ 4697 h 6620"/>
                <a:gd name="T42" fmla="*/ 3512 w 4653"/>
                <a:gd name="T43" fmla="*/ 4864 h 6620"/>
                <a:gd name="T44" fmla="*/ 3499 w 4653"/>
                <a:gd name="T45" fmla="*/ 4869 h 6620"/>
                <a:gd name="T46" fmla="*/ 3486 w 4653"/>
                <a:gd name="T47" fmla="*/ 4864 h 6620"/>
                <a:gd name="T48" fmla="*/ 3319 w 4653"/>
                <a:gd name="T49" fmla="*/ 4697 h 6620"/>
                <a:gd name="T50" fmla="*/ 3346 w 4653"/>
                <a:gd name="T51" fmla="*/ 4671 h 6620"/>
                <a:gd name="T52" fmla="*/ 3480 w 4653"/>
                <a:gd name="T53" fmla="*/ 4805 h 6620"/>
                <a:gd name="T54" fmla="*/ 3480 w 4653"/>
                <a:gd name="T55" fmla="*/ 2258 h 6620"/>
                <a:gd name="T56" fmla="*/ 3518 w 4653"/>
                <a:gd name="T57" fmla="*/ 2258 h 6620"/>
                <a:gd name="T58" fmla="*/ 3518 w 4653"/>
                <a:gd name="T59" fmla="*/ 4805 h 6620"/>
                <a:gd name="T60" fmla="*/ 3652 w 4653"/>
                <a:gd name="T61" fmla="*/ 4671 h 6620"/>
                <a:gd name="T62" fmla="*/ 3499 w 4653"/>
                <a:gd name="T63" fmla="*/ 645 h 6620"/>
                <a:gd name="T64" fmla="*/ 4146 w 4653"/>
                <a:gd name="T65" fmla="*/ 1292 h 6620"/>
                <a:gd name="T66" fmla="*/ 3499 w 4653"/>
                <a:gd name="T67" fmla="*/ 1939 h 6620"/>
                <a:gd name="T68" fmla="*/ 2852 w 4653"/>
                <a:gd name="T69" fmla="*/ 1292 h 6620"/>
                <a:gd name="T70" fmla="*/ 3499 w 4653"/>
                <a:gd name="T71" fmla="*/ 645 h 6620"/>
                <a:gd name="T72" fmla="*/ 2429 w 4653"/>
                <a:gd name="T73" fmla="*/ 1252 h 6620"/>
                <a:gd name="T74" fmla="*/ 646 w 4653"/>
                <a:gd name="T75" fmla="*/ 1252 h 6620"/>
                <a:gd name="T76" fmla="*/ 646 w 4653"/>
                <a:gd name="T77" fmla="*/ 1215 h 6620"/>
                <a:gd name="T78" fmla="*/ 2429 w 4653"/>
                <a:gd name="T79" fmla="*/ 1215 h 6620"/>
                <a:gd name="T80" fmla="*/ 2429 w 4653"/>
                <a:gd name="T81" fmla="*/ 1252 h 6620"/>
                <a:gd name="T82" fmla="*/ 2429 w 4653"/>
                <a:gd name="T83" fmla="*/ 922 h 6620"/>
                <a:gd name="T84" fmla="*/ 2429 w 4653"/>
                <a:gd name="T85" fmla="*/ 960 h 6620"/>
                <a:gd name="T86" fmla="*/ 646 w 4653"/>
                <a:gd name="T87" fmla="*/ 960 h 6620"/>
                <a:gd name="T88" fmla="*/ 646 w 4653"/>
                <a:gd name="T89" fmla="*/ 922 h 6620"/>
                <a:gd name="T90" fmla="*/ 2429 w 4653"/>
                <a:gd name="T91" fmla="*/ 922 h 6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653" h="6620">
                  <a:moveTo>
                    <a:pt x="105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58"/>
                    <a:pt x="0" y="1658"/>
                    <a:pt x="0" y="1658"/>
                  </a:cubicBezTo>
                  <a:cubicBezTo>
                    <a:pt x="2270" y="1658"/>
                    <a:pt x="2270" y="1658"/>
                    <a:pt x="2270" y="1658"/>
                  </a:cubicBezTo>
                  <a:cubicBezTo>
                    <a:pt x="2517" y="1658"/>
                    <a:pt x="2718" y="1859"/>
                    <a:pt x="2718" y="2107"/>
                  </a:cubicBezTo>
                  <a:cubicBezTo>
                    <a:pt x="2718" y="6620"/>
                    <a:pt x="2718" y="6620"/>
                    <a:pt x="2718" y="6620"/>
                  </a:cubicBezTo>
                  <a:cubicBezTo>
                    <a:pt x="4653" y="6620"/>
                    <a:pt x="4653" y="6620"/>
                    <a:pt x="4653" y="6620"/>
                  </a:cubicBezTo>
                  <a:cubicBezTo>
                    <a:pt x="4653" y="0"/>
                    <a:pt x="4653" y="0"/>
                    <a:pt x="4653" y="0"/>
                  </a:cubicBezTo>
                  <a:cubicBezTo>
                    <a:pt x="3595" y="0"/>
                    <a:pt x="3595" y="0"/>
                    <a:pt x="3595" y="0"/>
                  </a:cubicBezTo>
                  <a:cubicBezTo>
                    <a:pt x="3595" y="93"/>
                    <a:pt x="3595" y="93"/>
                    <a:pt x="3595" y="93"/>
                  </a:cubicBezTo>
                  <a:cubicBezTo>
                    <a:pt x="3595" y="103"/>
                    <a:pt x="3586" y="112"/>
                    <a:pt x="3576" y="112"/>
                  </a:cubicBezTo>
                  <a:cubicBezTo>
                    <a:pt x="1077" y="112"/>
                    <a:pt x="1077" y="112"/>
                    <a:pt x="1077" y="112"/>
                  </a:cubicBezTo>
                  <a:cubicBezTo>
                    <a:pt x="1066" y="112"/>
                    <a:pt x="1058" y="103"/>
                    <a:pt x="1058" y="93"/>
                  </a:cubicBezTo>
                  <a:lnTo>
                    <a:pt x="1058" y="0"/>
                  </a:lnTo>
                  <a:close/>
                  <a:moveTo>
                    <a:pt x="3497" y="5997"/>
                  </a:moveTo>
                  <a:cubicBezTo>
                    <a:pt x="3268" y="5997"/>
                    <a:pt x="3082" y="5811"/>
                    <a:pt x="3082" y="5582"/>
                  </a:cubicBezTo>
                  <a:cubicBezTo>
                    <a:pt x="3082" y="5353"/>
                    <a:pt x="3268" y="5167"/>
                    <a:pt x="3497" y="5167"/>
                  </a:cubicBezTo>
                  <a:cubicBezTo>
                    <a:pt x="3725" y="5167"/>
                    <a:pt x="3911" y="5353"/>
                    <a:pt x="3911" y="5582"/>
                  </a:cubicBezTo>
                  <a:cubicBezTo>
                    <a:pt x="3911" y="5811"/>
                    <a:pt x="3725" y="5997"/>
                    <a:pt x="3497" y="5997"/>
                  </a:cubicBezTo>
                  <a:close/>
                  <a:moveTo>
                    <a:pt x="3652" y="4671"/>
                  </a:moveTo>
                  <a:cubicBezTo>
                    <a:pt x="3679" y="4697"/>
                    <a:pt x="3679" y="4697"/>
                    <a:pt x="3679" y="4697"/>
                  </a:cubicBezTo>
                  <a:cubicBezTo>
                    <a:pt x="3512" y="4864"/>
                    <a:pt x="3512" y="4864"/>
                    <a:pt x="3512" y="4864"/>
                  </a:cubicBezTo>
                  <a:cubicBezTo>
                    <a:pt x="3509" y="4867"/>
                    <a:pt x="3504" y="4869"/>
                    <a:pt x="3499" y="4869"/>
                  </a:cubicBezTo>
                  <a:cubicBezTo>
                    <a:pt x="3494" y="4869"/>
                    <a:pt x="3489" y="4867"/>
                    <a:pt x="3486" y="4864"/>
                  </a:cubicBezTo>
                  <a:cubicBezTo>
                    <a:pt x="3319" y="4697"/>
                    <a:pt x="3319" y="4697"/>
                    <a:pt x="3319" y="4697"/>
                  </a:cubicBezTo>
                  <a:cubicBezTo>
                    <a:pt x="3346" y="4671"/>
                    <a:pt x="3346" y="4671"/>
                    <a:pt x="3346" y="4671"/>
                  </a:cubicBezTo>
                  <a:cubicBezTo>
                    <a:pt x="3480" y="4805"/>
                    <a:pt x="3480" y="4805"/>
                    <a:pt x="3480" y="4805"/>
                  </a:cubicBezTo>
                  <a:cubicBezTo>
                    <a:pt x="3480" y="2258"/>
                    <a:pt x="3480" y="2258"/>
                    <a:pt x="3480" y="2258"/>
                  </a:cubicBezTo>
                  <a:cubicBezTo>
                    <a:pt x="3518" y="2258"/>
                    <a:pt x="3518" y="2258"/>
                    <a:pt x="3518" y="2258"/>
                  </a:cubicBezTo>
                  <a:cubicBezTo>
                    <a:pt x="3518" y="4805"/>
                    <a:pt x="3518" y="4805"/>
                    <a:pt x="3518" y="4805"/>
                  </a:cubicBezTo>
                  <a:lnTo>
                    <a:pt x="3652" y="4671"/>
                  </a:lnTo>
                  <a:close/>
                  <a:moveTo>
                    <a:pt x="3499" y="645"/>
                  </a:moveTo>
                  <a:cubicBezTo>
                    <a:pt x="3856" y="645"/>
                    <a:pt x="4146" y="936"/>
                    <a:pt x="4146" y="1292"/>
                  </a:cubicBezTo>
                  <a:cubicBezTo>
                    <a:pt x="4146" y="1649"/>
                    <a:pt x="3856" y="1939"/>
                    <a:pt x="3499" y="1939"/>
                  </a:cubicBezTo>
                  <a:cubicBezTo>
                    <a:pt x="3142" y="1939"/>
                    <a:pt x="2852" y="1649"/>
                    <a:pt x="2852" y="1292"/>
                  </a:cubicBezTo>
                  <a:cubicBezTo>
                    <a:pt x="2852" y="936"/>
                    <a:pt x="3142" y="645"/>
                    <a:pt x="3499" y="645"/>
                  </a:cubicBezTo>
                  <a:close/>
                  <a:moveTo>
                    <a:pt x="2429" y="1252"/>
                  </a:moveTo>
                  <a:cubicBezTo>
                    <a:pt x="646" y="1252"/>
                    <a:pt x="646" y="1252"/>
                    <a:pt x="646" y="1252"/>
                  </a:cubicBezTo>
                  <a:cubicBezTo>
                    <a:pt x="646" y="1215"/>
                    <a:pt x="646" y="1215"/>
                    <a:pt x="646" y="1215"/>
                  </a:cubicBezTo>
                  <a:cubicBezTo>
                    <a:pt x="2429" y="1215"/>
                    <a:pt x="2429" y="1215"/>
                    <a:pt x="2429" y="1215"/>
                  </a:cubicBezTo>
                  <a:lnTo>
                    <a:pt x="2429" y="1252"/>
                  </a:lnTo>
                  <a:close/>
                  <a:moveTo>
                    <a:pt x="2429" y="922"/>
                  </a:moveTo>
                  <a:cubicBezTo>
                    <a:pt x="2429" y="960"/>
                    <a:pt x="2429" y="960"/>
                    <a:pt x="2429" y="960"/>
                  </a:cubicBezTo>
                  <a:cubicBezTo>
                    <a:pt x="646" y="960"/>
                    <a:pt x="646" y="960"/>
                    <a:pt x="646" y="960"/>
                  </a:cubicBezTo>
                  <a:cubicBezTo>
                    <a:pt x="646" y="922"/>
                    <a:pt x="646" y="922"/>
                    <a:pt x="646" y="922"/>
                  </a:cubicBezTo>
                  <a:lnTo>
                    <a:pt x="2429" y="922"/>
                  </a:lnTo>
                  <a:close/>
                </a:path>
              </a:pathLst>
            </a:custGeom>
            <a:solidFill>
              <a:srgbClr val="FFF5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9200668" y="2478994"/>
              <a:ext cx="577215" cy="578233"/>
            </a:xfrm>
            <a:custGeom>
              <a:avLst/>
              <a:gdLst>
                <a:gd name="T0" fmla="*/ 610 w 1220"/>
                <a:gd name="T1" fmla="*/ 1219 h 1219"/>
                <a:gd name="T2" fmla="*/ 1220 w 1220"/>
                <a:gd name="T3" fmla="*/ 609 h 1219"/>
                <a:gd name="T4" fmla="*/ 610 w 1220"/>
                <a:gd name="T5" fmla="*/ 0 h 1219"/>
                <a:gd name="T6" fmla="*/ 0 w 1220"/>
                <a:gd name="T7" fmla="*/ 609 h 1219"/>
                <a:gd name="T8" fmla="*/ 610 w 1220"/>
                <a:gd name="T9" fmla="*/ 1219 h 1219"/>
                <a:gd name="T10" fmla="*/ 610 w 1220"/>
                <a:gd name="T11" fmla="*/ 299 h 1219"/>
                <a:gd name="T12" fmla="*/ 742 w 1220"/>
                <a:gd name="T13" fmla="*/ 431 h 1219"/>
                <a:gd name="T14" fmla="*/ 610 w 1220"/>
                <a:gd name="T15" fmla="*/ 564 h 1219"/>
                <a:gd name="T16" fmla="*/ 477 w 1220"/>
                <a:gd name="T17" fmla="*/ 431 h 1219"/>
                <a:gd name="T18" fmla="*/ 610 w 1220"/>
                <a:gd name="T19" fmla="*/ 299 h 1219"/>
                <a:gd name="T20" fmla="*/ 333 w 1220"/>
                <a:gd name="T21" fmla="*/ 772 h 1219"/>
                <a:gd name="T22" fmla="*/ 491 w 1220"/>
                <a:gd name="T23" fmla="*/ 615 h 1219"/>
                <a:gd name="T24" fmla="*/ 729 w 1220"/>
                <a:gd name="T25" fmla="*/ 615 h 1219"/>
                <a:gd name="T26" fmla="*/ 887 w 1220"/>
                <a:gd name="T27" fmla="*/ 772 h 1219"/>
                <a:gd name="T28" fmla="*/ 887 w 1220"/>
                <a:gd name="T29" fmla="*/ 847 h 1219"/>
                <a:gd name="T30" fmla="*/ 868 w 1220"/>
                <a:gd name="T31" fmla="*/ 866 h 1219"/>
                <a:gd name="T32" fmla="*/ 352 w 1220"/>
                <a:gd name="T33" fmla="*/ 866 h 1219"/>
                <a:gd name="T34" fmla="*/ 333 w 1220"/>
                <a:gd name="T35" fmla="*/ 847 h 1219"/>
                <a:gd name="T36" fmla="*/ 333 w 1220"/>
                <a:gd name="T37" fmla="*/ 772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20" h="1219">
                  <a:moveTo>
                    <a:pt x="610" y="1219"/>
                  </a:moveTo>
                  <a:cubicBezTo>
                    <a:pt x="946" y="1219"/>
                    <a:pt x="1220" y="946"/>
                    <a:pt x="1220" y="609"/>
                  </a:cubicBezTo>
                  <a:cubicBezTo>
                    <a:pt x="1220" y="273"/>
                    <a:pt x="946" y="0"/>
                    <a:pt x="610" y="0"/>
                  </a:cubicBezTo>
                  <a:cubicBezTo>
                    <a:pt x="274" y="0"/>
                    <a:pt x="0" y="273"/>
                    <a:pt x="0" y="609"/>
                  </a:cubicBezTo>
                  <a:cubicBezTo>
                    <a:pt x="0" y="946"/>
                    <a:pt x="274" y="1219"/>
                    <a:pt x="610" y="1219"/>
                  </a:cubicBezTo>
                  <a:close/>
                  <a:moveTo>
                    <a:pt x="610" y="299"/>
                  </a:moveTo>
                  <a:cubicBezTo>
                    <a:pt x="683" y="299"/>
                    <a:pt x="742" y="358"/>
                    <a:pt x="742" y="431"/>
                  </a:cubicBezTo>
                  <a:cubicBezTo>
                    <a:pt x="742" y="505"/>
                    <a:pt x="683" y="564"/>
                    <a:pt x="610" y="564"/>
                  </a:cubicBezTo>
                  <a:cubicBezTo>
                    <a:pt x="537" y="564"/>
                    <a:pt x="477" y="505"/>
                    <a:pt x="477" y="431"/>
                  </a:cubicBezTo>
                  <a:cubicBezTo>
                    <a:pt x="477" y="358"/>
                    <a:pt x="537" y="299"/>
                    <a:pt x="610" y="299"/>
                  </a:cubicBezTo>
                  <a:close/>
                  <a:moveTo>
                    <a:pt x="333" y="772"/>
                  </a:moveTo>
                  <a:cubicBezTo>
                    <a:pt x="333" y="685"/>
                    <a:pt x="404" y="615"/>
                    <a:pt x="491" y="615"/>
                  </a:cubicBezTo>
                  <a:cubicBezTo>
                    <a:pt x="729" y="615"/>
                    <a:pt x="729" y="615"/>
                    <a:pt x="729" y="615"/>
                  </a:cubicBezTo>
                  <a:cubicBezTo>
                    <a:pt x="816" y="615"/>
                    <a:pt x="887" y="685"/>
                    <a:pt x="887" y="772"/>
                  </a:cubicBezTo>
                  <a:cubicBezTo>
                    <a:pt x="887" y="847"/>
                    <a:pt x="887" y="847"/>
                    <a:pt x="887" y="847"/>
                  </a:cubicBezTo>
                  <a:cubicBezTo>
                    <a:pt x="887" y="857"/>
                    <a:pt x="879" y="866"/>
                    <a:pt x="868" y="866"/>
                  </a:cubicBezTo>
                  <a:cubicBezTo>
                    <a:pt x="352" y="866"/>
                    <a:pt x="352" y="866"/>
                    <a:pt x="352" y="866"/>
                  </a:cubicBezTo>
                  <a:cubicBezTo>
                    <a:pt x="341" y="866"/>
                    <a:pt x="333" y="857"/>
                    <a:pt x="333" y="847"/>
                  </a:cubicBezTo>
                  <a:lnTo>
                    <a:pt x="333" y="772"/>
                  </a:lnTo>
                  <a:close/>
                </a:path>
              </a:pathLst>
            </a:custGeom>
            <a:solidFill>
              <a:srgbClr val="FF8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37" name="Freeform 30"/>
            <p:cNvSpPr/>
            <p:nvPr/>
          </p:nvSpPr>
          <p:spPr bwMode="auto">
            <a:xfrm>
              <a:off x="9105993" y="2005617"/>
              <a:ext cx="1127962" cy="3711686"/>
            </a:xfrm>
            <a:custGeom>
              <a:avLst/>
              <a:gdLst>
                <a:gd name="T0" fmla="*/ 906 w 2384"/>
                <a:gd name="T1" fmla="*/ 279 h 7837"/>
                <a:gd name="T2" fmla="*/ 1983 w 2384"/>
                <a:gd name="T3" fmla="*/ 279 h 7837"/>
                <a:gd name="T4" fmla="*/ 2001 w 2384"/>
                <a:gd name="T5" fmla="*/ 298 h 7837"/>
                <a:gd name="T6" fmla="*/ 2001 w 2384"/>
                <a:gd name="T7" fmla="*/ 6955 h 7837"/>
                <a:gd name="T8" fmla="*/ 1983 w 2384"/>
                <a:gd name="T9" fmla="*/ 6974 h 7837"/>
                <a:gd name="T10" fmla="*/ 29 w 2384"/>
                <a:gd name="T11" fmla="*/ 6974 h 7837"/>
                <a:gd name="T12" fmla="*/ 29 w 2384"/>
                <a:gd name="T13" fmla="*/ 7680 h 7837"/>
                <a:gd name="T14" fmla="*/ 0 w 2384"/>
                <a:gd name="T15" fmla="*/ 7837 h 7837"/>
                <a:gd name="T16" fmla="*/ 2384 w 2384"/>
                <a:gd name="T17" fmla="*/ 7837 h 7837"/>
                <a:gd name="T18" fmla="*/ 2384 w 2384"/>
                <a:gd name="T19" fmla="*/ 0 h 7837"/>
                <a:gd name="T20" fmla="*/ 906 w 2384"/>
                <a:gd name="T21" fmla="*/ 0 h 7837"/>
                <a:gd name="T22" fmla="*/ 906 w 2384"/>
                <a:gd name="T23" fmla="*/ 279 h 7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84" h="7837">
                  <a:moveTo>
                    <a:pt x="906" y="279"/>
                  </a:moveTo>
                  <a:cubicBezTo>
                    <a:pt x="1983" y="279"/>
                    <a:pt x="1983" y="279"/>
                    <a:pt x="1983" y="279"/>
                  </a:cubicBezTo>
                  <a:cubicBezTo>
                    <a:pt x="1993" y="279"/>
                    <a:pt x="2001" y="288"/>
                    <a:pt x="2001" y="298"/>
                  </a:cubicBezTo>
                  <a:cubicBezTo>
                    <a:pt x="2001" y="6955"/>
                    <a:pt x="2001" y="6955"/>
                    <a:pt x="2001" y="6955"/>
                  </a:cubicBezTo>
                  <a:cubicBezTo>
                    <a:pt x="2001" y="6966"/>
                    <a:pt x="1993" y="6974"/>
                    <a:pt x="1983" y="6974"/>
                  </a:cubicBezTo>
                  <a:cubicBezTo>
                    <a:pt x="29" y="6974"/>
                    <a:pt x="29" y="6974"/>
                    <a:pt x="29" y="6974"/>
                  </a:cubicBezTo>
                  <a:cubicBezTo>
                    <a:pt x="29" y="7680"/>
                    <a:pt x="29" y="7680"/>
                    <a:pt x="29" y="7680"/>
                  </a:cubicBezTo>
                  <a:cubicBezTo>
                    <a:pt x="29" y="7735"/>
                    <a:pt x="18" y="7788"/>
                    <a:pt x="0" y="7837"/>
                  </a:cubicBezTo>
                  <a:cubicBezTo>
                    <a:pt x="2384" y="7837"/>
                    <a:pt x="2384" y="7837"/>
                    <a:pt x="2384" y="7837"/>
                  </a:cubicBezTo>
                  <a:cubicBezTo>
                    <a:pt x="2384" y="0"/>
                    <a:pt x="2384" y="0"/>
                    <a:pt x="2384" y="0"/>
                  </a:cubicBezTo>
                  <a:cubicBezTo>
                    <a:pt x="906" y="0"/>
                    <a:pt x="906" y="0"/>
                    <a:pt x="906" y="0"/>
                  </a:cubicBezTo>
                  <a:lnTo>
                    <a:pt x="906" y="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6841925" y="1731770"/>
              <a:ext cx="3410354" cy="4123983"/>
            </a:xfrm>
            <a:custGeom>
              <a:avLst/>
              <a:gdLst>
                <a:gd name="T0" fmla="*/ 5689 w 7204"/>
                <a:gd name="T1" fmla="*/ 541 h 8707"/>
                <a:gd name="T2" fmla="*/ 5670 w 7204"/>
                <a:gd name="T3" fmla="*/ 262 h 8707"/>
                <a:gd name="T4" fmla="*/ 4420 w 7204"/>
                <a:gd name="T5" fmla="*/ 0 h 8707"/>
                <a:gd name="T6" fmla="*/ 3171 w 7204"/>
                <a:gd name="T7" fmla="*/ 262 h 8707"/>
                <a:gd name="T8" fmla="*/ 3152 w 7204"/>
                <a:gd name="T9" fmla="*/ 541 h 8707"/>
                <a:gd name="T10" fmla="*/ 1637 w 7204"/>
                <a:gd name="T11" fmla="*/ 560 h 8707"/>
                <a:gd name="T12" fmla="*/ 448 w 7204"/>
                <a:gd name="T13" fmla="*/ 2554 h 8707"/>
                <a:gd name="T14" fmla="*/ 0 w 7204"/>
                <a:gd name="T15" fmla="*/ 8259 h 8707"/>
                <a:gd name="T16" fmla="*/ 4364 w 7204"/>
                <a:gd name="T17" fmla="*/ 8707 h 8707"/>
                <a:gd name="T18" fmla="*/ 7185 w 7204"/>
                <a:gd name="T19" fmla="*/ 8453 h 8707"/>
                <a:gd name="T20" fmla="*/ 7204 w 7204"/>
                <a:gd name="T21" fmla="*/ 560 h 8707"/>
                <a:gd name="T22" fmla="*/ 3189 w 7204"/>
                <a:gd name="T23" fmla="*/ 299 h 8707"/>
                <a:gd name="T24" fmla="*/ 4097 w 7204"/>
                <a:gd name="T25" fmla="*/ 285 h 8707"/>
                <a:gd name="T26" fmla="*/ 4744 w 7204"/>
                <a:gd name="T27" fmla="*/ 285 h 8707"/>
                <a:gd name="T28" fmla="*/ 5651 w 7204"/>
                <a:gd name="T29" fmla="*/ 299 h 8707"/>
                <a:gd name="T30" fmla="*/ 3189 w 7204"/>
                <a:gd name="T31" fmla="*/ 970 h 8707"/>
                <a:gd name="T32" fmla="*/ 3171 w 7204"/>
                <a:gd name="T33" fmla="*/ 1008 h 8707"/>
                <a:gd name="T34" fmla="*/ 5689 w 7204"/>
                <a:gd name="T35" fmla="*/ 989 h 8707"/>
                <a:gd name="T36" fmla="*/ 6747 w 7204"/>
                <a:gd name="T37" fmla="*/ 896 h 8707"/>
                <a:gd name="T38" fmla="*/ 4812 w 7204"/>
                <a:gd name="T39" fmla="*/ 7516 h 8707"/>
                <a:gd name="T40" fmla="*/ 4364 w 7204"/>
                <a:gd name="T41" fmla="*/ 2554 h 8707"/>
                <a:gd name="T42" fmla="*/ 2094 w 7204"/>
                <a:gd name="T43" fmla="*/ 896 h 8707"/>
                <a:gd name="T44" fmla="*/ 3152 w 7204"/>
                <a:gd name="T45" fmla="*/ 989 h 8707"/>
                <a:gd name="T46" fmla="*/ 1674 w 7204"/>
                <a:gd name="T47" fmla="*/ 579 h 8707"/>
                <a:gd name="T48" fmla="*/ 3152 w 7204"/>
                <a:gd name="T49" fmla="*/ 858 h 8707"/>
                <a:gd name="T50" fmla="*/ 2056 w 7204"/>
                <a:gd name="T51" fmla="*/ 877 h 8707"/>
                <a:gd name="T52" fmla="*/ 1674 w 7204"/>
                <a:gd name="T53" fmla="*/ 2554 h 8707"/>
                <a:gd name="T54" fmla="*/ 4775 w 7204"/>
                <a:gd name="T55" fmla="*/ 8259 h 8707"/>
                <a:gd name="T56" fmla="*/ 448 w 7204"/>
                <a:gd name="T57" fmla="*/ 8670 h 8707"/>
                <a:gd name="T58" fmla="*/ 37 w 7204"/>
                <a:gd name="T59" fmla="*/ 3003 h 8707"/>
                <a:gd name="T60" fmla="*/ 4364 w 7204"/>
                <a:gd name="T61" fmla="*/ 2592 h 8707"/>
                <a:gd name="T62" fmla="*/ 4775 w 7204"/>
                <a:gd name="T63" fmla="*/ 8259 h 8707"/>
                <a:gd name="T64" fmla="*/ 4783 w 7204"/>
                <a:gd name="T65" fmla="*/ 8416 h 8707"/>
                <a:gd name="T66" fmla="*/ 4812 w 7204"/>
                <a:gd name="T67" fmla="*/ 7553 h 8707"/>
                <a:gd name="T68" fmla="*/ 6784 w 7204"/>
                <a:gd name="T69" fmla="*/ 7534 h 8707"/>
                <a:gd name="T70" fmla="*/ 6766 w 7204"/>
                <a:gd name="T71" fmla="*/ 858 h 8707"/>
                <a:gd name="T72" fmla="*/ 5689 w 7204"/>
                <a:gd name="T73" fmla="*/ 579 h 8707"/>
                <a:gd name="T74" fmla="*/ 7167 w 7204"/>
                <a:gd name="T75" fmla="*/ 8416 h 8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204" h="8707">
                  <a:moveTo>
                    <a:pt x="7185" y="541"/>
                  </a:moveTo>
                  <a:cubicBezTo>
                    <a:pt x="5689" y="541"/>
                    <a:pt x="5689" y="541"/>
                    <a:pt x="5689" y="541"/>
                  </a:cubicBezTo>
                  <a:cubicBezTo>
                    <a:pt x="5689" y="280"/>
                    <a:pt x="5689" y="280"/>
                    <a:pt x="5689" y="280"/>
                  </a:cubicBezTo>
                  <a:cubicBezTo>
                    <a:pt x="5689" y="270"/>
                    <a:pt x="5680" y="262"/>
                    <a:pt x="5670" y="262"/>
                  </a:cubicBezTo>
                  <a:cubicBezTo>
                    <a:pt x="4776" y="262"/>
                    <a:pt x="4776" y="262"/>
                    <a:pt x="4776" y="262"/>
                  </a:cubicBezTo>
                  <a:cubicBezTo>
                    <a:pt x="4727" y="107"/>
                    <a:pt x="4583" y="0"/>
                    <a:pt x="4420" y="0"/>
                  </a:cubicBezTo>
                  <a:cubicBezTo>
                    <a:pt x="4257" y="0"/>
                    <a:pt x="4113" y="107"/>
                    <a:pt x="4065" y="262"/>
                  </a:cubicBezTo>
                  <a:cubicBezTo>
                    <a:pt x="3171" y="262"/>
                    <a:pt x="3171" y="262"/>
                    <a:pt x="3171" y="262"/>
                  </a:cubicBezTo>
                  <a:cubicBezTo>
                    <a:pt x="3160" y="262"/>
                    <a:pt x="3152" y="270"/>
                    <a:pt x="3152" y="280"/>
                  </a:cubicBezTo>
                  <a:cubicBezTo>
                    <a:pt x="3152" y="541"/>
                    <a:pt x="3152" y="541"/>
                    <a:pt x="3152" y="541"/>
                  </a:cubicBezTo>
                  <a:cubicBezTo>
                    <a:pt x="1655" y="541"/>
                    <a:pt x="1655" y="541"/>
                    <a:pt x="1655" y="541"/>
                  </a:cubicBezTo>
                  <a:cubicBezTo>
                    <a:pt x="1645" y="541"/>
                    <a:pt x="1637" y="550"/>
                    <a:pt x="1637" y="560"/>
                  </a:cubicBezTo>
                  <a:cubicBezTo>
                    <a:pt x="1637" y="2554"/>
                    <a:pt x="1637" y="2554"/>
                    <a:pt x="1637" y="2554"/>
                  </a:cubicBezTo>
                  <a:cubicBezTo>
                    <a:pt x="448" y="2554"/>
                    <a:pt x="448" y="2554"/>
                    <a:pt x="448" y="2554"/>
                  </a:cubicBezTo>
                  <a:cubicBezTo>
                    <a:pt x="201" y="2554"/>
                    <a:pt x="0" y="2755"/>
                    <a:pt x="0" y="3003"/>
                  </a:cubicBezTo>
                  <a:cubicBezTo>
                    <a:pt x="0" y="8259"/>
                    <a:pt x="0" y="8259"/>
                    <a:pt x="0" y="8259"/>
                  </a:cubicBezTo>
                  <a:cubicBezTo>
                    <a:pt x="0" y="8506"/>
                    <a:pt x="201" y="8707"/>
                    <a:pt x="448" y="8707"/>
                  </a:cubicBezTo>
                  <a:cubicBezTo>
                    <a:pt x="4364" y="8707"/>
                    <a:pt x="4364" y="8707"/>
                    <a:pt x="4364" y="8707"/>
                  </a:cubicBezTo>
                  <a:cubicBezTo>
                    <a:pt x="4541" y="8707"/>
                    <a:pt x="4695" y="8603"/>
                    <a:pt x="4767" y="8453"/>
                  </a:cubicBezTo>
                  <a:cubicBezTo>
                    <a:pt x="7185" y="8453"/>
                    <a:pt x="7185" y="8453"/>
                    <a:pt x="7185" y="8453"/>
                  </a:cubicBezTo>
                  <a:cubicBezTo>
                    <a:pt x="7196" y="8453"/>
                    <a:pt x="7204" y="8445"/>
                    <a:pt x="7204" y="8434"/>
                  </a:cubicBezTo>
                  <a:cubicBezTo>
                    <a:pt x="7204" y="560"/>
                    <a:pt x="7204" y="560"/>
                    <a:pt x="7204" y="560"/>
                  </a:cubicBezTo>
                  <a:cubicBezTo>
                    <a:pt x="7204" y="550"/>
                    <a:pt x="7196" y="541"/>
                    <a:pt x="7185" y="541"/>
                  </a:cubicBezTo>
                  <a:close/>
                  <a:moveTo>
                    <a:pt x="3189" y="299"/>
                  </a:moveTo>
                  <a:cubicBezTo>
                    <a:pt x="4079" y="299"/>
                    <a:pt x="4079" y="299"/>
                    <a:pt x="4079" y="299"/>
                  </a:cubicBezTo>
                  <a:cubicBezTo>
                    <a:pt x="4087" y="299"/>
                    <a:pt x="4094" y="293"/>
                    <a:pt x="4097" y="285"/>
                  </a:cubicBezTo>
                  <a:cubicBezTo>
                    <a:pt x="4136" y="139"/>
                    <a:pt x="4269" y="38"/>
                    <a:pt x="4420" y="38"/>
                  </a:cubicBezTo>
                  <a:cubicBezTo>
                    <a:pt x="4571" y="38"/>
                    <a:pt x="4704" y="139"/>
                    <a:pt x="4744" y="285"/>
                  </a:cubicBezTo>
                  <a:cubicBezTo>
                    <a:pt x="4746" y="293"/>
                    <a:pt x="4753" y="299"/>
                    <a:pt x="4762" y="299"/>
                  </a:cubicBezTo>
                  <a:cubicBezTo>
                    <a:pt x="5651" y="299"/>
                    <a:pt x="5651" y="299"/>
                    <a:pt x="5651" y="299"/>
                  </a:cubicBezTo>
                  <a:cubicBezTo>
                    <a:pt x="5651" y="970"/>
                    <a:pt x="5651" y="970"/>
                    <a:pt x="5651" y="970"/>
                  </a:cubicBezTo>
                  <a:cubicBezTo>
                    <a:pt x="3189" y="970"/>
                    <a:pt x="3189" y="970"/>
                    <a:pt x="3189" y="970"/>
                  </a:cubicBezTo>
                  <a:lnTo>
                    <a:pt x="3189" y="299"/>
                  </a:lnTo>
                  <a:close/>
                  <a:moveTo>
                    <a:pt x="3171" y="1008"/>
                  </a:moveTo>
                  <a:cubicBezTo>
                    <a:pt x="5670" y="1008"/>
                    <a:pt x="5670" y="1008"/>
                    <a:pt x="5670" y="1008"/>
                  </a:cubicBezTo>
                  <a:cubicBezTo>
                    <a:pt x="5680" y="1008"/>
                    <a:pt x="5689" y="999"/>
                    <a:pt x="5689" y="989"/>
                  </a:cubicBezTo>
                  <a:cubicBezTo>
                    <a:pt x="5689" y="896"/>
                    <a:pt x="5689" y="896"/>
                    <a:pt x="5689" y="896"/>
                  </a:cubicBezTo>
                  <a:cubicBezTo>
                    <a:pt x="6747" y="896"/>
                    <a:pt x="6747" y="896"/>
                    <a:pt x="6747" y="896"/>
                  </a:cubicBezTo>
                  <a:cubicBezTo>
                    <a:pt x="6747" y="7516"/>
                    <a:pt x="6747" y="7516"/>
                    <a:pt x="6747" y="7516"/>
                  </a:cubicBezTo>
                  <a:cubicBezTo>
                    <a:pt x="4812" y="7516"/>
                    <a:pt x="4812" y="7516"/>
                    <a:pt x="4812" y="7516"/>
                  </a:cubicBezTo>
                  <a:cubicBezTo>
                    <a:pt x="4812" y="3003"/>
                    <a:pt x="4812" y="3003"/>
                    <a:pt x="4812" y="3003"/>
                  </a:cubicBezTo>
                  <a:cubicBezTo>
                    <a:pt x="4812" y="2755"/>
                    <a:pt x="4611" y="2554"/>
                    <a:pt x="4364" y="2554"/>
                  </a:cubicBezTo>
                  <a:cubicBezTo>
                    <a:pt x="2094" y="2554"/>
                    <a:pt x="2094" y="2554"/>
                    <a:pt x="2094" y="2554"/>
                  </a:cubicBezTo>
                  <a:cubicBezTo>
                    <a:pt x="2094" y="896"/>
                    <a:pt x="2094" y="896"/>
                    <a:pt x="2094" y="896"/>
                  </a:cubicBezTo>
                  <a:cubicBezTo>
                    <a:pt x="3152" y="896"/>
                    <a:pt x="3152" y="896"/>
                    <a:pt x="3152" y="896"/>
                  </a:cubicBezTo>
                  <a:cubicBezTo>
                    <a:pt x="3152" y="989"/>
                    <a:pt x="3152" y="989"/>
                    <a:pt x="3152" y="989"/>
                  </a:cubicBezTo>
                  <a:cubicBezTo>
                    <a:pt x="3152" y="999"/>
                    <a:pt x="3160" y="1008"/>
                    <a:pt x="3171" y="1008"/>
                  </a:cubicBezTo>
                  <a:close/>
                  <a:moveTo>
                    <a:pt x="1674" y="579"/>
                  </a:moveTo>
                  <a:cubicBezTo>
                    <a:pt x="3152" y="579"/>
                    <a:pt x="3152" y="579"/>
                    <a:pt x="3152" y="579"/>
                  </a:cubicBezTo>
                  <a:cubicBezTo>
                    <a:pt x="3152" y="858"/>
                    <a:pt x="3152" y="858"/>
                    <a:pt x="3152" y="858"/>
                  </a:cubicBezTo>
                  <a:cubicBezTo>
                    <a:pt x="2075" y="858"/>
                    <a:pt x="2075" y="858"/>
                    <a:pt x="2075" y="858"/>
                  </a:cubicBezTo>
                  <a:cubicBezTo>
                    <a:pt x="2065" y="858"/>
                    <a:pt x="2056" y="867"/>
                    <a:pt x="2056" y="877"/>
                  </a:cubicBezTo>
                  <a:cubicBezTo>
                    <a:pt x="2056" y="2554"/>
                    <a:pt x="2056" y="2554"/>
                    <a:pt x="2056" y="2554"/>
                  </a:cubicBezTo>
                  <a:cubicBezTo>
                    <a:pt x="1674" y="2554"/>
                    <a:pt x="1674" y="2554"/>
                    <a:pt x="1674" y="2554"/>
                  </a:cubicBezTo>
                  <a:lnTo>
                    <a:pt x="1674" y="579"/>
                  </a:lnTo>
                  <a:close/>
                  <a:moveTo>
                    <a:pt x="4775" y="8259"/>
                  </a:moveTo>
                  <a:cubicBezTo>
                    <a:pt x="4775" y="8485"/>
                    <a:pt x="4590" y="8670"/>
                    <a:pt x="4364" y="8670"/>
                  </a:cubicBezTo>
                  <a:cubicBezTo>
                    <a:pt x="448" y="8670"/>
                    <a:pt x="448" y="8670"/>
                    <a:pt x="448" y="8670"/>
                  </a:cubicBezTo>
                  <a:cubicBezTo>
                    <a:pt x="222" y="8670"/>
                    <a:pt x="37" y="8485"/>
                    <a:pt x="37" y="8259"/>
                  </a:cubicBezTo>
                  <a:cubicBezTo>
                    <a:pt x="37" y="3003"/>
                    <a:pt x="37" y="3003"/>
                    <a:pt x="37" y="3003"/>
                  </a:cubicBezTo>
                  <a:cubicBezTo>
                    <a:pt x="37" y="2776"/>
                    <a:pt x="222" y="2592"/>
                    <a:pt x="448" y="2592"/>
                  </a:cubicBezTo>
                  <a:cubicBezTo>
                    <a:pt x="4364" y="2592"/>
                    <a:pt x="4364" y="2592"/>
                    <a:pt x="4364" y="2592"/>
                  </a:cubicBezTo>
                  <a:cubicBezTo>
                    <a:pt x="4590" y="2592"/>
                    <a:pt x="4775" y="2776"/>
                    <a:pt x="4775" y="3003"/>
                  </a:cubicBezTo>
                  <a:lnTo>
                    <a:pt x="4775" y="8259"/>
                  </a:lnTo>
                  <a:close/>
                  <a:moveTo>
                    <a:pt x="7167" y="8416"/>
                  </a:moveTo>
                  <a:cubicBezTo>
                    <a:pt x="4783" y="8416"/>
                    <a:pt x="4783" y="8416"/>
                    <a:pt x="4783" y="8416"/>
                  </a:cubicBezTo>
                  <a:cubicBezTo>
                    <a:pt x="4801" y="8367"/>
                    <a:pt x="4812" y="8314"/>
                    <a:pt x="4812" y="8259"/>
                  </a:cubicBezTo>
                  <a:cubicBezTo>
                    <a:pt x="4812" y="7553"/>
                    <a:pt x="4812" y="7553"/>
                    <a:pt x="4812" y="7553"/>
                  </a:cubicBezTo>
                  <a:cubicBezTo>
                    <a:pt x="6766" y="7553"/>
                    <a:pt x="6766" y="7553"/>
                    <a:pt x="6766" y="7553"/>
                  </a:cubicBezTo>
                  <a:cubicBezTo>
                    <a:pt x="6776" y="7553"/>
                    <a:pt x="6784" y="7545"/>
                    <a:pt x="6784" y="7534"/>
                  </a:cubicBezTo>
                  <a:cubicBezTo>
                    <a:pt x="6784" y="877"/>
                    <a:pt x="6784" y="877"/>
                    <a:pt x="6784" y="877"/>
                  </a:cubicBezTo>
                  <a:cubicBezTo>
                    <a:pt x="6784" y="867"/>
                    <a:pt x="6776" y="858"/>
                    <a:pt x="6766" y="858"/>
                  </a:cubicBezTo>
                  <a:cubicBezTo>
                    <a:pt x="5689" y="858"/>
                    <a:pt x="5689" y="858"/>
                    <a:pt x="5689" y="858"/>
                  </a:cubicBezTo>
                  <a:cubicBezTo>
                    <a:pt x="5689" y="579"/>
                    <a:pt x="5689" y="579"/>
                    <a:pt x="5689" y="579"/>
                  </a:cubicBezTo>
                  <a:cubicBezTo>
                    <a:pt x="7167" y="579"/>
                    <a:pt x="7167" y="579"/>
                    <a:pt x="7167" y="579"/>
                  </a:cubicBezTo>
                  <a:lnTo>
                    <a:pt x="7167" y="8416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grpSp>
          <p:nvGrpSpPr>
            <p:cNvPr id="134" name="组合 133"/>
            <p:cNvGrpSpPr/>
            <p:nvPr/>
          </p:nvGrpSpPr>
          <p:grpSpPr>
            <a:xfrm>
              <a:off x="6859231" y="2959498"/>
              <a:ext cx="2242689" cy="2878949"/>
              <a:chOff x="6859231" y="2959498"/>
              <a:chExt cx="2242689" cy="2878949"/>
            </a:xfrm>
          </p:grpSpPr>
          <p:sp>
            <p:nvSpPr>
              <p:cNvPr id="18" name="Freeform 11"/>
              <p:cNvSpPr/>
              <p:nvPr/>
            </p:nvSpPr>
            <p:spPr bwMode="auto">
              <a:xfrm>
                <a:off x="7221645" y="4064045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19" name="Freeform 12"/>
              <p:cNvSpPr/>
              <p:nvPr/>
            </p:nvSpPr>
            <p:spPr bwMode="auto">
              <a:xfrm>
                <a:off x="7221645" y="4466161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20" name="Freeform 13"/>
              <p:cNvSpPr/>
              <p:nvPr/>
            </p:nvSpPr>
            <p:spPr bwMode="auto">
              <a:xfrm>
                <a:off x="7221645" y="4868278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21" name="Freeform 14"/>
              <p:cNvSpPr/>
              <p:nvPr/>
            </p:nvSpPr>
            <p:spPr bwMode="auto">
              <a:xfrm>
                <a:off x="7790716" y="4466161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22" name="Freeform 15"/>
              <p:cNvSpPr/>
              <p:nvPr/>
            </p:nvSpPr>
            <p:spPr bwMode="auto">
              <a:xfrm>
                <a:off x="7790716" y="4868278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23" name="Freeform 16"/>
              <p:cNvSpPr/>
              <p:nvPr/>
            </p:nvSpPr>
            <p:spPr bwMode="auto">
              <a:xfrm>
                <a:off x="7790716" y="5270394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24" name="Freeform 17"/>
              <p:cNvSpPr/>
              <p:nvPr/>
            </p:nvSpPr>
            <p:spPr bwMode="auto">
              <a:xfrm>
                <a:off x="7221645" y="5270394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32" name="Freeform 25"/>
              <p:cNvSpPr/>
              <p:nvPr/>
            </p:nvSpPr>
            <p:spPr bwMode="auto">
              <a:xfrm>
                <a:off x="7790716" y="4064045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33" name="Freeform 26"/>
              <p:cNvSpPr>
                <a:spLocks noEditPoints="1"/>
              </p:cNvSpPr>
              <p:nvPr/>
            </p:nvSpPr>
            <p:spPr bwMode="auto">
              <a:xfrm>
                <a:off x="6859231" y="2959498"/>
                <a:ext cx="2242689" cy="2878949"/>
              </a:xfrm>
              <a:custGeom>
                <a:avLst/>
                <a:gdLst>
                  <a:gd name="T0" fmla="*/ 411 w 4738"/>
                  <a:gd name="T1" fmla="*/ 0 h 6078"/>
                  <a:gd name="T2" fmla="*/ 0 w 4738"/>
                  <a:gd name="T3" fmla="*/ 5667 h 6078"/>
                  <a:gd name="T4" fmla="*/ 4327 w 4738"/>
                  <a:gd name="T5" fmla="*/ 6078 h 6078"/>
                  <a:gd name="T6" fmla="*/ 4738 w 4738"/>
                  <a:gd name="T7" fmla="*/ 411 h 6078"/>
                  <a:gd name="T8" fmla="*/ 1606 w 4738"/>
                  <a:gd name="T9" fmla="*/ 5245 h 6078"/>
                  <a:gd name="T10" fmla="*/ 903 w 4738"/>
                  <a:gd name="T11" fmla="*/ 5421 h 6078"/>
                  <a:gd name="T12" fmla="*/ 728 w 4738"/>
                  <a:gd name="T13" fmla="*/ 5017 h 6078"/>
                  <a:gd name="T14" fmla="*/ 1431 w 4738"/>
                  <a:gd name="T15" fmla="*/ 4841 h 6078"/>
                  <a:gd name="T16" fmla="*/ 1606 w 4738"/>
                  <a:gd name="T17" fmla="*/ 5245 h 6078"/>
                  <a:gd name="T18" fmla="*/ 1431 w 4738"/>
                  <a:gd name="T19" fmla="*/ 4572 h 6078"/>
                  <a:gd name="T20" fmla="*/ 728 w 4738"/>
                  <a:gd name="T21" fmla="*/ 4396 h 6078"/>
                  <a:gd name="T22" fmla="*/ 903 w 4738"/>
                  <a:gd name="T23" fmla="*/ 3992 h 6078"/>
                  <a:gd name="T24" fmla="*/ 1606 w 4738"/>
                  <a:gd name="T25" fmla="*/ 4168 h 6078"/>
                  <a:gd name="T26" fmla="*/ 1606 w 4738"/>
                  <a:gd name="T27" fmla="*/ 3547 h 6078"/>
                  <a:gd name="T28" fmla="*/ 903 w 4738"/>
                  <a:gd name="T29" fmla="*/ 3723 h 6078"/>
                  <a:gd name="T30" fmla="*/ 728 w 4738"/>
                  <a:gd name="T31" fmla="*/ 3319 h 6078"/>
                  <a:gd name="T32" fmla="*/ 1431 w 4738"/>
                  <a:gd name="T33" fmla="*/ 3143 h 6078"/>
                  <a:gd name="T34" fmla="*/ 1606 w 4738"/>
                  <a:gd name="T35" fmla="*/ 3547 h 6078"/>
                  <a:gd name="T36" fmla="*/ 1431 w 4738"/>
                  <a:gd name="T37" fmla="*/ 2874 h 6078"/>
                  <a:gd name="T38" fmla="*/ 728 w 4738"/>
                  <a:gd name="T39" fmla="*/ 2698 h 6078"/>
                  <a:gd name="T40" fmla="*/ 903 w 4738"/>
                  <a:gd name="T41" fmla="*/ 2294 h 6078"/>
                  <a:gd name="T42" fmla="*/ 1606 w 4738"/>
                  <a:gd name="T43" fmla="*/ 2470 h 6078"/>
                  <a:gd name="T44" fmla="*/ 2808 w 4738"/>
                  <a:gd name="T45" fmla="*/ 5245 h 6078"/>
                  <a:gd name="T46" fmla="*/ 2105 w 4738"/>
                  <a:gd name="T47" fmla="*/ 5421 h 6078"/>
                  <a:gd name="T48" fmla="*/ 1930 w 4738"/>
                  <a:gd name="T49" fmla="*/ 5017 h 6078"/>
                  <a:gd name="T50" fmla="*/ 2633 w 4738"/>
                  <a:gd name="T51" fmla="*/ 4841 h 6078"/>
                  <a:gd name="T52" fmla="*/ 2808 w 4738"/>
                  <a:gd name="T53" fmla="*/ 5245 h 6078"/>
                  <a:gd name="T54" fmla="*/ 2633 w 4738"/>
                  <a:gd name="T55" fmla="*/ 4572 h 6078"/>
                  <a:gd name="T56" fmla="*/ 1930 w 4738"/>
                  <a:gd name="T57" fmla="*/ 4396 h 6078"/>
                  <a:gd name="T58" fmla="*/ 2105 w 4738"/>
                  <a:gd name="T59" fmla="*/ 3992 h 6078"/>
                  <a:gd name="T60" fmla="*/ 2808 w 4738"/>
                  <a:gd name="T61" fmla="*/ 4168 h 6078"/>
                  <a:gd name="T62" fmla="*/ 2808 w 4738"/>
                  <a:gd name="T63" fmla="*/ 3547 h 6078"/>
                  <a:gd name="T64" fmla="*/ 2105 w 4738"/>
                  <a:gd name="T65" fmla="*/ 3723 h 6078"/>
                  <a:gd name="T66" fmla="*/ 1930 w 4738"/>
                  <a:gd name="T67" fmla="*/ 3319 h 6078"/>
                  <a:gd name="T68" fmla="*/ 2633 w 4738"/>
                  <a:gd name="T69" fmla="*/ 3143 h 6078"/>
                  <a:gd name="T70" fmla="*/ 2808 w 4738"/>
                  <a:gd name="T71" fmla="*/ 3547 h 6078"/>
                  <a:gd name="T72" fmla="*/ 2633 w 4738"/>
                  <a:gd name="T73" fmla="*/ 2874 h 6078"/>
                  <a:gd name="T74" fmla="*/ 1930 w 4738"/>
                  <a:gd name="T75" fmla="*/ 2698 h 6078"/>
                  <a:gd name="T76" fmla="*/ 2105 w 4738"/>
                  <a:gd name="T77" fmla="*/ 2294 h 6078"/>
                  <a:gd name="T78" fmla="*/ 2808 w 4738"/>
                  <a:gd name="T79" fmla="*/ 2470 h 6078"/>
                  <a:gd name="T80" fmla="*/ 4010 w 4738"/>
                  <a:gd name="T81" fmla="*/ 5245 h 6078"/>
                  <a:gd name="T82" fmla="*/ 3307 w 4738"/>
                  <a:gd name="T83" fmla="*/ 5421 h 6078"/>
                  <a:gd name="T84" fmla="*/ 3132 w 4738"/>
                  <a:gd name="T85" fmla="*/ 5017 h 6078"/>
                  <a:gd name="T86" fmla="*/ 3835 w 4738"/>
                  <a:gd name="T87" fmla="*/ 4841 h 6078"/>
                  <a:gd name="T88" fmla="*/ 4010 w 4738"/>
                  <a:gd name="T89" fmla="*/ 5245 h 6078"/>
                  <a:gd name="T90" fmla="*/ 3835 w 4738"/>
                  <a:gd name="T91" fmla="*/ 4572 h 6078"/>
                  <a:gd name="T92" fmla="*/ 3132 w 4738"/>
                  <a:gd name="T93" fmla="*/ 4396 h 6078"/>
                  <a:gd name="T94" fmla="*/ 3307 w 4738"/>
                  <a:gd name="T95" fmla="*/ 3992 h 6078"/>
                  <a:gd name="T96" fmla="*/ 4010 w 4738"/>
                  <a:gd name="T97" fmla="*/ 4168 h 6078"/>
                  <a:gd name="T98" fmla="*/ 4010 w 4738"/>
                  <a:gd name="T99" fmla="*/ 3547 h 6078"/>
                  <a:gd name="T100" fmla="*/ 3307 w 4738"/>
                  <a:gd name="T101" fmla="*/ 3723 h 6078"/>
                  <a:gd name="T102" fmla="*/ 3132 w 4738"/>
                  <a:gd name="T103" fmla="*/ 3319 h 6078"/>
                  <a:gd name="T104" fmla="*/ 3835 w 4738"/>
                  <a:gd name="T105" fmla="*/ 3143 h 6078"/>
                  <a:gd name="T106" fmla="*/ 4010 w 4738"/>
                  <a:gd name="T107" fmla="*/ 3547 h 6078"/>
                  <a:gd name="T108" fmla="*/ 3835 w 4738"/>
                  <a:gd name="T109" fmla="*/ 2874 h 6078"/>
                  <a:gd name="T110" fmla="*/ 3132 w 4738"/>
                  <a:gd name="T111" fmla="*/ 2698 h 6078"/>
                  <a:gd name="T112" fmla="*/ 3307 w 4738"/>
                  <a:gd name="T113" fmla="*/ 2294 h 6078"/>
                  <a:gd name="T114" fmla="*/ 4010 w 4738"/>
                  <a:gd name="T115" fmla="*/ 2470 h 6078"/>
                  <a:gd name="T116" fmla="*/ 4048 w 4738"/>
                  <a:gd name="T117" fmla="*/ 1709 h 6078"/>
                  <a:gd name="T118" fmla="*/ 709 w 4738"/>
                  <a:gd name="T119" fmla="*/ 1728 h 6078"/>
                  <a:gd name="T120" fmla="*/ 690 w 4738"/>
                  <a:gd name="T121" fmla="*/ 664 h 6078"/>
                  <a:gd name="T122" fmla="*/ 4029 w 4738"/>
                  <a:gd name="T123" fmla="*/ 646 h 6078"/>
                  <a:gd name="T124" fmla="*/ 4048 w 4738"/>
                  <a:gd name="T125" fmla="*/ 1709 h 60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738" h="6078">
                    <a:moveTo>
                      <a:pt x="4327" y="0"/>
                    </a:moveTo>
                    <a:cubicBezTo>
                      <a:pt x="411" y="0"/>
                      <a:pt x="411" y="0"/>
                      <a:pt x="411" y="0"/>
                    </a:cubicBezTo>
                    <a:cubicBezTo>
                      <a:pt x="185" y="0"/>
                      <a:pt x="0" y="184"/>
                      <a:pt x="0" y="411"/>
                    </a:cubicBezTo>
                    <a:cubicBezTo>
                      <a:pt x="0" y="5667"/>
                      <a:pt x="0" y="5667"/>
                      <a:pt x="0" y="5667"/>
                    </a:cubicBezTo>
                    <a:cubicBezTo>
                      <a:pt x="0" y="5893"/>
                      <a:pt x="185" y="6078"/>
                      <a:pt x="411" y="6078"/>
                    </a:cubicBezTo>
                    <a:cubicBezTo>
                      <a:pt x="4327" y="6078"/>
                      <a:pt x="4327" y="6078"/>
                      <a:pt x="4327" y="6078"/>
                    </a:cubicBezTo>
                    <a:cubicBezTo>
                      <a:pt x="4553" y="6078"/>
                      <a:pt x="4738" y="5893"/>
                      <a:pt x="4738" y="5667"/>
                    </a:cubicBezTo>
                    <a:cubicBezTo>
                      <a:pt x="4738" y="411"/>
                      <a:pt x="4738" y="411"/>
                      <a:pt x="4738" y="411"/>
                    </a:cubicBezTo>
                    <a:cubicBezTo>
                      <a:pt x="4738" y="184"/>
                      <a:pt x="4553" y="0"/>
                      <a:pt x="4327" y="0"/>
                    </a:cubicBezTo>
                    <a:close/>
                    <a:moveTo>
                      <a:pt x="1606" y="5245"/>
                    </a:moveTo>
                    <a:cubicBezTo>
                      <a:pt x="1606" y="5342"/>
                      <a:pt x="1528" y="5421"/>
                      <a:pt x="1431" y="5421"/>
                    </a:cubicBezTo>
                    <a:cubicBezTo>
                      <a:pt x="903" y="5421"/>
                      <a:pt x="903" y="5421"/>
                      <a:pt x="903" y="5421"/>
                    </a:cubicBezTo>
                    <a:cubicBezTo>
                      <a:pt x="807" y="5421"/>
                      <a:pt x="728" y="5342"/>
                      <a:pt x="728" y="5245"/>
                    </a:cubicBezTo>
                    <a:cubicBezTo>
                      <a:pt x="728" y="5017"/>
                      <a:pt x="728" y="5017"/>
                      <a:pt x="728" y="5017"/>
                    </a:cubicBezTo>
                    <a:cubicBezTo>
                      <a:pt x="728" y="4920"/>
                      <a:pt x="807" y="4841"/>
                      <a:pt x="903" y="4841"/>
                    </a:cubicBezTo>
                    <a:cubicBezTo>
                      <a:pt x="1431" y="4841"/>
                      <a:pt x="1431" y="4841"/>
                      <a:pt x="1431" y="4841"/>
                    </a:cubicBezTo>
                    <a:cubicBezTo>
                      <a:pt x="1528" y="4841"/>
                      <a:pt x="1606" y="4920"/>
                      <a:pt x="1606" y="5017"/>
                    </a:cubicBezTo>
                    <a:lnTo>
                      <a:pt x="1606" y="5245"/>
                    </a:lnTo>
                    <a:close/>
                    <a:moveTo>
                      <a:pt x="1606" y="4396"/>
                    </a:moveTo>
                    <a:cubicBezTo>
                      <a:pt x="1606" y="4493"/>
                      <a:pt x="1528" y="4572"/>
                      <a:pt x="1431" y="4572"/>
                    </a:cubicBezTo>
                    <a:cubicBezTo>
                      <a:pt x="903" y="4572"/>
                      <a:pt x="903" y="4572"/>
                      <a:pt x="903" y="4572"/>
                    </a:cubicBezTo>
                    <a:cubicBezTo>
                      <a:pt x="807" y="4572"/>
                      <a:pt x="728" y="4493"/>
                      <a:pt x="728" y="4396"/>
                    </a:cubicBezTo>
                    <a:cubicBezTo>
                      <a:pt x="728" y="4168"/>
                      <a:pt x="728" y="4168"/>
                      <a:pt x="728" y="4168"/>
                    </a:cubicBezTo>
                    <a:cubicBezTo>
                      <a:pt x="728" y="4071"/>
                      <a:pt x="807" y="3992"/>
                      <a:pt x="903" y="3992"/>
                    </a:cubicBezTo>
                    <a:cubicBezTo>
                      <a:pt x="1431" y="3992"/>
                      <a:pt x="1431" y="3992"/>
                      <a:pt x="1431" y="3992"/>
                    </a:cubicBezTo>
                    <a:cubicBezTo>
                      <a:pt x="1528" y="3992"/>
                      <a:pt x="1606" y="4071"/>
                      <a:pt x="1606" y="4168"/>
                    </a:cubicBezTo>
                    <a:lnTo>
                      <a:pt x="1606" y="4396"/>
                    </a:lnTo>
                    <a:close/>
                    <a:moveTo>
                      <a:pt x="1606" y="3547"/>
                    </a:moveTo>
                    <a:cubicBezTo>
                      <a:pt x="1606" y="3644"/>
                      <a:pt x="1528" y="3723"/>
                      <a:pt x="1431" y="3723"/>
                    </a:cubicBezTo>
                    <a:cubicBezTo>
                      <a:pt x="903" y="3723"/>
                      <a:pt x="903" y="3723"/>
                      <a:pt x="903" y="3723"/>
                    </a:cubicBezTo>
                    <a:cubicBezTo>
                      <a:pt x="807" y="3723"/>
                      <a:pt x="728" y="3644"/>
                      <a:pt x="728" y="3547"/>
                    </a:cubicBezTo>
                    <a:cubicBezTo>
                      <a:pt x="728" y="3319"/>
                      <a:pt x="728" y="3319"/>
                      <a:pt x="728" y="3319"/>
                    </a:cubicBezTo>
                    <a:cubicBezTo>
                      <a:pt x="728" y="3222"/>
                      <a:pt x="807" y="3143"/>
                      <a:pt x="903" y="3143"/>
                    </a:cubicBezTo>
                    <a:cubicBezTo>
                      <a:pt x="1431" y="3143"/>
                      <a:pt x="1431" y="3143"/>
                      <a:pt x="1431" y="3143"/>
                    </a:cubicBezTo>
                    <a:cubicBezTo>
                      <a:pt x="1528" y="3143"/>
                      <a:pt x="1606" y="3222"/>
                      <a:pt x="1606" y="3319"/>
                    </a:cubicBezTo>
                    <a:lnTo>
                      <a:pt x="1606" y="3547"/>
                    </a:lnTo>
                    <a:close/>
                    <a:moveTo>
                      <a:pt x="1606" y="2698"/>
                    </a:moveTo>
                    <a:cubicBezTo>
                      <a:pt x="1606" y="2795"/>
                      <a:pt x="1528" y="2874"/>
                      <a:pt x="1431" y="2874"/>
                    </a:cubicBezTo>
                    <a:cubicBezTo>
                      <a:pt x="903" y="2874"/>
                      <a:pt x="903" y="2874"/>
                      <a:pt x="903" y="2874"/>
                    </a:cubicBezTo>
                    <a:cubicBezTo>
                      <a:pt x="807" y="2874"/>
                      <a:pt x="728" y="2795"/>
                      <a:pt x="728" y="2698"/>
                    </a:cubicBezTo>
                    <a:cubicBezTo>
                      <a:pt x="728" y="2470"/>
                      <a:pt x="728" y="2470"/>
                      <a:pt x="728" y="2470"/>
                    </a:cubicBezTo>
                    <a:cubicBezTo>
                      <a:pt x="728" y="2373"/>
                      <a:pt x="807" y="2294"/>
                      <a:pt x="903" y="2294"/>
                    </a:cubicBezTo>
                    <a:cubicBezTo>
                      <a:pt x="1431" y="2294"/>
                      <a:pt x="1431" y="2294"/>
                      <a:pt x="1431" y="2294"/>
                    </a:cubicBezTo>
                    <a:cubicBezTo>
                      <a:pt x="1528" y="2294"/>
                      <a:pt x="1606" y="2373"/>
                      <a:pt x="1606" y="2470"/>
                    </a:cubicBezTo>
                    <a:lnTo>
                      <a:pt x="1606" y="2698"/>
                    </a:lnTo>
                    <a:close/>
                    <a:moveTo>
                      <a:pt x="2808" y="5245"/>
                    </a:moveTo>
                    <a:cubicBezTo>
                      <a:pt x="2808" y="5342"/>
                      <a:pt x="2729" y="5421"/>
                      <a:pt x="2633" y="5421"/>
                    </a:cubicBezTo>
                    <a:cubicBezTo>
                      <a:pt x="2105" y="5421"/>
                      <a:pt x="2105" y="5421"/>
                      <a:pt x="2105" y="5421"/>
                    </a:cubicBezTo>
                    <a:cubicBezTo>
                      <a:pt x="2008" y="5421"/>
                      <a:pt x="1930" y="5342"/>
                      <a:pt x="1930" y="5245"/>
                    </a:cubicBezTo>
                    <a:cubicBezTo>
                      <a:pt x="1930" y="5017"/>
                      <a:pt x="1930" y="5017"/>
                      <a:pt x="1930" y="5017"/>
                    </a:cubicBezTo>
                    <a:cubicBezTo>
                      <a:pt x="1930" y="4920"/>
                      <a:pt x="2008" y="4841"/>
                      <a:pt x="2105" y="4841"/>
                    </a:cubicBezTo>
                    <a:cubicBezTo>
                      <a:pt x="2633" y="4841"/>
                      <a:pt x="2633" y="4841"/>
                      <a:pt x="2633" y="4841"/>
                    </a:cubicBezTo>
                    <a:cubicBezTo>
                      <a:pt x="2729" y="4841"/>
                      <a:pt x="2808" y="4920"/>
                      <a:pt x="2808" y="5017"/>
                    </a:cubicBezTo>
                    <a:lnTo>
                      <a:pt x="2808" y="5245"/>
                    </a:lnTo>
                    <a:close/>
                    <a:moveTo>
                      <a:pt x="2808" y="4396"/>
                    </a:moveTo>
                    <a:cubicBezTo>
                      <a:pt x="2808" y="4493"/>
                      <a:pt x="2729" y="4572"/>
                      <a:pt x="2633" y="4572"/>
                    </a:cubicBezTo>
                    <a:cubicBezTo>
                      <a:pt x="2105" y="4572"/>
                      <a:pt x="2105" y="4572"/>
                      <a:pt x="2105" y="4572"/>
                    </a:cubicBezTo>
                    <a:cubicBezTo>
                      <a:pt x="2008" y="4572"/>
                      <a:pt x="1930" y="4493"/>
                      <a:pt x="1930" y="4396"/>
                    </a:cubicBezTo>
                    <a:cubicBezTo>
                      <a:pt x="1930" y="4168"/>
                      <a:pt x="1930" y="4168"/>
                      <a:pt x="1930" y="4168"/>
                    </a:cubicBezTo>
                    <a:cubicBezTo>
                      <a:pt x="1930" y="4071"/>
                      <a:pt x="2008" y="3992"/>
                      <a:pt x="2105" y="3992"/>
                    </a:cubicBezTo>
                    <a:cubicBezTo>
                      <a:pt x="2633" y="3992"/>
                      <a:pt x="2633" y="3992"/>
                      <a:pt x="2633" y="3992"/>
                    </a:cubicBezTo>
                    <a:cubicBezTo>
                      <a:pt x="2729" y="3992"/>
                      <a:pt x="2808" y="4071"/>
                      <a:pt x="2808" y="4168"/>
                    </a:cubicBezTo>
                    <a:lnTo>
                      <a:pt x="2808" y="4396"/>
                    </a:lnTo>
                    <a:close/>
                    <a:moveTo>
                      <a:pt x="2808" y="3547"/>
                    </a:moveTo>
                    <a:cubicBezTo>
                      <a:pt x="2808" y="3644"/>
                      <a:pt x="2729" y="3723"/>
                      <a:pt x="2633" y="3723"/>
                    </a:cubicBezTo>
                    <a:cubicBezTo>
                      <a:pt x="2105" y="3723"/>
                      <a:pt x="2105" y="3723"/>
                      <a:pt x="2105" y="3723"/>
                    </a:cubicBezTo>
                    <a:cubicBezTo>
                      <a:pt x="2008" y="3723"/>
                      <a:pt x="1930" y="3644"/>
                      <a:pt x="1930" y="3547"/>
                    </a:cubicBezTo>
                    <a:cubicBezTo>
                      <a:pt x="1930" y="3319"/>
                      <a:pt x="1930" y="3319"/>
                      <a:pt x="1930" y="3319"/>
                    </a:cubicBezTo>
                    <a:cubicBezTo>
                      <a:pt x="1930" y="3222"/>
                      <a:pt x="2008" y="3143"/>
                      <a:pt x="2105" y="3143"/>
                    </a:cubicBezTo>
                    <a:cubicBezTo>
                      <a:pt x="2633" y="3143"/>
                      <a:pt x="2633" y="3143"/>
                      <a:pt x="2633" y="3143"/>
                    </a:cubicBezTo>
                    <a:cubicBezTo>
                      <a:pt x="2729" y="3143"/>
                      <a:pt x="2808" y="3222"/>
                      <a:pt x="2808" y="3319"/>
                    </a:cubicBezTo>
                    <a:lnTo>
                      <a:pt x="2808" y="3547"/>
                    </a:lnTo>
                    <a:close/>
                    <a:moveTo>
                      <a:pt x="2808" y="2698"/>
                    </a:moveTo>
                    <a:cubicBezTo>
                      <a:pt x="2808" y="2795"/>
                      <a:pt x="2729" y="2874"/>
                      <a:pt x="2633" y="2874"/>
                    </a:cubicBezTo>
                    <a:cubicBezTo>
                      <a:pt x="2105" y="2874"/>
                      <a:pt x="2105" y="2874"/>
                      <a:pt x="2105" y="2874"/>
                    </a:cubicBezTo>
                    <a:cubicBezTo>
                      <a:pt x="2008" y="2874"/>
                      <a:pt x="1930" y="2795"/>
                      <a:pt x="1930" y="2698"/>
                    </a:cubicBezTo>
                    <a:cubicBezTo>
                      <a:pt x="1930" y="2470"/>
                      <a:pt x="1930" y="2470"/>
                      <a:pt x="1930" y="2470"/>
                    </a:cubicBezTo>
                    <a:cubicBezTo>
                      <a:pt x="1930" y="2373"/>
                      <a:pt x="2008" y="2294"/>
                      <a:pt x="2105" y="2294"/>
                    </a:cubicBezTo>
                    <a:cubicBezTo>
                      <a:pt x="2633" y="2294"/>
                      <a:pt x="2633" y="2294"/>
                      <a:pt x="2633" y="2294"/>
                    </a:cubicBezTo>
                    <a:cubicBezTo>
                      <a:pt x="2729" y="2294"/>
                      <a:pt x="2808" y="2373"/>
                      <a:pt x="2808" y="2470"/>
                    </a:cubicBezTo>
                    <a:lnTo>
                      <a:pt x="2808" y="2698"/>
                    </a:lnTo>
                    <a:close/>
                    <a:moveTo>
                      <a:pt x="4010" y="5245"/>
                    </a:moveTo>
                    <a:cubicBezTo>
                      <a:pt x="4010" y="5342"/>
                      <a:pt x="3931" y="5421"/>
                      <a:pt x="3835" y="5421"/>
                    </a:cubicBezTo>
                    <a:cubicBezTo>
                      <a:pt x="3307" y="5421"/>
                      <a:pt x="3307" y="5421"/>
                      <a:pt x="3307" y="5421"/>
                    </a:cubicBezTo>
                    <a:cubicBezTo>
                      <a:pt x="3210" y="5421"/>
                      <a:pt x="3132" y="5342"/>
                      <a:pt x="3132" y="5245"/>
                    </a:cubicBezTo>
                    <a:cubicBezTo>
                      <a:pt x="3132" y="5017"/>
                      <a:pt x="3132" y="5017"/>
                      <a:pt x="3132" y="5017"/>
                    </a:cubicBezTo>
                    <a:cubicBezTo>
                      <a:pt x="3132" y="4920"/>
                      <a:pt x="3210" y="4841"/>
                      <a:pt x="3307" y="4841"/>
                    </a:cubicBezTo>
                    <a:cubicBezTo>
                      <a:pt x="3835" y="4841"/>
                      <a:pt x="3835" y="4841"/>
                      <a:pt x="3835" y="4841"/>
                    </a:cubicBezTo>
                    <a:cubicBezTo>
                      <a:pt x="3931" y="4841"/>
                      <a:pt x="4010" y="4920"/>
                      <a:pt x="4010" y="5017"/>
                    </a:cubicBezTo>
                    <a:lnTo>
                      <a:pt x="4010" y="5245"/>
                    </a:lnTo>
                    <a:close/>
                    <a:moveTo>
                      <a:pt x="4010" y="4396"/>
                    </a:moveTo>
                    <a:cubicBezTo>
                      <a:pt x="4010" y="4493"/>
                      <a:pt x="3931" y="4572"/>
                      <a:pt x="3835" y="4572"/>
                    </a:cubicBezTo>
                    <a:cubicBezTo>
                      <a:pt x="3307" y="4572"/>
                      <a:pt x="3307" y="4572"/>
                      <a:pt x="3307" y="4572"/>
                    </a:cubicBezTo>
                    <a:cubicBezTo>
                      <a:pt x="3210" y="4572"/>
                      <a:pt x="3132" y="4493"/>
                      <a:pt x="3132" y="4396"/>
                    </a:cubicBezTo>
                    <a:cubicBezTo>
                      <a:pt x="3132" y="4168"/>
                      <a:pt x="3132" y="4168"/>
                      <a:pt x="3132" y="4168"/>
                    </a:cubicBezTo>
                    <a:cubicBezTo>
                      <a:pt x="3132" y="4071"/>
                      <a:pt x="3210" y="3992"/>
                      <a:pt x="3307" y="3992"/>
                    </a:cubicBezTo>
                    <a:cubicBezTo>
                      <a:pt x="3835" y="3992"/>
                      <a:pt x="3835" y="3992"/>
                      <a:pt x="3835" y="3992"/>
                    </a:cubicBezTo>
                    <a:cubicBezTo>
                      <a:pt x="3931" y="3992"/>
                      <a:pt x="4010" y="4071"/>
                      <a:pt x="4010" y="4168"/>
                    </a:cubicBezTo>
                    <a:lnTo>
                      <a:pt x="4010" y="4396"/>
                    </a:lnTo>
                    <a:close/>
                    <a:moveTo>
                      <a:pt x="4010" y="3547"/>
                    </a:moveTo>
                    <a:cubicBezTo>
                      <a:pt x="4010" y="3644"/>
                      <a:pt x="3931" y="3723"/>
                      <a:pt x="3835" y="3723"/>
                    </a:cubicBezTo>
                    <a:cubicBezTo>
                      <a:pt x="3307" y="3723"/>
                      <a:pt x="3307" y="3723"/>
                      <a:pt x="3307" y="3723"/>
                    </a:cubicBezTo>
                    <a:cubicBezTo>
                      <a:pt x="3210" y="3723"/>
                      <a:pt x="3132" y="3644"/>
                      <a:pt x="3132" y="3547"/>
                    </a:cubicBezTo>
                    <a:cubicBezTo>
                      <a:pt x="3132" y="3319"/>
                      <a:pt x="3132" y="3319"/>
                      <a:pt x="3132" y="3319"/>
                    </a:cubicBezTo>
                    <a:cubicBezTo>
                      <a:pt x="3132" y="3222"/>
                      <a:pt x="3210" y="3143"/>
                      <a:pt x="3307" y="3143"/>
                    </a:cubicBezTo>
                    <a:cubicBezTo>
                      <a:pt x="3835" y="3143"/>
                      <a:pt x="3835" y="3143"/>
                      <a:pt x="3835" y="3143"/>
                    </a:cubicBezTo>
                    <a:cubicBezTo>
                      <a:pt x="3931" y="3143"/>
                      <a:pt x="4010" y="3222"/>
                      <a:pt x="4010" y="3319"/>
                    </a:cubicBezTo>
                    <a:lnTo>
                      <a:pt x="4010" y="3547"/>
                    </a:lnTo>
                    <a:close/>
                    <a:moveTo>
                      <a:pt x="4010" y="2698"/>
                    </a:moveTo>
                    <a:cubicBezTo>
                      <a:pt x="4010" y="2795"/>
                      <a:pt x="3931" y="2874"/>
                      <a:pt x="3835" y="2874"/>
                    </a:cubicBezTo>
                    <a:cubicBezTo>
                      <a:pt x="3307" y="2874"/>
                      <a:pt x="3307" y="2874"/>
                      <a:pt x="3307" y="2874"/>
                    </a:cubicBezTo>
                    <a:cubicBezTo>
                      <a:pt x="3210" y="2874"/>
                      <a:pt x="3132" y="2795"/>
                      <a:pt x="3132" y="2698"/>
                    </a:cubicBezTo>
                    <a:cubicBezTo>
                      <a:pt x="3132" y="2470"/>
                      <a:pt x="3132" y="2470"/>
                      <a:pt x="3132" y="2470"/>
                    </a:cubicBezTo>
                    <a:cubicBezTo>
                      <a:pt x="3132" y="2373"/>
                      <a:pt x="3210" y="2294"/>
                      <a:pt x="3307" y="2294"/>
                    </a:cubicBezTo>
                    <a:cubicBezTo>
                      <a:pt x="3835" y="2294"/>
                      <a:pt x="3835" y="2294"/>
                      <a:pt x="3835" y="2294"/>
                    </a:cubicBezTo>
                    <a:cubicBezTo>
                      <a:pt x="3931" y="2294"/>
                      <a:pt x="4010" y="2373"/>
                      <a:pt x="4010" y="2470"/>
                    </a:cubicBezTo>
                    <a:lnTo>
                      <a:pt x="4010" y="2698"/>
                    </a:lnTo>
                    <a:close/>
                    <a:moveTo>
                      <a:pt x="4048" y="1709"/>
                    </a:moveTo>
                    <a:cubicBezTo>
                      <a:pt x="4048" y="1720"/>
                      <a:pt x="4039" y="1728"/>
                      <a:pt x="4029" y="1728"/>
                    </a:cubicBezTo>
                    <a:cubicBezTo>
                      <a:pt x="709" y="1728"/>
                      <a:pt x="709" y="1728"/>
                      <a:pt x="709" y="1728"/>
                    </a:cubicBezTo>
                    <a:cubicBezTo>
                      <a:pt x="699" y="1728"/>
                      <a:pt x="690" y="1720"/>
                      <a:pt x="690" y="1709"/>
                    </a:cubicBezTo>
                    <a:cubicBezTo>
                      <a:pt x="690" y="664"/>
                      <a:pt x="690" y="664"/>
                      <a:pt x="690" y="664"/>
                    </a:cubicBezTo>
                    <a:cubicBezTo>
                      <a:pt x="690" y="654"/>
                      <a:pt x="699" y="646"/>
                      <a:pt x="709" y="646"/>
                    </a:cubicBezTo>
                    <a:cubicBezTo>
                      <a:pt x="4029" y="646"/>
                      <a:pt x="4029" y="646"/>
                      <a:pt x="4029" y="646"/>
                    </a:cubicBezTo>
                    <a:cubicBezTo>
                      <a:pt x="4039" y="646"/>
                      <a:pt x="4048" y="654"/>
                      <a:pt x="4048" y="664"/>
                    </a:cubicBezTo>
                    <a:lnTo>
                      <a:pt x="4048" y="1709"/>
                    </a:lnTo>
                    <a:close/>
                  </a:path>
                </a:pathLst>
              </a:custGeom>
              <a:solidFill>
                <a:srgbClr val="C3DF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34" name="Rectangle 27"/>
              <p:cNvSpPr>
                <a:spLocks noChangeArrowheads="1"/>
              </p:cNvSpPr>
              <p:nvPr/>
            </p:nvSpPr>
            <p:spPr bwMode="auto">
              <a:xfrm>
                <a:off x="7204339" y="3282209"/>
                <a:ext cx="1553492" cy="477449"/>
              </a:xfrm>
              <a:prstGeom prst="rect">
                <a:avLst/>
              </a:prstGeom>
              <a:solidFill>
                <a:srgbClr val="465A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35" name="Freeform 28"/>
              <p:cNvSpPr/>
              <p:nvPr/>
            </p:nvSpPr>
            <p:spPr bwMode="auto">
              <a:xfrm>
                <a:off x="8359787" y="4466161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36" name="Freeform 29"/>
              <p:cNvSpPr/>
              <p:nvPr/>
            </p:nvSpPr>
            <p:spPr bwMode="auto">
              <a:xfrm>
                <a:off x="8359787" y="4064045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38" name="Freeform 31"/>
              <p:cNvSpPr/>
              <p:nvPr/>
            </p:nvSpPr>
            <p:spPr bwMode="auto">
              <a:xfrm>
                <a:off x="8359787" y="4868278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39" name="Freeform 32"/>
              <p:cNvSpPr/>
              <p:nvPr/>
            </p:nvSpPr>
            <p:spPr bwMode="auto">
              <a:xfrm>
                <a:off x="8359787" y="5270394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0" name="Freeform 33"/>
              <p:cNvSpPr>
                <a:spLocks noEditPoints="1"/>
              </p:cNvSpPr>
              <p:nvPr/>
            </p:nvSpPr>
            <p:spPr bwMode="auto">
              <a:xfrm>
                <a:off x="7186015" y="3264902"/>
                <a:ext cx="1589123" cy="513080"/>
              </a:xfrm>
              <a:custGeom>
                <a:avLst/>
                <a:gdLst>
                  <a:gd name="T0" fmla="*/ 3339 w 3358"/>
                  <a:gd name="T1" fmla="*/ 0 h 1082"/>
                  <a:gd name="T2" fmla="*/ 19 w 3358"/>
                  <a:gd name="T3" fmla="*/ 0 h 1082"/>
                  <a:gd name="T4" fmla="*/ 0 w 3358"/>
                  <a:gd name="T5" fmla="*/ 18 h 1082"/>
                  <a:gd name="T6" fmla="*/ 0 w 3358"/>
                  <a:gd name="T7" fmla="*/ 1063 h 1082"/>
                  <a:gd name="T8" fmla="*/ 19 w 3358"/>
                  <a:gd name="T9" fmla="*/ 1082 h 1082"/>
                  <a:gd name="T10" fmla="*/ 3339 w 3358"/>
                  <a:gd name="T11" fmla="*/ 1082 h 1082"/>
                  <a:gd name="T12" fmla="*/ 3358 w 3358"/>
                  <a:gd name="T13" fmla="*/ 1063 h 1082"/>
                  <a:gd name="T14" fmla="*/ 3358 w 3358"/>
                  <a:gd name="T15" fmla="*/ 18 h 1082"/>
                  <a:gd name="T16" fmla="*/ 3339 w 3358"/>
                  <a:gd name="T17" fmla="*/ 0 h 1082"/>
                  <a:gd name="T18" fmla="*/ 3320 w 3358"/>
                  <a:gd name="T19" fmla="*/ 1045 h 1082"/>
                  <a:gd name="T20" fmla="*/ 38 w 3358"/>
                  <a:gd name="T21" fmla="*/ 1045 h 1082"/>
                  <a:gd name="T22" fmla="*/ 38 w 3358"/>
                  <a:gd name="T23" fmla="*/ 37 h 1082"/>
                  <a:gd name="T24" fmla="*/ 3320 w 3358"/>
                  <a:gd name="T25" fmla="*/ 37 h 1082"/>
                  <a:gd name="T26" fmla="*/ 3320 w 3358"/>
                  <a:gd name="T27" fmla="*/ 1045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58" h="1082">
                    <a:moveTo>
                      <a:pt x="3339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0" y="8"/>
                      <a:pt x="0" y="18"/>
                    </a:cubicBezTo>
                    <a:cubicBezTo>
                      <a:pt x="0" y="1063"/>
                      <a:pt x="0" y="1063"/>
                      <a:pt x="0" y="1063"/>
                    </a:cubicBezTo>
                    <a:cubicBezTo>
                      <a:pt x="0" y="1074"/>
                      <a:pt x="9" y="1082"/>
                      <a:pt x="19" y="1082"/>
                    </a:cubicBezTo>
                    <a:cubicBezTo>
                      <a:pt x="3339" y="1082"/>
                      <a:pt x="3339" y="1082"/>
                      <a:pt x="3339" y="1082"/>
                    </a:cubicBezTo>
                    <a:cubicBezTo>
                      <a:pt x="3349" y="1082"/>
                      <a:pt x="3358" y="1074"/>
                      <a:pt x="3358" y="1063"/>
                    </a:cubicBezTo>
                    <a:cubicBezTo>
                      <a:pt x="3358" y="18"/>
                      <a:pt x="3358" y="18"/>
                      <a:pt x="3358" y="18"/>
                    </a:cubicBezTo>
                    <a:cubicBezTo>
                      <a:pt x="3358" y="8"/>
                      <a:pt x="3349" y="0"/>
                      <a:pt x="3339" y="0"/>
                    </a:cubicBezTo>
                    <a:close/>
                    <a:moveTo>
                      <a:pt x="3320" y="1045"/>
                    </a:moveTo>
                    <a:cubicBezTo>
                      <a:pt x="38" y="1045"/>
                      <a:pt x="38" y="1045"/>
                      <a:pt x="38" y="1045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320" y="37"/>
                      <a:pt x="3320" y="37"/>
                      <a:pt x="3320" y="37"/>
                    </a:cubicBezTo>
                    <a:lnTo>
                      <a:pt x="3320" y="1045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2" name="Freeform 35"/>
              <p:cNvSpPr>
                <a:spLocks noEditPoints="1"/>
              </p:cNvSpPr>
              <p:nvPr/>
            </p:nvSpPr>
            <p:spPr bwMode="auto">
              <a:xfrm>
                <a:off x="7204339" y="4045721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9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9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800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800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3" name="Freeform 36"/>
              <p:cNvSpPr>
                <a:spLocks noEditPoints="1"/>
              </p:cNvSpPr>
              <p:nvPr/>
            </p:nvSpPr>
            <p:spPr bwMode="auto">
              <a:xfrm>
                <a:off x="7773410" y="4045721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4" name="Freeform 37"/>
              <p:cNvSpPr>
                <a:spLocks noEditPoints="1"/>
              </p:cNvSpPr>
              <p:nvPr/>
            </p:nvSpPr>
            <p:spPr bwMode="auto">
              <a:xfrm>
                <a:off x="8341463" y="4045721"/>
                <a:ext cx="416369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5" name="Freeform 38"/>
              <p:cNvSpPr>
                <a:spLocks noEditPoints="1"/>
              </p:cNvSpPr>
              <p:nvPr/>
            </p:nvSpPr>
            <p:spPr bwMode="auto">
              <a:xfrm>
                <a:off x="7204339" y="4447837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9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9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800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800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6" name="Freeform 39"/>
              <p:cNvSpPr>
                <a:spLocks noEditPoints="1"/>
              </p:cNvSpPr>
              <p:nvPr/>
            </p:nvSpPr>
            <p:spPr bwMode="auto">
              <a:xfrm>
                <a:off x="7773410" y="4447837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7" name="Freeform 40"/>
              <p:cNvSpPr>
                <a:spLocks noEditPoints="1"/>
              </p:cNvSpPr>
              <p:nvPr/>
            </p:nvSpPr>
            <p:spPr bwMode="auto">
              <a:xfrm>
                <a:off x="8341463" y="4447837"/>
                <a:ext cx="416369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8" name="Freeform 41"/>
              <p:cNvSpPr>
                <a:spLocks noEditPoints="1"/>
              </p:cNvSpPr>
              <p:nvPr/>
            </p:nvSpPr>
            <p:spPr bwMode="auto">
              <a:xfrm>
                <a:off x="7204339" y="4849953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9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9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800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800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9" name="Freeform 42"/>
              <p:cNvSpPr>
                <a:spLocks noEditPoints="1"/>
              </p:cNvSpPr>
              <p:nvPr/>
            </p:nvSpPr>
            <p:spPr bwMode="auto">
              <a:xfrm>
                <a:off x="7773410" y="4849953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50" name="Freeform 43"/>
              <p:cNvSpPr>
                <a:spLocks noEditPoints="1"/>
              </p:cNvSpPr>
              <p:nvPr/>
            </p:nvSpPr>
            <p:spPr bwMode="auto">
              <a:xfrm>
                <a:off x="8341463" y="4849953"/>
                <a:ext cx="416369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51" name="Freeform 44"/>
              <p:cNvSpPr>
                <a:spLocks noEditPoints="1"/>
              </p:cNvSpPr>
              <p:nvPr/>
            </p:nvSpPr>
            <p:spPr bwMode="auto">
              <a:xfrm>
                <a:off x="7204339" y="5252070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9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9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800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800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52" name="Freeform 45"/>
              <p:cNvSpPr>
                <a:spLocks noEditPoints="1"/>
              </p:cNvSpPr>
              <p:nvPr/>
            </p:nvSpPr>
            <p:spPr bwMode="auto">
              <a:xfrm>
                <a:off x="7773410" y="5252070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53" name="Freeform 46"/>
              <p:cNvSpPr>
                <a:spLocks noEditPoints="1"/>
              </p:cNvSpPr>
              <p:nvPr/>
            </p:nvSpPr>
            <p:spPr bwMode="auto">
              <a:xfrm>
                <a:off x="8341463" y="5252070"/>
                <a:ext cx="416369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</p:grp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9183362" y="2461688"/>
              <a:ext cx="611828" cy="612846"/>
            </a:xfrm>
            <a:custGeom>
              <a:avLst/>
              <a:gdLst>
                <a:gd name="T0" fmla="*/ 647 w 1294"/>
                <a:gd name="T1" fmla="*/ 1294 h 1294"/>
                <a:gd name="T2" fmla="*/ 1294 w 1294"/>
                <a:gd name="T3" fmla="*/ 647 h 1294"/>
                <a:gd name="T4" fmla="*/ 647 w 1294"/>
                <a:gd name="T5" fmla="*/ 0 h 1294"/>
                <a:gd name="T6" fmla="*/ 0 w 1294"/>
                <a:gd name="T7" fmla="*/ 647 h 1294"/>
                <a:gd name="T8" fmla="*/ 647 w 1294"/>
                <a:gd name="T9" fmla="*/ 1294 h 1294"/>
                <a:gd name="T10" fmla="*/ 647 w 1294"/>
                <a:gd name="T11" fmla="*/ 38 h 1294"/>
                <a:gd name="T12" fmla="*/ 1257 w 1294"/>
                <a:gd name="T13" fmla="*/ 647 h 1294"/>
                <a:gd name="T14" fmla="*/ 647 w 1294"/>
                <a:gd name="T15" fmla="*/ 1257 h 1294"/>
                <a:gd name="T16" fmla="*/ 37 w 1294"/>
                <a:gd name="T17" fmla="*/ 647 h 1294"/>
                <a:gd name="T18" fmla="*/ 647 w 1294"/>
                <a:gd name="T19" fmla="*/ 38 h 1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94" h="1294">
                  <a:moveTo>
                    <a:pt x="647" y="1294"/>
                  </a:moveTo>
                  <a:cubicBezTo>
                    <a:pt x="1004" y="1294"/>
                    <a:pt x="1294" y="1004"/>
                    <a:pt x="1294" y="647"/>
                  </a:cubicBezTo>
                  <a:cubicBezTo>
                    <a:pt x="1294" y="291"/>
                    <a:pt x="1004" y="0"/>
                    <a:pt x="647" y="0"/>
                  </a:cubicBezTo>
                  <a:cubicBezTo>
                    <a:pt x="290" y="0"/>
                    <a:pt x="0" y="291"/>
                    <a:pt x="0" y="647"/>
                  </a:cubicBezTo>
                  <a:cubicBezTo>
                    <a:pt x="0" y="1004"/>
                    <a:pt x="290" y="1294"/>
                    <a:pt x="647" y="1294"/>
                  </a:cubicBezTo>
                  <a:close/>
                  <a:moveTo>
                    <a:pt x="647" y="38"/>
                  </a:moveTo>
                  <a:cubicBezTo>
                    <a:pt x="983" y="38"/>
                    <a:pt x="1257" y="311"/>
                    <a:pt x="1257" y="647"/>
                  </a:cubicBezTo>
                  <a:cubicBezTo>
                    <a:pt x="1257" y="984"/>
                    <a:pt x="983" y="1257"/>
                    <a:pt x="647" y="1257"/>
                  </a:cubicBezTo>
                  <a:cubicBezTo>
                    <a:pt x="311" y="1257"/>
                    <a:pt x="37" y="984"/>
                    <a:pt x="37" y="647"/>
                  </a:cubicBezTo>
                  <a:cubicBezTo>
                    <a:pt x="37" y="311"/>
                    <a:pt x="311" y="38"/>
                    <a:pt x="647" y="38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55" name="Rectangle 48"/>
            <p:cNvSpPr>
              <a:spLocks noChangeArrowheads="1"/>
            </p:cNvSpPr>
            <p:nvPr/>
          </p:nvSpPr>
          <p:spPr bwMode="auto">
            <a:xfrm>
              <a:off x="8138877" y="2593012"/>
              <a:ext cx="843935" cy="17306"/>
            </a:xfrm>
            <a:prstGeom prst="rect">
              <a:avLst/>
            </a:pr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56" name="Rectangle 49"/>
            <p:cNvSpPr>
              <a:spLocks noChangeArrowheads="1"/>
            </p:cNvSpPr>
            <p:nvPr/>
          </p:nvSpPr>
          <p:spPr bwMode="auto">
            <a:xfrm>
              <a:off x="8138877" y="2731462"/>
              <a:ext cx="843935" cy="17306"/>
            </a:xfrm>
            <a:prstGeom prst="rect">
              <a:avLst/>
            </a:pr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9426668" y="2621516"/>
              <a:ext cx="125216" cy="125216"/>
            </a:xfrm>
            <a:custGeom>
              <a:avLst/>
              <a:gdLst>
                <a:gd name="T0" fmla="*/ 133 w 265"/>
                <a:gd name="T1" fmla="*/ 265 h 265"/>
                <a:gd name="T2" fmla="*/ 265 w 265"/>
                <a:gd name="T3" fmla="*/ 132 h 265"/>
                <a:gd name="T4" fmla="*/ 133 w 265"/>
                <a:gd name="T5" fmla="*/ 0 h 265"/>
                <a:gd name="T6" fmla="*/ 0 w 265"/>
                <a:gd name="T7" fmla="*/ 132 h 265"/>
                <a:gd name="T8" fmla="*/ 133 w 265"/>
                <a:gd name="T9" fmla="*/ 265 h 265"/>
                <a:gd name="T10" fmla="*/ 133 w 265"/>
                <a:gd name="T11" fmla="*/ 37 h 265"/>
                <a:gd name="T12" fmla="*/ 228 w 265"/>
                <a:gd name="T13" fmla="*/ 132 h 265"/>
                <a:gd name="T14" fmla="*/ 133 w 265"/>
                <a:gd name="T15" fmla="*/ 228 h 265"/>
                <a:gd name="T16" fmla="*/ 38 w 265"/>
                <a:gd name="T17" fmla="*/ 132 h 265"/>
                <a:gd name="T18" fmla="*/ 133 w 265"/>
                <a:gd name="T19" fmla="*/ 37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" h="265">
                  <a:moveTo>
                    <a:pt x="133" y="265"/>
                  </a:moveTo>
                  <a:cubicBezTo>
                    <a:pt x="206" y="265"/>
                    <a:pt x="265" y="206"/>
                    <a:pt x="265" y="132"/>
                  </a:cubicBezTo>
                  <a:cubicBezTo>
                    <a:pt x="265" y="59"/>
                    <a:pt x="206" y="0"/>
                    <a:pt x="133" y="0"/>
                  </a:cubicBezTo>
                  <a:cubicBezTo>
                    <a:pt x="60" y="0"/>
                    <a:pt x="0" y="59"/>
                    <a:pt x="0" y="132"/>
                  </a:cubicBezTo>
                  <a:cubicBezTo>
                    <a:pt x="0" y="206"/>
                    <a:pt x="60" y="265"/>
                    <a:pt x="133" y="265"/>
                  </a:cubicBezTo>
                  <a:close/>
                  <a:moveTo>
                    <a:pt x="133" y="37"/>
                  </a:moveTo>
                  <a:cubicBezTo>
                    <a:pt x="185" y="37"/>
                    <a:pt x="228" y="80"/>
                    <a:pt x="228" y="132"/>
                  </a:cubicBezTo>
                  <a:cubicBezTo>
                    <a:pt x="228" y="185"/>
                    <a:pt x="185" y="228"/>
                    <a:pt x="133" y="228"/>
                  </a:cubicBezTo>
                  <a:cubicBezTo>
                    <a:pt x="80" y="228"/>
                    <a:pt x="38" y="185"/>
                    <a:pt x="38" y="132"/>
                  </a:cubicBezTo>
                  <a:cubicBezTo>
                    <a:pt x="38" y="80"/>
                    <a:pt x="80" y="37"/>
                    <a:pt x="133" y="37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58" name="Freeform 51"/>
            <p:cNvSpPr>
              <a:spLocks noEditPoints="1"/>
            </p:cNvSpPr>
            <p:nvPr/>
          </p:nvSpPr>
          <p:spPr bwMode="auto">
            <a:xfrm>
              <a:off x="9358461" y="2771165"/>
              <a:ext cx="261630" cy="118090"/>
            </a:xfrm>
            <a:custGeom>
              <a:avLst/>
              <a:gdLst>
                <a:gd name="T0" fmla="*/ 19 w 554"/>
                <a:gd name="T1" fmla="*/ 251 h 251"/>
                <a:gd name="T2" fmla="*/ 535 w 554"/>
                <a:gd name="T3" fmla="*/ 251 h 251"/>
                <a:gd name="T4" fmla="*/ 554 w 554"/>
                <a:gd name="T5" fmla="*/ 232 h 251"/>
                <a:gd name="T6" fmla="*/ 554 w 554"/>
                <a:gd name="T7" fmla="*/ 157 h 251"/>
                <a:gd name="T8" fmla="*/ 396 w 554"/>
                <a:gd name="T9" fmla="*/ 0 h 251"/>
                <a:gd name="T10" fmla="*/ 158 w 554"/>
                <a:gd name="T11" fmla="*/ 0 h 251"/>
                <a:gd name="T12" fmla="*/ 0 w 554"/>
                <a:gd name="T13" fmla="*/ 157 h 251"/>
                <a:gd name="T14" fmla="*/ 0 w 554"/>
                <a:gd name="T15" fmla="*/ 232 h 251"/>
                <a:gd name="T16" fmla="*/ 19 w 554"/>
                <a:gd name="T17" fmla="*/ 251 h 251"/>
                <a:gd name="T18" fmla="*/ 37 w 554"/>
                <a:gd name="T19" fmla="*/ 157 h 251"/>
                <a:gd name="T20" fmla="*/ 158 w 554"/>
                <a:gd name="T21" fmla="*/ 37 h 251"/>
                <a:gd name="T22" fmla="*/ 396 w 554"/>
                <a:gd name="T23" fmla="*/ 37 h 251"/>
                <a:gd name="T24" fmla="*/ 517 w 554"/>
                <a:gd name="T25" fmla="*/ 157 h 251"/>
                <a:gd name="T26" fmla="*/ 517 w 554"/>
                <a:gd name="T27" fmla="*/ 213 h 251"/>
                <a:gd name="T28" fmla="*/ 37 w 554"/>
                <a:gd name="T29" fmla="*/ 213 h 251"/>
                <a:gd name="T30" fmla="*/ 37 w 554"/>
                <a:gd name="T31" fmla="*/ 157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4" h="251">
                  <a:moveTo>
                    <a:pt x="19" y="251"/>
                  </a:moveTo>
                  <a:cubicBezTo>
                    <a:pt x="535" y="251"/>
                    <a:pt x="535" y="251"/>
                    <a:pt x="535" y="251"/>
                  </a:cubicBezTo>
                  <a:cubicBezTo>
                    <a:pt x="546" y="251"/>
                    <a:pt x="554" y="242"/>
                    <a:pt x="554" y="232"/>
                  </a:cubicBezTo>
                  <a:cubicBezTo>
                    <a:pt x="554" y="157"/>
                    <a:pt x="554" y="157"/>
                    <a:pt x="554" y="157"/>
                  </a:cubicBezTo>
                  <a:cubicBezTo>
                    <a:pt x="554" y="70"/>
                    <a:pt x="483" y="0"/>
                    <a:pt x="396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71" y="0"/>
                    <a:pt x="0" y="70"/>
                    <a:pt x="0" y="157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0" y="242"/>
                    <a:pt x="8" y="251"/>
                    <a:pt x="19" y="251"/>
                  </a:cubicBezTo>
                  <a:close/>
                  <a:moveTo>
                    <a:pt x="37" y="157"/>
                  </a:moveTo>
                  <a:cubicBezTo>
                    <a:pt x="37" y="91"/>
                    <a:pt x="91" y="37"/>
                    <a:pt x="158" y="37"/>
                  </a:cubicBezTo>
                  <a:cubicBezTo>
                    <a:pt x="396" y="37"/>
                    <a:pt x="396" y="37"/>
                    <a:pt x="396" y="37"/>
                  </a:cubicBezTo>
                  <a:cubicBezTo>
                    <a:pt x="463" y="37"/>
                    <a:pt x="517" y="91"/>
                    <a:pt x="517" y="157"/>
                  </a:cubicBezTo>
                  <a:cubicBezTo>
                    <a:pt x="517" y="213"/>
                    <a:pt x="517" y="213"/>
                    <a:pt x="517" y="213"/>
                  </a:cubicBezTo>
                  <a:cubicBezTo>
                    <a:pt x="37" y="213"/>
                    <a:pt x="37" y="213"/>
                    <a:pt x="37" y="213"/>
                  </a:cubicBezTo>
                  <a:lnTo>
                    <a:pt x="37" y="157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9436848" y="4682999"/>
              <a:ext cx="102820" cy="234144"/>
            </a:xfrm>
            <a:custGeom>
              <a:avLst/>
              <a:gdLst>
                <a:gd name="T0" fmla="*/ 109 w 216"/>
                <a:gd name="T1" fmla="*/ 99 h 494"/>
                <a:gd name="T2" fmla="*/ 155 w 216"/>
                <a:gd name="T3" fmla="*/ 115 h 494"/>
                <a:gd name="T4" fmla="*/ 171 w 216"/>
                <a:gd name="T5" fmla="*/ 157 h 494"/>
                <a:gd name="T6" fmla="*/ 189 w 216"/>
                <a:gd name="T7" fmla="*/ 158 h 494"/>
                <a:gd name="T8" fmla="*/ 208 w 216"/>
                <a:gd name="T9" fmla="*/ 158 h 494"/>
                <a:gd name="T10" fmla="*/ 181 w 216"/>
                <a:gd name="T11" fmla="*/ 89 h 494"/>
                <a:gd name="T12" fmla="*/ 125 w 216"/>
                <a:gd name="T13" fmla="*/ 63 h 494"/>
                <a:gd name="T14" fmla="*/ 125 w 216"/>
                <a:gd name="T15" fmla="*/ 0 h 494"/>
                <a:gd name="T16" fmla="*/ 87 w 216"/>
                <a:gd name="T17" fmla="*/ 0 h 494"/>
                <a:gd name="T18" fmla="*/ 88 w 216"/>
                <a:gd name="T19" fmla="*/ 65 h 494"/>
                <a:gd name="T20" fmla="*/ 13 w 216"/>
                <a:gd name="T21" fmla="*/ 134 h 494"/>
                <a:gd name="T22" fmla="*/ 55 w 216"/>
                <a:gd name="T23" fmla="*/ 246 h 494"/>
                <a:gd name="T24" fmla="*/ 107 w 216"/>
                <a:gd name="T25" fmla="*/ 267 h 494"/>
                <a:gd name="T26" fmla="*/ 153 w 216"/>
                <a:gd name="T27" fmla="*/ 287 h 494"/>
                <a:gd name="T28" fmla="*/ 166 w 216"/>
                <a:gd name="T29" fmla="*/ 350 h 494"/>
                <a:gd name="T30" fmla="*/ 109 w 216"/>
                <a:gd name="T31" fmla="*/ 395 h 494"/>
                <a:gd name="T32" fmla="*/ 63 w 216"/>
                <a:gd name="T33" fmla="*/ 380 h 494"/>
                <a:gd name="T34" fmla="*/ 44 w 216"/>
                <a:gd name="T35" fmla="*/ 333 h 494"/>
                <a:gd name="T36" fmla="*/ 7 w 216"/>
                <a:gd name="T37" fmla="*/ 334 h 494"/>
                <a:gd name="T38" fmla="*/ 39 w 216"/>
                <a:gd name="T39" fmla="*/ 408 h 494"/>
                <a:gd name="T40" fmla="*/ 90 w 216"/>
                <a:gd name="T41" fmla="*/ 430 h 494"/>
                <a:gd name="T42" fmla="*/ 91 w 216"/>
                <a:gd name="T43" fmla="*/ 494 h 494"/>
                <a:gd name="T44" fmla="*/ 128 w 216"/>
                <a:gd name="T45" fmla="*/ 494 h 494"/>
                <a:gd name="T46" fmla="*/ 128 w 216"/>
                <a:gd name="T47" fmla="*/ 429 h 494"/>
                <a:gd name="T48" fmla="*/ 201 w 216"/>
                <a:gd name="T49" fmla="*/ 363 h 494"/>
                <a:gd name="T50" fmla="*/ 178 w 216"/>
                <a:gd name="T51" fmla="*/ 259 h 494"/>
                <a:gd name="T52" fmla="*/ 116 w 216"/>
                <a:gd name="T53" fmla="*/ 231 h 494"/>
                <a:gd name="T54" fmla="*/ 76 w 216"/>
                <a:gd name="T55" fmla="*/ 215 h 494"/>
                <a:gd name="T56" fmla="*/ 49 w 216"/>
                <a:gd name="T57" fmla="*/ 145 h 494"/>
                <a:gd name="T58" fmla="*/ 109 w 216"/>
                <a:gd name="T59" fmla="*/ 9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16" h="494">
                  <a:moveTo>
                    <a:pt x="109" y="99"/>
                  </a:moveTo>
                  <a:cubicBezTo>
                    <a:pt x="128" y="99"/>
                    <a:pt x="144" y="104"/>
                    <a:pt x="155" y="115"/>
                  </a:cubicBezTo>
                  <a:cubicBezTo>
                    <a:pt x="171" y="131"/>
                    <a:pt x="171" y="157"/>
                    <a:pt x="171" y="157"/>
                  </a:cubicBezTo>
                  <a:cubicBezTo>
                    <a:pt x="189" y="158"/>
                    <a:pt x="189" y="158"/>
                    <a:pt x="189" y="158"/>
                  </a:cubicBezTo>
                  <a:cubicBezTo>
                    <a:pt x="208" y="158"/>
                    <a:pt x="208" y="158"/>
                    <a:pt x="208" y="158"/>
                  </a:cubicBezTo>
                  <a:cubicBezTo>
                    <a:pt x="208" y="157"/>
                    <a:pt x="209" y="117"/>
                    <a:pt x="181" y="89"/>
                  </a:cubicBezTo>
                  <a:cubicBezTo>
                    <a:pt x="167" y="74"/>
                    <a:pt x="148" y="66"/>
                    <a:pt x="125" y="63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53" y="72"/>
                    <a:pt x="24" y="98"/>
                    <a:pt x="13" y="134"/>
                  </a:cubicBezTo>
                  <a:cubicBezTo>
                    <a:pt x="0" y="178"/>
                    <a:pt x="16" y="220"/>
                    <a:pt x="55" y="246"/>
                  </a:cubicBezTo>
                  <a:cubicBezTo>
                    <a:pt x="71" y="257"/>
                    <a:pt x="89" y="262"/>
                    <a:pt x="107" y="267"/>
                  </a:cubicBezTo>
                  <a:cubicBezTo>
                    <a:pt x="124" y="272"/>
                    <a:pt x="141" y="276"/>
                    <a:pt x="153" y="287"/>
                  </a:cubicBezTo>
                  <a:cubicBezTo>
                    <a:pt x="170" y="302"/>
                    <a:pt x="175" y="326"/>
                    <a:pt x="166" y="350"/>
                  </a:cubicBezTo>
                  <a:cubicBezTo>
                    <a:pt x="158" y="372"/>
                    <a:pt x="137" y="394"/>
                    <a:pt x="109" y="395"/>
                  </a:cubicBezTo>
                  <a:cubicBezTo>
                    <a:pt x="92" y="395"/>
                    <a:pt x="74" y="389"/>
                    <a:pt x="63" y="380"/>
                  </a:cubicBezTo>
                  <a:cubicBezTo>
                    <a:pt x="51" y="369"/>
                    <a:pt x="45" y="354"/>
                    <a:pt x="44" y="333"/>
                  </a:cubicBezTo>
                  <a:cubicBezTo>
                    <a:pt x="7" y="334"/>
                    <a:pt x="7" y="334"/>
                    <a:pt x="7" y="334"/>
                  </a:cubicBezTo>
                  <a:cubicBezTo>
                    <a:pt x="7" y="365"/>
                    <a:pt x="18" y="391"/>
                    <a:pt x="39" y="408"/>
                  </a:cubicBezTo>
                  <a:cubicBezTo>
                    <a:pt x="53" y="420"/>
                    <a:pt x="70" y="428"/>
                    <a:pt x="90" y="430"/>
                  </a:cubicBezTo>
                  <a:cubicBezTo>
                    <a:pt x="91" y="494"/>
                    <a:pt x="91" y="494"/>
                    <a:pt x="91" y="494"/>
                  </a:cubicBezTo>
                  <a:cubicBezTo>
                    <a:pt x="128" y="494"/>
                    <a:pt x="128" y="494"/>
                    <a:pt x="128" y="494"/>
                  </a:cubicBezTo>
                  <a:cubicBezTo>
                    <a:pt x="128" y="429"/>
                    <a:pt x="128" y="429"/>
                    <a:pt x="128" y="429"/>
                  </a:cubicBezTo>
                  <a:cubicBezTo>
                    <a:pt x="160" y="422"/>
                    <a:pt x="188" y="398"/>
                    <a:pt x="201" y="363"/>
                  </a:cubicBezTo>
                  <a:cubicBezTo>
                    <a:pt x="216" y="324"/>
                    <a:pt x="207" y="285"/>
                    <a:pt x="178" y="259"/>
                  </a:cubicBezTo>
                  <a:cubicBezTo>
                    <a:pt x="159" y="243"/>
                    <a:pt x="137" y="237"/>
                    <a:pt x="116" y="231"/>
                  </a:cubicBezTo>
                  <a:cubicBezTo>
                    <a:pt x="101" y="227"/>
                    <a:pt x="87" y="223"/>
                    <a:pt x="76" y="215"/>
                  </a:cubicBezTo>
                  <a:cubicBezTo>
                    <a:pt x="51" y="199"/>
                    <a:pt x="41" y="172"/>
                    <a:pt x="49" y="145"/>
                  </a:cubicBezTo>
                  <a:cubicBezTo>
                    <a:pt x="56" y="123"/>
                    <a:pt x="77" y="100"/>
                    <a:pt x="109" y="99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9292290" y="4603593"/>
              <a:ext cx="391936" cy="392954"/>
            </a:xfrm>
            <a:custGeom>
              <a:avLst/>
              <a:gdLst>
                <a:gd name="T0" fmla="*/ 415 w 829"/>
                <a:gd name="T1" fmla="*/ 0 h 830"/>
                <a:gd name="T2" fmla="*/ 0 w 829"/>
                <a:gd name="T3" fmla="*/ 415 h 830"/>
                <a:gd name="T4" fmla="*/ 415 w 829"/>
                <a:gd name="T5" fmla="*/ 830 h 830"/>
                <a:gd name="T6" fmla="*/ 829 w 829"/>
                <a:gd name="T7" fmla="*/ 415 h 830"/>
                <a:gd name="T8" fmla="*/ 415 w 829"/>
                <a:gd name="T9" fmla="*/ 0 h 830"/>
                <a:gd name="T10" fmla="*/ 415 w 829"/>
                <a:gd name="T11" fmla="*/ 793 h 830"/>
                <a:gd name="T12" fmla="*/ 37 w 829"/>
                <a:gd name="T13" fmla="*/ 415 h 830"/>
                <a:gd name="T14" fmla="*/ 415 w 829"/>
                <a:gd name="T15" fmla="*/ 37 h 830"/>
                <a:gd name="T16" fmla="*/ 792 w 829"/>
                <a:gd name="T17" fmla="*/ 415 h 830"/>
                <a:gd name="T18" fmla="*/ 415 w 829"/>
                <a:gd name="T19" fmla="*/ 793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9" h="830">
                  <a:moveTo>
                    <a:pt x="415" y="0"/>
                  </a:moveTo>
                  <a:cubicBezTo>
                    <a:pt x="186" y="0"/>
                    <a:pt x="0" y="186"/>
                    <a:pt x="0" y="415"/>
                  </a:cubicBezTo>
                  <a:cubicBezTo>
                    <a:pt x="0" y="644"/>
                    <a:pt x="186" y="830"/>
                    <a:pt x="415" y="830"/>
                  </a:cubicBezTo>
                  <a:cubicBezTo>
                    <a:pt x="643" y="830"/>
                    <a:pt x="829" y="644"/>
                    <a:pt x="829" y="415"/>
                  </a:cubicBezTo>
                  <a:cubicBezTo>
                    <a:pt x="829" y="186"/>
                    <a:pt x="643" y="0"/>
                    <a:pt x="415" y="0"/>
                  </a:cubicBezTo>
                  <a:close/>
                  <a:moveTo>
                    <a:pt x="415" y="793"/>
                  </a:moveTo>
                  <a:cubicBezTo>
                    <a:pt x="206" y="793"/>
                    <a:pt x="37" y="623"/>
                    <a:pt x="37" y="415"/>
                  </a:cubicBezTo>
                  <a:cubicBezTo>
                    <a:pt x="37" y="207"/>
                    <a:pt x="206" y="37"/>
                    <a:pt x="415" y="37"/>
                  </a:cubicBezTo>
                  <a:cubicBezTo>
                    <a:pt x="623" y="37"/>
                    <a:pt x="792" y="207"/>
                    <a:pt x="792" y="415"/>
                  </a:cubicBezTo>
                  <a:cubicBezTo>
                    <a:pt x="792" y="623"/>
                    <a:pt x="623" y="793"/>
                    <a:pt x="415" y="793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61" name="Freeform 54"/>
            <p:cNvSpPr/>
            <p:nvPr/>
          </p:nvSpPr>
          <p:spPr bwMode="auto">
            <a:xfrm>
              <a:off x="9404271" y="3225200"/>
              <a:ext cx="170009" cy="1236889"/>
            </a:xfrm>
            <a:custGeom>
              <a:avLst/>
              <a:gdLst>
                <a:gd name="T0" fmla="*/ 161 w 360"/>
                <a:gd name="T1" fmla="*/ 0 h 2611"/>
                <a:gd name="T2" fmla="*/ 161 w 360"/>
                <a:gd name="T3" fmla="*/ 2547 h 2611"/>
                <a:gd name="T4" fmla="*/ 27 w 360"/>
                <a:gd name="T5" fmla="*/ 2413 h 2611"/>
                <a:gd name="T6" fmla="*/ 0 w 360"/>
                <a:gd name="T7" fmla="*/ 2439 h 2611"/>
                <a:gd name="T8" fmla="*/ 167 w 360"/>
                <a:gd name="T9" fmla="*/ 2606 h 2611"/>
                <a:gd name="T10" fmla="*/ 180 w 360"/>
                <a:gd name="T11" fmla="*/ 2611 h 2611"/>
                <a:gd name="T12" fmla="*/ 193 w 360"/>
                <a:gd name="T13" fmla="*/ 2606 h 2611"/>
                <a:gd name="T14" fmla="*/ 360 w 360"/>
                <a:gd name="T15" fmla="*/ 2439 h 2611"/>
                <a:gd name="T16" fmla="*/ 333 w 360"/>
                <a:gd name="T17" fmla="*/ 2413 h 2611"/>
                <a:gd name="T18" fmla="*/ 199 w 360"/>
                <a:gd name="T19" fmla="*/ 2547 h 2611"/>
                <a:gd name="T20" fmla="*/ 199 w 360"/>
                <a:gd name="T21" fmla="*/ 0 h 2611"/>
                <a:gd name="T22" fmla="*/ 161 w 360"/>
                <a:gd name="T23" fmla="*/ 0 h 2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0" h="2611">
                  <a:moveTo>
                    <a:pt x="161" y="0"/>
                  </a:moveTo>
                  <a:cubicBezTo>
                    <a:pt x="161" y="2547"/>
                    <a:pt x="161" y="2547"/>
                    <a:pt x="161" y="2547"/>
                  </a:cubicBezTo>
                  <a:cubicBezTo>
                    <a:pt x="27" y="2413"/>
                    <a:pt x="27" y="2413"/>
                    <a:pt x="27" y="2413"/>
                  </a:cubicBezTo>
                  <a:cubicBezTo>
                    <a:pt x="0" y="2439"/>
                    <a:pt x="0" y="2439"/>
                    <a:pt x="0" y="2439"/>
                  </a:cubicBezTo>
                  <a:cubicBezTo>
                    <a:pt x="167" y="2606"/>
                    <a:pt x="167" y="2606"/>
                    <a:pt x="167" y="2606"/>
                  </a:cubicBezTo>
                  <a:cubicBezTo>
                    <a:pt x="170" y="2609"/>
                    <a:pt x="175" y="2611"/>
                    <a:pt x="180" y="2611"/>
                  </a:cubicBezTo>
                  <a:cubicBezTo>
                    <a:pt x="185" y="2611"/>
                    <a:pt x="190" y="2609"/>
                    <a:pt x="193" y="2606"/>
                  </a:cubicBezTo>
                  <a:cubicBezTo>
                    <a:pt x="360" y="2439"/>
                    <a:pt x="360" y="2439"/>
                    <a:pt x="360" y="2439"/>
                  </a:cubicBezTo>
                  <a:cubicBezTo>
                    <a:pt x="333" y="2413"/>
                    <a:pt x="333" y="2413"/>
                    <a:pt x="333" y="2413"/>
                  </a:cubicBezTo>
                  <a:cubicBezTo>
                    <a:pt x="199" y="2547"/>
                    <a:pt x="199" y="2547"/>
                    <a:pt x="199" y="2547"/>
                  </a:cubicBezTo>
                  <a:cubicBezTo>
                    <a:pt x="199" y="0"/>
                    <a:pt x="199" y="0"/>
                    <a:pt x="199" y="0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9408335" y="2862495"/>
            <a:ext cx="1410467" cy="3087959"/>
            <a:chOff x="9800280" y="2685651"/>
            <a:chExt cx="1505646" cy="3296336"/>
          </a:xfrm>
        </p:grpSpPr>
        <p:sp>
          <p:nvSpPr>
            <p:cNvPr id="76" name="Freeform 69"/>
            <p:cNvSpPr/>
            <p:nvPr/>
          </p:nvSpPr>
          <p:spPr bwMode="auto">
            <a:xfrm>
              <a:off x="10334738" y="5800780"/>
              <a:ext cx="314567" cy="162883"/>
            </a:xfrm>
            <a:custGeom>
              <a:avLst/>
              <a:gdLst>
                <a:gd name="T0" fmla="*/ 264 w 664"/>
                <a:gd name="T1" fmla="*/ 256 h 345"/>
                <a:gd name="T2" fmla="*/ 252 w 664"/>
                <a:gd name="T3" fmla="*/ 260 h 345"/>
                <a:gd name="T4" fmla="*/ 103 w 664"/>
                <a:gd name="T5" fmla="*/ 260 h 345"/>
                <a:gd name="T6" fmla="*/ 0 w 664"/>
                <a:gd name="T7" fmla="*/ 345 h 345"/>
                <a:gd name="T8" fmla="*/ 342 w 664"/>
                <a:gd name="T9" fmla="*/ 345 h 345"/>
                <a:gd name="T10" fmla="*/ 532 w 664"/>
                <a:gd name="T11" fmla="*/ 203 h 345"/>
                <a:gd name="T12" fmla="*/ 551 w 664"/>
                <a:gd name="T13" fmla="*/ 202 h 345"/>
                <a:gd name="T14" fmla="*/ 562 w 664"/>
                <a:gd name="T15" fmla="*/ 218 h 345"/>
                <a:gd name="T16" fmla="*/ 565 w 664"/>
                <a:gd name="T17" fmla="*/ 345 h 345"/>
                <a:gd name="T18" fmla="*/ 599 w 664"/>
                <a:gd name="T19" fmla="*/ 345 h 345"/>
                <a:gd name="T20" fmla="*/ 590 w 664"/>
                <a:gd name="T21" fmla="*/ 0 h 345"/>
                <a:gd name="T22" fmla="*/ 264 w 664"/>
                <a:gd name="T23" fmla="*/ 25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64" h="345">
                  <a:moveTo>
                    <a:pt x="264" y="256"/>
                  </a:moveTo>
                  <a:cubicBezTo>
                    <a:pt x="260" y="258"/>
                    <a:pt x="256" y="260"/>
                    <a:pt x="252" y="260"/>
                  </a:cubicBezTo>
                  <a:cubicBezTo>
                    <a:pt x="103" y="260"/>
                    <a:pt x="103" y="260"/>
                    <a:pt x="103" y="260"/>
                  </a:cubicBezTo>
                  <a:cubicBezTo>
                    <a:pt x="52" y="260"/>
                    <a:pt x="9" y="297"/>
                    <a:pt x="0" y="345"/>
                  </a:cubicBezTo>
                  <a:cubicBezTo>
                    <a:pt x="342" y="345"/>
                    <a:pt x="342" y="345"/>
                    <a:pt x="342" y="345"/>
                  </a:cubicBezTo>
                  <a:cubicBezTo>
                    <a:pt x="532" y="203"/>
                    <a:pt x="532" y="203"/>
                    <a:pt x="532" y="203"/>
                  </a:cubicBezTo>
                  <a:cubicBezTo>
                    <a:pt x="538" y="199"/>
                    <a:pt x="545" y="199"/>
                    <a:pt x="551" y="202"/>
                  </a:cubicBezTo>
                  <a:cubicBezTo>
                    <a:pt x="558" y="205"/>
                    <a:pt x="562" y="211"/>
                    <a:pt x="562" y="218"/>
                  </a:cubicBezTo>
                  <a:cubicBezTo>
                    <a:pt x="565" y="345"/>
                    <a:pt x="565" y="345"/>
                    <a:pt x="565" y="345"/>
                  </a:cubicBezTo>
                  <a:cubicBezTo>
                    <a:pt x="599" y="345"/>
                    <a:pt x="599" y="345"/>
                    <a:pt x="599" y="345"/>
                  </a:cubicBezTo>
                  <a:cubicBezTo>
                    <a:pt x="614" y="296"/>
                    <a:pt x="664" y="110"/>
                    <a:pt x="590" y="0"/>
                  </a:cubicBezTo>
                  <a:lnTo>
                    <a:pt x="264" y="256"/>
                  </a:lnTo>
                  <a:close/>
                </a:path>
              </a:pathLst>
            </a:custGeom>
            <a:solidFill>
              <a:srgbClr val="FF8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7" name="Freeform 70"/>
            <p:cNvSpPr/>
            <p:nvPr/>
          </p:nvSpPr>
          <p:spPr bwMode="auto">
            <a:xfrm>
              <a:off x="9818604" y="3107110"/>
              <a:ext cx="298279" cy="159829"/>
            </a:xfrm>
            <a:custGeom>
              <a:avLst/>
              <a:gdLst>
                <a:gd name="T0" fmla="*/ 631 w 631"/>
                <a:gd name="T1" fmla="*/ 224 h 338"/>
                <a:gd name="T2" fmla="*/ 561 w 631"/>
                <a:gd name="T3" fmla="*/ 65 h 338"/>
                <a:gd name="T4" fmla="*/ 335 w 631"/>
                <a:gd name="T5" fmla="*/ 33 h 338"/>
                <a:gd name="T6" fmla="*/ 38 w 631"/>
                <a:gd name="T7" fmla="*/ 57 h 338"/>
                <a:gd name="T8" fmla="*/ 38 w 631"/>
                <a:gd name="T9" fmla="*/ 57 h 338"/>
                <a:gd name="T10" fmla="*/ 11 w 631"/>
                <a:gd name="T11" fmla="*/ 68 h 338"/>
                <a:gd name="T12" fmla="*/ 0 w 631"/>
                <a:gd name="T13" fmla="*/ 96 h 338"/>
                <a:gd name="T14" fmla="*/ 33 w 631"/>
                <a:gd name="T15" fmla="*/ 133 h 338"/>
                <a:gd name="T16" fmla="*/ 371 w 631"/>
                <a:gd name="T17" fmla="*/ 177 h 338"/>
                <a:gd name="T18" fmla="*/ 387 w 631"/>
                <a:gd name="T19" fmla="*/ 190 h 338"/>
                <a:gd name="T20" fmla="*/ 431 w 631"/>
                <a:gd name="T21" fmla="*/ 338 h 338"/>
                <a:gd name="T22" fmla="*/ 631 w 631"/>
                <a:gd name="T23" fmla="*/ 22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31" h="338">
                  <a:moveTo>
                    <a:pt x="631" y="224"/>
                  </a:moveTo>
                  <a:cubicBezTo>
                    <a:pt x="619" y="168"/>
                    <a:pt x="603" y="103"/>
                    <a:pt x="561" y="65"/>
                  </a:cubicBezTo>
                  <a:cubicBezTo>
                    <a:pt x="504" y="14"/>
                    <a:pt x="407" y="0"/>
                    <a:pt x="335" y="33"/>
                  </a:cubicBezTo>
                  <a:cubicBezTo>
                    <a:pt x="285" y="56"/>
                    <a:pt x="146" y="59"/>
                    <a:pt x="38" y="57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28" y="57"/>
                    <a:pt x="18" y="61"/>
                    <a:pt x="11" y="68"/>
                  </a:cubicBezTo>
                  <a:cubicBezTo>
                    <a:pt x="4" y="75"/>
                    <a:pt x="0" y="85"/>
                    <a:pt x="0" y="96"/>
                  </a:cubicBezTo>
                  <a:cubicBezTo>
                    <a:pt x="0" y="115"/>
                    <a:pt x="14" y="131"/>
                    <a:pt x="33" y="133"/>
                  </a:cubicBezTo>
                  <a:cubicBezTo>
                    <a:pt x="371" y="177"/>
                    <a:pt x="371" y="177"/>
                    <a:pt x="371" y="177"/>
                  </a:cubicBezTo>
                  <a:cubicBezTo>
                    <a:pt x="379" y="178"/>
                    <a:pt x="385" y="183"/>
                    <a:pt x="387" y="190"/>
                  </a:cubicBezTo>
                  <a:cubicBezTo>
                    <a:pt x="431" y="338"/>
                    <a:pt x="431" y="338"/>
                    <a:pt x="431" y="338"/>
                  </a:cubicBezTo>
                  <a:lnTo>
                    <a:pt x="631" y="224"/>
                  </a:ln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8" name="Freeform 71"/>
            <p:cNvSpPr/>
            <p:nvPr/>
          </p:nvSpPr>
          <p:spPr bwMode="auto">
            <a:xfrm>
              <a:off x="9940766" y="3071479"/>
              <a:ext cx="53955" cy="37667"/>
            </a:xfrm>
            <a:custGeom>
              <a:avLst/>
              <a:gdLst>
                <a:gd name="T0" fmla="*/ 44 w 114"/>
                <a:gd name="T1" fmla="*/ 79 h 79"/>
                <a:gd name="T2" fmla="*/ 60 w 114"/>
                <a:gd name="T3" fmla="*/ 73 h 79"/>
                <a:gd name="T4" fmla="*/ 114 w 114"/>
                <a:gd name="T5" fmla="*/ 57 h 79"/>
                <a:gd name="T6" fmla="*/ 11 w 114"/>
                <a:gd name="T7" fmla="*/ 7 h 79"/>
                <a:gd name="T8" fmla="*/ 1 w 114"/>
                <a:gd name="T9" fmla="*/ 19 h 79"/>
                <a:gd name="T10" fmla="*/ 44 w 114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79">
                  <a:moveTo>
                    <a:pt x="44" y="79"/>
                  </a:moveTo>
                  <a:cubicBezTo>
                    <a:pt x="50" y="77"/>
                    <a:pt x="56" y="75"/>
                    <a:pt x="60" y="73"/>
                  </a:cubicBezTo>
                  <a:cubicBezTo>
                    <a:pt x="77" y="66"/>
                    <a:pt x="95" y="61"/>
                    <a:pt x="114" y="57"/>
                  </a:cubicBezTo>
                  <a:cubicBezTo>
                    <a:pt x="67" y="22"/>
                    <a:pt x="24" y="0"/>
                    <a:pt x="11" y="7"/>
                  </a:cubicBezTo>
                  <a:cubicBezTo>
                    <a:pt x="1" y="13"/>
                    <a:pt x="1" y="17"/>
                    <a:pt x="1" y="19"/>
                  </a:cubicBezTo>
                  <a:cubicBezTo>
                    <a:pt x="0" y="25"/>
                    <a:pt x="4" y="42"/>
                    <a:pt x="44" y="79"/>
                  </a:cubicBez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9" name="Freeform 72"/>
            <p:cNvSpPr/>
            <p:nvPr/>
          </p:nvSpPr>
          <p:spPr bwMode="auto">
            <a:xfrm>
              <a:off x="10809133" y="5800780"/>
              <a:ext cx="314567" cy="162883"/>
            </a:xfrm>
            <a:custGeom>
              <a:avLst/>
              <a:gdLst>
                <a:gd name="T0" fmla="*/ 264 w 664"/>
                <a:gd name="T1" fmla="*/ 256 h 345"/>
                <a:gd name="T2" fmla="*/ 252 w 664"/>
                <a:gd name="T3" fmla="*/ 260 h 345"/>
                <a:gd name="T4" fmla="*/ 103 w 664"/>
                <a:gd name="T5" fmla="*/ 260 h 345"/>
                <a:gd name="T6" fmla="*/ 0 w 664"/>
                <a:gd name="T7" fmla="*/ 345 h 345"/>
                <a:gd name="T8" fmla="*/ 342 w 664"/>
                <a:gd name="T9" fmla="*/ 345 h 345"/>
                <a:gd name="T10" fmla="*/ 532 w 664"/>
                <a:gd name="T11" fmla="*/ 203 h 345"/>
                <a:gd name="T12" fmla="*/ 551 w 664"/>
                <a:gd name="T13" fmla="*/ 202 h 345"/>
                <a:gd name="T14" fmla="*/ 562 w 664"/>
                <a:gd name="T15" fmla="*/ 218 h 345"/>
                <a:gd name="T16" fmla="*/ 565 w 664"/>
                <a:gd name="T17" fmla="*/ 345 h 345"/>
                <a:gd name="T18" fmla="*/ 599 w 664"/>
                <a:gd name="T19" fmla="*/ 345 h 345"/>
                <a:gd name="T20" fmla="*/ 590 w 664"/>
                <a:gd name="T21" fmla="*/ 0 h 345"/>
                <a:gd name="T22" fmla="*/ 264 w 664"/>
                <a:gd name="T23" fmla="*/ 25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64" h="345">
                  <a:moveTo>
                    <a:pt x="264" y="256"/>
                  </a:moveTo>
                  <a:cubicBezTo>
                    <a:pt x="261" y="258"/>
                    <a:pt x="257" y="260"/>
                    <a:pt x="252" y="260"/>
                  </a:cubicBezTo>
                  <a:cubicBezTo>
                    <a:pt x="103" y="260"/>
                    <a:pt x="103" y="260"/>
                    <a:pt x="103" y="260"/>
                  </a:cubicBezTo>
                  <a:cubicBezTo>
                    <a:pt x="52" y="260"/>
                    <a:pt x="9" y="297"/>
                    <a:pt x="0" y="345"/>
                  </a:cubicBezTo>
                  <a:cubicBezTo>
                    <a:pt x="342" y="345"/>
                    <a:pt x="342" y="345"/>
                    <a:pt x="342" y="345"/>
                  </a:cubicBezTo>
                  <a:cubicBezTo>
                    <a:pt x="532" y="203"/>
                    <a:pt x="532" y="203"/>
                    <a:pt x="532" y="203"/>
                  </a:cubicBezTo>
                  <a:cubicBezTo>
                    <a:pt x="538" y="199"/>
                    <a:pt x="545" y="199"/>
                    <a:pt x="551" y="202"/>
                  </a:cubicBezTo>
                  <a:cubicBezTo>
                    <a:pt x="558" y="205"/>
                    <a:pt x="562" y="211"/>
                    <a:pt x="562" y="218"/>
                  </a:cubicBezTo>
                  <a:cubicBezTo>
                    <a:pt x="565" y="345"/>
                    <a:pt x="565" y="345"/>
                    <a:pt x="565" y="345"/>
                  </a:cubicBezTo>
                  <a:cubicBezTo>
                    <a:pt x="599" y="345"/>
                    <a:pt x="599" y="345"/>
                    <a:pt x="599" y="345"/>
                  </a:cubicBezTo>
                  <a:cubicBezTo>
                    <a:pt x="614" y="296"/>
                    <a:pt x="664" y="110"/>
                    <a:pt x="590" y="0"/>
                  </a:cubicBezTo>
                  <a:lnTo>
                    <a:pt x="264" y="256"/>
                  </a:lnTo>
                  <a:close/>
                </a:path>
              </a:pathLst>
            </a:custGeom>
            <a:solidFill>
              <a:srgbClr val="FF8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0" name="Freeform 73"/>
            <p:cNvSpPr/>
            <p:nvPr/>
          </p:nvSpPr>
          <p:spPr bwMode="auto">
            <a:xfrm>
              <a:off x="10891593" y="5344709"/>
              <a:ext cx="197495" cy="560927"/>
            </a:xfrm>
            <a:custGeom>
              <a:avLst/>
              <a:gdLst>
                <a:gd name="T0" fmla="*/ 402 w 417"/>
                <a:gd name="T1" fmla="*/ 926 h 1184"/>
                <a:gd name="T2" fmla="*/ 417 w 417"/>
                <a:gd name="T3" fmla="*/ 0 h 1184"/>
                <a:gd name="T4" fmla="*/ 93 w 417"/>
                <a:gd name="T5" fmla="*/ 0 h 1184"/>
                <a:gd name="T6" fmla="*/ 214 w 417"/>
                <a:gd name="T7" fmla="*/ 933 h 1184"/>
                <a:gd name="T8" fmla="*/ 210 w 417"/>
                <a:gd name="T9" fmla="*/ 948 h 1184"/>
                <a:gd name="T10" fmla="*/ 0 w 417"/>
                <a:gd name="T11" fmla="*/ 1184 h 1184"/>
                <a:gd name="T12" fmla="*/ 72 w 417"/>
                <a:gd name="T13" fmla="*/ 1184 h 1184"/>
                <a:gd name="T14" fmla="*/ 402 w 417"/>
                <a:gd name="T15" fmla="*/ 926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7" h="1184">
                  <a:moveTo>
                    <a:pt x="402" y="926"/>
                  </a:moveTo>
                  <a:cubicBezTo>
                    <a:pt x="417" y="0"/>
                    <a:pt x="417" y="0"/>
                    <a:pt x="417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214" y="933"/>
                    <a:pt x="214" y="933"/>
                    <a:pt x="214" y="933"/>
                  </a:cubicBezTo>
                  <a:cubicBezTo>
                    <a:pt x="215" y="938"/>
                    <a:pt x="213" y="944"/>
                    <a:pt x="210" y="948"/>
                  </a:cubicBezTo>
                  <a:cubicBezTo>
                    <a:pt x="0" y="1184"/>
                    <a:pt x="0" y="1184"/>
                    <a:pt x="0" y="1184"/>
                  </a:cubicBezTo>
                  <a:cubicBezTo>
                    <a:pt x="72" y="1184"/>
                    <a:pt x="72" y="1184"/>
                    <a:pt x="72" y="1184"/>
                  </a:cubicBezTo>
                  <a:lnTo>
                    <a:pt x="402" y="926"/>
                  </a:ln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1" name="Freeform 74"/>
            <p:cNvSpPr/>
            <p:nvPr/>
          </p:nvSpPr>
          <p:spPr bwMode="auto">
            <a:xfrm>
              <a:off x="10678827" y="3161065"/>
              <a:ext cx="284026" cy="311513"/>
            </a:xfrm>
            <a:custGeom>
              <a:avLst/>
              <a:gdLst>
                <a:gd name="T0" fmla="*/ 600 w 600"/>
                <a:gd name="T1" fmla="*/ 348 h 656"/>
                <a:gd name="T2" fmla="*/ 486 w 600"/>
                <a:gd name="T3" fmla="*/ 336 h 656"/>
                <a:gd name="T4" fmla="*/ 468 w 600"/>
                <a:gd name="T5" fmla="*/ 320 h 656"/>
                <a:gd name="T6" fmla="*/ 418 w 600"/>
                <a:gd name="T7" fmla="*/ 0 h 656"/>
                <a:gd name="T8" fmla="*/ 316 w 600"/>
                <a:gd name="T9" fmla="*/ 82 h 656"/>
                <a:gd name="T10" fmla="*/ 102 w 600"/>
                <a:gd name="T11" fmla="*/ 164 h 656"/>
                <a:gd name="T12" fmla="*/ 102 w 600"/>
                <a:gd name="T13" fmla="*/ 318 h 656"/>
                <a:gd name="T14" fmla="*/ 96 w 600"/>
                <a:gd name="T15" fmla="*/ 331 h 656"/>
                <a:gd name="T16" fmla="*/ 82 w 600"/>
                <a:gd name="T17" fmla="*/ 336 h 656"/>
                <a:gd name="T18" fmla="*/ 0 w 600"/>
                <a:gd name="T19" fmla="*/ 337 h 656"/>
                <a:gd name="T20" fmla="*/ 114 w 600"/>
                <a:gd name="T21" fmla="*/ 656 h 656"/>
                <a:gd name="T22" fmla="*/ 600 w 600"/>
                <a:gd name="T23" fmla="*/ 348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00" h="656">
                  <a:moveTo>
                    <a:pt x="600" y="348"/>
                  </a:moveTo>
                  <a:cubicBezTo>
                    <a:pt x="534" y="338"/>
                    <a:pt x="487" y="336"/>
                    <a:pt x="486" y="336"/>
                  </a:cubicBezTo>
                  <a:cubicBezTo>
                    <a:pt x="477" y="336"/>
                    <a:pt x="469" y="329"/>
                    <a:pt x="468" y="320"/>
                  </a:cubicBezTo>
                  <a:cubicBezTo>
                    <a:pt x="418" y="0"/>
                    <a:pt x="418" y="0"/>
                    <a:pt x="418" y="0"/>
                  </a:cubicBezTo>
                  <a:cubicBezTo>
                    <a:pt x="388" y="31"/>
                    <a:pt x="354" y="59"/>
                    <a:pt x="316" y="82"/>
                  </a:cubicBezTo>
                  <a:cubicBezTo>
                    <a:pt x="266" y="114"/>
                    <a:pt x="186" y="150"/>
                    <a:pt x="102" y="164"/>
                  </a:cubicBezTo>
                  <a:cubicBezTo>
                    <a:pt x="102" y="318"/>
                    <a:pt x="102" y="318"/>
                    <a:pt x="102" y="318"/>
                  </a:cubicBezTo>
                  <a:cubicBezTo>
                    <a:pt x="102" y="323"/>
                    <a:pt x="100" y="328"/>
                    <a:pt x="96" y="331"/>
                  </a:cubicBezTo>
                  <a:cubicBezTo>
                    <a:pt x="92" y="335"/>
                    <a:pt x="87" y="336"/>
                    <a:pt x="82" y="336"/>
                  </a:cubicBezTo>
                  <a:cubicBezTo>
                    <a:pt x="60" y="335"/>
                    <a:pt x="32" y="335"/>
                    <a:pt x="0" y="337"/>
                  </a:cubicBezTo>
                  <a:cubicBezTo>
                    <a:pt x="114" y="656"/>
                    <a:pt x="114" y="656"/>
                    <a:pt x="114" y="656"/>
                  </a:cubicBezTo>
                  <a:lnTo>
                    <a:pt x="600" y="348"/>
                  </a:ln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2" name="Freeform 75"/>
            <p:cNvSpPr/>
            <p:nvPr/>
          </p:nvSpPr>
          <p:spPr bwMode="auto">
            <a:xfrm>
              <a:off x="10653377" y="3093876"/>
              <a:ext cx="104856" cy="58027"/>
            </a:xfrm>
            <a:custGeom>
              <a:avLst/>
              <a:gdLst>
                <a:gd name="T0" fmla="*/ 126 w 221"/>
                <a:gd name="T1" fmla="*/ 110 h 123"/>
                <a:gd name="T2" fmla="*/ 221 w 221"/>
                <a:gd name="T3" fmla="*/ 0 h 123"/>
                <a:gd name="T4" fmla="*/ 0 w 221"/>
                <a:gd name="T5" fmla="*/ 24 h 123"/>
                <a:gd name="T6" fmla="*/ 126 w 221"/>
                <a:gd name="T7" fmla="*/ 11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" h="123">
                  <a:moveTo>
                    <a:pt x="126" y="110"/>
                  </a:moveTo>
                  <a:cubicBezTo>
                    <a:pt x="200" y="96"/>
                    <a:pt x="217" y="33"/>
                    <a:pt x="221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5" y="59"/>
                    <a:pt x="52" y="123"/>
                    <a:pt x="126" y="110"/>
                  </a:cubicBezTo>
                  <a:close/>
                </a:path>
              </a:pathLst>
            </a:custGeom>
            <a:solidFill>
              <a:srgbClr val="FF8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3" name="Freeform 76"/>
            <p:cNvSpPr>
              <a:spLocks noEditPoints="1"/>
            </p:cNvSpPr>
            <p:nvPr/>
          </p:nvSpPr>
          <p:spPr bwMode="auto">
            <a:xfrm>
              <a:off x="10551575" y="2841408"/>
              <a:ext cx="406188" cy="407206"/>
            </a:xfrm>
            <a:custGeom>
              <a:avLst/>
              <a:gdLst>
                <a:gd name="T0" fmla="*/ 687 w 858"/>
                <a:gd name="T1" fmla="*/ 617 h 860"/>
                <a:gd name="T2" fmla="*/ 698 w 858"/>
                <a:gd name="T3" fmla="*/ 599 h 860"/>
                <a:gd name="T4" fmla="*/ 731 w 858"/>
                <a:gd name="T5" fmla="*/ 556 h 860"/>
                <a:gd name="T6" fmla="*/ 853 w 858"/>
                <a:gd name="T7" fmla="*/ 389 h 860"/>
                <a:gd name="T8" fmla="*/ 829 w 858"/>
                <a:gd name="T9" fmla="*/ 335 h 860"/>
                <a:gd name="T10" fmla="*/ 743 w 858"/>
                <a:gd name="T11" fmla="*/ 315 h 860"/>
                <a:gd name="T12" fmla="*/ 735 w 858"/>
                <a:gd name="T13" fmla="*/ 314 h 860"/>
                <a:gd name="T14" fmla="*/ 442 w 858"/>
                <a:gd name="T15" fmla="*/ 15 h 860"/>
                <a:gd name="T16" fmla="*/ 430 w 858"/>
                <a:gd name="T17" fmla="*/ 14 h 860"/>
                <a:gd name="T18" fmla="*/ 76 w 858"/>
                <a:gd name="T19" fmla="*/ 79 h 860"/>
                <a:gd name="T20" fmla="*/ 19 w 858"/>
                <a:gd name="T21" fmla="*/ 229 h 860"/>
                <a:gd name="T22" fmla="*/ 0 w 858"/>
                <a:gd name="T23" fmla="*/ 229 h 860"/>
                <a:gd name="T24" fmla="*/ 19 w 858"/>
                <a:gd name="T25" fmla="*/ 230 h 860"/>
                <a:gd name="T26" fmla="*/ 17 w 858"/>
                <a:gd name="T27" fmla="*/ 258 h 860"/>
                <a:gd name="T28" fmla="*/ 17 w 858"/>
                <a:gd name="T29" fmla="*/ 285 h 860"/>
                <a:gd name="T30" fmla="*/ 20 w 858"/>
                <a:gd name="T31" fmla="*/ 324 h 860"/>
                <a:gd name="T32" fmla="*/ 139 w 858"/>
                <a:gd name="T33" fmla="*/ 744 h 860"/>
                <a:gd name="T34" fmla="*/ 563 w 858"/>
                <a:gd name="T35" fmla="*/ 727 h 860"/>
                <a:gd name="T36" fmla="*/ 687 w 858"/>
                <a:gd name="T37" fmla="*/ 617 h 860"/>
                <a:gd name="T38" fmla="*/ 402 w 858"/>
                <a:gd name="T39" fmla="*/ 286 h 860"/>
                <a:gd name="T40" fmla="*/ 431 w 858"/>
                <a:gd name="T41" fmla="*/ 324 h 860"/>
                <a:gd name="T42" fmla="*/ 402 w 858"/>
                <a:gd name="T43" fmla="*/ 362 h 860"/>
                <a:gd name="T44" fmla="*/ 372 w 858"/>
                <a:gd name="T45" fmla="*/ 324 h 860"/>
                <a:gd name="T46" fmla="*/ 402 w 858"/>
                <a:gd name="T47" fmla="*/ 286 h 860"/>
                <a:gd name="T48" fmla="*/ 122 w 858"/>
                <a:gd name="T49" fmla="*/ 342 h 860"/>
                <a:gd name="T50" fmla="*/ 92 w 858"/>
                <a:gd name="T51" fmla="*/ 304 h 860"/>
                <a:gd name="T52" fmla="*/ 122 w 858"/>
                <a:gd name="T53" fmla="*/ 266 h 860"/>
                <a:gd name="T54" fmla="*/ 152 w 858"/>
                <a:gd name="T55" fmla="*/ 304 h 860"/>
                <a:gd name="T56" fmla="*/ 122 w 858"/>
                <a:gd name="T57" fmla="*/ 342 h 860"/>
                <a:gd name="T58" fmla="*/ 213 w 858"/>
                <a:gd name="T59" fmla="*/ 357 h 860"/>
                <a:gd name="T60" fmla="*/ 222 w 858"/>
                <a:gd name="T61" fmla="*/ 393 h 860"/>
                <a:gd name="T62" fmla="*/ 206 w 858"/>
                <a:gd name="T63" fmla="*/ 415 h 860"/>
                <a:gd name="T64" fmla="*/ 227 w 858"/>
                <a:gd name="T65" fmla="*/ 434 h 860"/>
                <a:gd name="T66" fmla="*/ 226 w 858"/>
                <a:gd name="T67" fmla="*/ 471 h 860"/>
                <a:gd name="T68" fmla="*/ 169 w 858"/>
                <a:gd name="T69" fmla="*/ 420 h 860"/>
                <a:gd name="T70" fmla="*/ 213 w 858"/>
                <a:gd name="T71" fmla="*/ 357 h 860"/>
                <a:gd name="T72" fmla="*/ 348 w 858"/>
                <a:gd name="T73" fmla="*/ 679 h 860"/>
                <a:gd name="T74" fmla="*/ 321 w 858"/>
                <a:gd name="T75" fmla="*/ 682 h 860"/>
                <a:gd name="T76" fmla="*/ 171 w 858"/>
                <a:gd name="T77" fmla="*/ 546 h 860"/>
                <a:gd name="T78" fmla="*/ 174 w 858"/>
                <a:gd name="T79" fmla="*/ 531 h 860"/>
                <a:gd name="T80" fmla="*/ 187 w 858"/>
                <a:gd name="T81" fmla="*/ 523 h 860"/>
                <a:gd name="T82" fmla="*/ 454 w 858"/>
                <a:gd name="T83" fmla="*/ 494 h 860"/>
                <a:gd name="T84" fmla="*/ 468 w 858"/>
                <a:gd name="T85" fmla="*/ 498 h 860"/>
                <a:gd name="T86" fmla="*/ 475 w 858"/>
                <a:gd name="T87" fmla="*/ 511 h 860"/>
                <a:gd name="T88" fmla="*/ 348 w 858"/>
                <a:gd name="T89" fmla="*/ 679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58" h="860">
                  <a:moveTo>
                    <a:pt x="687" y="617"/>
                  </a:moveTo>
                  <a:cubicBezTo>
                    <a:pt x="690" y="613"/>
                    <a:pt x="693" y="607"/>
                    <a:pt x="698" y="599"/>
                  </a:cubicBezTo>
                  <a:cubicBezTo>
                    <a:pt x="710" y="578"/>
                    <a:pt x="719" y="563"/>
                    <a:pt x="731" y="556"/>
                  </a:cubicBezTo>
                  <a:cubicBezTo>
                    <a:pt x="732" y="556"/>
                    <a:pt x="858" y="485"/>
                    <a:pt x="853" y="389"/>
                  </a:cubicBezTo>
                  <a:cubicBezTo>
                    <a:pt x="852" y="365"/>
                    <a:pt x="844" y="347"/>
                    <a:pt x="829" y="335"/>
                  </a:cubicBezTo>
                  <a:cubicBezTo>
                    <a:pt x="797" y="308"/>
                    <a:pt x="743" y="315"/>
                    <a:pt x="743" y="315"/>
                  </a:cubicBezTo>
                  <a:cubicBezTo>
                    <a:pt x="735" y="314"/>
                    <a:pt x="735" y="314"/>
                    <a:pt x="735" y="314"/>
                  </a:cubicBezTo>
                  <a:cubicBezTo>
                    <a:pt x="496" y="246"/>
                    <a:pt x="446" y="34"/>
                    <a:pt x="442" y="15"/>
                  </a:cubicBezTo>
                  <a:cubicBezTo>
                    <a:pt x="438" y="14"/>
                    <a:pt x="434" y="14"/>
                    <a:pt x="430" y="14"/>
                  </a:cubicBezTo>
                  <a:cubicBezTo>
                    <a:pt x="255" y="0"/>
                    <a:pt x="139" y="21"/>
                    <a:pt x="76" y="79"/>
                  </a:cubicBezTo>
                  <a:cubicBezTo>
                    <a:pt x="38" y="114"/>
                    <a:pt x="19" y="163"/>
                    <a:pt x="19" y="229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19" y="230"/>
                    <a:pt x="19" y="230"/>
                    <a:pt x="19" y="230"/>
                  </a:cubicBezTo>
                  <a:cubicBezTo>
                    <a:pt x="17" y="258"/>
                    <a:pt x="17" y="258"/>
                    <a:pt x="17" y="258"/>
                  </a:cubicBezTo>
                  <a:cubicBezTo>
                    <a:pt x="16" y="275"/>
                    <a:pt x="16" y="275"/>
                    <a:pt x="17" y="285"/>
                  </a:cubicBezTo>
                  <a:cubicBezTo>
                    <a:pt x="17" y="291"/>
                    <a:pt x="18" y="302"/>
                    <a:pt x="20" y="324"/>
                  </a:cubicBezTo>
                  <a:cubicBezTo>
                    <a:pt x="29" y="474"/>
                    <a:pt x="46" y="643"/>
                    <a:pt x="139" y="744"/>
                  </a:cubicBezTo>
                  <a:cubicBezTo>
                    <a:pt x="246" y="860"/>
                    <a:pt x="451" y="797"/>
                    <a:pt x="563" y="727"/>
                  </a:cubicBezTo>
                  <a:cubicBezTo>
                    <a:pt x="610" y="697"/>
                    <a:pt x="652" y="660"/>
                    <a:pt x="687" y="617"/>
                  </a:cubicBezTo>
                  <a:close/>
                  <a:moveTo>
                    <a:pt x="402" y="286"/>
                  </a:moveTo>
                  <a:cubicBezTo>
                    <a:pt x="418" y="286"/>
                    <a:pt x="431" y="303"/>
                    <a:pt x="431" y="324"/>
                  </a:cubicBezTo>
                  <a:cubicBezTo>
                    <a:pt x="431" y="345"/>
                    <a:pt x="418" y="362"/>
                    <a:pt x="402" y="362"/>
                  </a:cubicBezTo>
                  <a:cubicBezTo>
                    <a:pt x="385" y="362"/>
                    <a:pt x="372" y="345"/>
                    <a:pt x="372" y="324"/>
                  </a:cubicBezTo>
                  <a:cubicBezTo>
                    <a:pt x="372" y="303"/>
                    <a:pt x="385" y="286"/>
                    <a:pt x="402" y="286"/>
                  </a:cubicBezTo>
                  <a:close/>
                  <a:moveTo>
                    <a:pt x="122" y="342"/>
                  </a:moveTo>
                  <a:cubicBezTo>
                    <a:pt x="105" y="342"/>
                    <a:pt x="92" y="325"/>
                    <a:pt x="92" y="304"/>
                  </a:cubicBezTo>
                  <a:cubicBezTo>
                    <a:pt x="92" y="283"/>
                    <a:pt x="105" y="266"/>
                    <a:pt x="122" y="266"/>
                  </a:cubicBezTo>
                  <a:cubicBezTo>
                    <a:pt x="138" y="266"/>
                    <a:pt x="152" y="283"/>
                    <a:pt x="152" y="304"/>
                  </a:cubicBezTo>
                  <a:cubicBezTo>
                    <a:pt x="152" y="325"/>
                    <a:pt x="138" y="342"/>
                    <a:pt x="122" y="342"/>
                  </a:cubicBezTo>
                  <a:close/>
                  <a:moveTo>
                    <a:pt x="213" y="357"/>
                  </a:moveTo>
                  <a:cubicBezTo>
                    <a:pt x="222" y="393"/>
                    <a:pt x="222" y="393"/>
                    <a:pt x="222" y="393"/>
                  </a:cubicBezTo>
                  <a:cubicBezTo>
                    <a:pt x="212" y="395"/>
                    <a:pt x="205" y="406"/>
                    <a:pt x="206" y="415"/>
                  </a:cubicBezTo>
                  <a:cubicBezTo>
                    <a:pt x="207" y="425"/>
                    <a:pt x="217" y="434"/>
                    <a:pt x="227" y="434"/>
                  </a:cubicBezTo>
                  <a:cubicBezTo>
                    <a:pt x="226" y="471"/>
                    <a:pt x="226" y="471"/>
                    <a:pt x="226" y="471"/>
                  </a:cubicBezTo>
                  <a:cubicBezTo>
                    <a:pt x="198" y="471"/>
                    <a:pt x="172" y="448"/>
                    <a:pt x="169" y="420"/>
                  </a:cubicBezTo>
                  <a:cubicBezTo>
                    <a:pt x="166" y="392"/>
                    <a:pt x="185" y="363"/>
                    <a:pt x="213" y="357"/>
                  </a:cubicBezTo>
                  <a:close/>
                  <a:moveTo>
                    <a:pt x="348" y="679"/>
                  </a:moveTo>
                  <a:cubicBezTo>
                    <a:pt x="338" y="681"/>
                    <a:pt x="330" y="682"/>
                    <a:pt x="321" y="682"/>
                  </a:cubicBezTo>
                  <a:cubicBezTo>
                    <a:pt x="233" y="682"/>
                    <a:pt x="185" y="596"/>
                    <a:pt x="171" y="546"/>
                  </a:cubicBezTo>
                  <a:cubicBezTo>
                    <a:pt x="170" y="541"/>
                    <a:pt x="171" y="535"/>
                    <a:pt x="174" y="531"/>
                  </a:cubicBezTo>
                  <a:cubicBezTo>
                    <a:pt x="177" y="526"/>
                    <a:pt x="182" y="523"/>
                    <a:pt x="187" y="523"/>
                  </a:cubicBezTo>
                  <a:cubicBezTo>
                    <a:pt x="454" y="494"/>
                    <a:pt x="454" y="494"/>
                    <a:pt x="454" y="494"/>
                  </a:cubicBezTo>
                  <a:cubicBezTo>
                    <a:pt x="459" y="493"/>
                    <a:pt x="464" y="495"/>
                    <a:pt x="468" y="498"/>
                  </a:cubicBezTo>
                  <a:cubicBezTo>
                    <a:pt x="472" y="501"/>
                    <a:pt x="475" y="506"/>
                    <a:pt x="475" y="511"/>
                  </a:cubicBezTo>
                  <a:cubicBezTo>
                    <a:pt x="476" y="561"/>
                    <a:pt x="452" y="660"/>
                    <a:pt x="348" y="679"/>
                  </a:cubicBez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4" name="Freeform 77"/>
            <p:cNvSpPr/>
            <p:nvPr/>
          </p:nvSpPr>
          <p:spPr bwMode="auto">
            <a:xfrm>
              <a:off x="10417197" y="5344709"/>
              <a:ext cx="306423" cy="560927"/>
            </a:xfrm>
            <a:custGeom>
              <a:avLst/>
              <a:gdLst>
                <a:gd name="T0" fmla="*/ 214 w 648"/>
                <a:gd name="T1" fmla="*/ 937 h 1184"/>
                <a:gd name="T2" fmla="*/ 209 w 648"/>
                <a:gd name="T3" fmla="*/ 948 h 1184"/>
                <a:gd name="T4" fmla="*/ 0 w 648"/>
                <a:gd name="T5" fmla="*/ 1184 h 1184"/>
                <a:gd name="T6" fmla="*/ 72 w 648"/>
                <a:gd name="T7" fmla="*/ 1184 h 1184"/>
                <a:gd name="T8" fmla="*/ 404 w 648"/>
                <a:gd name="T9" fmla="*/ 924 h 1184"/>
                <a:gd name="T10" fmla="*/ 648 w 648"/>
                <a:gd name="T11" fmla="*/ 0 h 1184"/>
                <a:gd name="T12" fmla="*/ 297 w 648"/>
                <a:gd name="T13" fmla="*/ 0 h 1184"/>
                <a:gd name="T14" fmla="*/ 214 w 648"/>
                <a:gd name="T15" fmla="*/ 937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8" h="1184">
                  <a:moveTo>
                    <a:pt x="214" y="937"/>
                  </a:moveTo>
                  <a:cubicBezTo>
                    <a:pt x="214" y="941"/>
                    <a:pt x="212" y="945"/>
                    <a:pt x="209" y="948"/>
                  </a:cubicBezTo>
                  <a:cubicBezTo>
                    <a:pt x="0" y="1184"/>
                    <a:pt x="0" y="1184"/>
                    <a:pt x="0" y="1184"/>
                  </a:cubicBezTo>
                  <a:cubicBezTo>
                    <a:pt x="72" y="1184"/>
                    <a:pt x="72" y="1184"/>
                    <a:pt x="72" y="1184"/>
                  </a:cubicBezTo>
                  <a:cubicBezTo>
                    <a:pt x="404" y="924"/>
                    <a:pt x="404" y="924"/>
                    <a:pt x="404" y="924"/>
                  </a:cubicBezTo>
                  <a:cubicBezTo>
                    <a:pt x="648" y="0"/>
                    <a:pt x="648" y="0"/>
                    <a:pt x="648" y="0"/>
                  </a:cubicBezTo>
                  <a:cubicBezTo>
                    <a:pt x="297" y="0"/>
                    <a:pt x="297" y="0"/>
                    <a:pt x="297" y="0"/>
                  </a:cubicBezTo>
                  <a:lnTo>
                    <a:pt x="214" y="937"/>
                  </a:ln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5" name="Freeform 78"/>
            <p:cNvSpPr/>
            <p:nvPr/>
          </p:nvSpPr>
          <p:spPr bwMode="auto">
            <a:xfrm>
              <a:off x="10752124" y="4025360"/>
              <a:ext cx="346125" cy="101802"/>
            </a:xfrm>
            <a:custGeom>
              <a:avLst/>
              <a:gdLst>
                <a:gd name="T0" fmla="*/ 245 w 731"/>
                <a:gd name="T1" fmla="*/ 92 h 215"/>
                <a:gd name="T2" fmla="*/ 242 w 731"/>
                <a:gd name="T3" fmla="*/ 92 h 215"/>
                <a:gd name="T4" fmla="*/ 224 w 731"/>
                <a:gd name="T5" fmla="*/ 78 h 215"/>
                <a:gd name="T6" fmla="*/ 203 w 731"/>
                <a:gd name="T7" fmla="*/ 0 h 215"/>
                <a:gd name="T8" fmla="*/ 127 w 731"/>
                <a:gd name="T9" fmla="*/ 10 h 215"/>
                <a:gd name="T10" fmla="*/ 0 w 731"/>
                <a:gd name="T11" fmla="*/ 56 h 215"/>
                <a:gd name="T12" fmla="*/ 29 w 731"/>
                <a:gd name="T13" fmla="*/ 215 h 215"/>
                <a:gd name="T14" fmla="*/ 731 w 731"/>
                <a:gd name="T15" fmla="*/ 87 h 215"/>
                <a:gd name="T16" fmla="*/ 719 w 731"/>
                <a:gd name="T17" fmla="*/ 24 h 215"/>
                <a:gd name="T18" fmla="*/ 245 w 731"/>
                <a:gd name="T19" fmla="*/ 92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1" h="215">
                  <a:moveTo>
                    <a:pt x="245" y="92"/>
                  </a:moveTo>
                  <a:cubicBezTo>
                    <a:pt x="244" y="92"/>
                    <a:pt x="243" y="92"/>
                    <a:pt x="242" y="92"/>
                  </a:cubicBezTo>
                  <a:cubicBezTo>
                    <a:pt x="234" y="92"/>
                    <a:pt x="226" y="86"/>
                    <a:pt x="224" y="78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27" y="10"/>
                    <a:pt x="127" y="10"/>
                    <a:pt x="127" y="10"/>
                  </a:cubicBezTo>
                  <a:cubicBezTo>
                    <a:pt x="86" y="28"/>
                    <a:pt x="43" y="44"/>
                    <a:pt x="0" y="56"/>
                  </a:cubicBezTo>
                  <a:cubicBezTo>
                    <a:pt x="29" y="215"/>
                    <a:pt x="29" y="215"/>
                    <a:pt x="29" y="215"/>
                  </a:cubicBezTo>
                  <a:cubicBezTo>
                    <a:pt x="731" y="87"/>
                    <a:pt x="731" y="87"/>
                    <a:pt x="731" y="87"/>
                  </a:cubicBezTo>
                  <a:cubicBezTo>
                    <a:pt x="719" y="24"/>
                    <a:pt x="719" y="24"/>
                    <a:pt x="719" y="24"/>
                  </a:cubicBezTo>
                  <a:lnTo>
                    <a:pt x="245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6" name="Freeform 79"/>
            <p:cNvSpPr/>
            <p:nvPr/>
          </p:nvSpPr>
          <p:spPr bwMode="auto">
            <a:xfrm>
              <a:off x="9999811" y="3229272"/>
              <a:ext cx="1287790" cy="823575"/>
            </a:xfrm>
            <a:custGeom>
              <a:avLst/>
              <a:gdLst>
                <a:gd name="T0" fmla="*/ 2698 w 2719"/>
                <a:gd name="T1" fmla="*/ 1332 h 1739"/>
                <a:gd name="T2" fmla="*/ 2464 w 2719"/>
                <a:gd name="T3" fmla="*/ 432 h 1739"/>
                <a:gd name="T4" fmla="*/ 2088 w 2719"/>
                <a:gd name="T5" fmla="*/ 213 h 1739"/>
                <a:gd name="T6" fmla="*/ 1548 w 2719"/>
                <a:gd name="T7" fmla="*/ 556 h 1739"/>
                <a:gd name="T8" fmla="*/ 1538 w 2719"/>
                <a:gd name="T9" fmla="*/ 559 h 1739"/>
                <a:gd name="T10" fmla="*/ 1532 w 2719"/>
                <a:gd name="T11" fmla="*/ 558 h 1739"/>
                <a:gd name="T12" fmla="*/ 1520 w 2719"/>
                <a:gd name="T13" fmla="*/ 546 h 1739"/>
                <a:gd name="T14" fmla="*/ 1395 w 2719"/>
                <a:gd name="T15" fmla="*/ 195 h 1739"/>
                <a:gd name="T16" fmla="*/ 1002 w 2719"/>
                <a:gd name="T17" fmla="*/ 283 h 1739"/>
                <a:gd name="T18" fmla="*/ 606 w 2719"/>
                <a:gd name="T19" fmla="*/ 480 h 1739"/>
                <a:gd name="T20" fmla="*/ 660 w 2719"/>
                <a:gd name="T21" fmla="*/ 565 h 1739"/>
                <a:gd name="T22" fmla="*/ 628 w 2719"/>
                <a:gd name="T23" fmla="*/ 585 h 1739"/>
                <a:gd name="T24" fmla="*/ 262 w 2719"/>
                <a:gd name="T25" fmla="*/ 0 h 1739"/>
                <a:gd name="T26" fmla="*/ 0 w 2719"/>
                <a:gd name="T27" fmla="*/ 149 h 1739"/>
                <a:gd name="T28" fmla="*/ 275 w 2719"/>
                <a:gd name="T29" fmla="*/ 837 h 1739"/>
                <a:gd name="T30" fmla="*/ 558 w 2719"/>
                <a:gd name="T31" fmla="*/ 971 h 1739"/>
                <a:gd name="T32" fmla="*/ 1040 w 2719"/>
                <a:gd name="T33" fmla="*/ 817 h 1739"/>
                <a:gd name="T34" fmla="*/ 1090 w 2719"/>
                <a:gd name="T35" fmla="*/ 617 h 1739"/>
                <a:gd name="T36" fmla="*/ 1154 w 2719"/>
                <a:gd name="T37" fmla="*/ 469 h 1739"/>
                <a:gd name="T38" fmla="*/ 1189 w 2719"/>
                <a:gd name="T39" fmla="*/ 484 h 1739"/>
                <a:gd name="T40" fmla="*/ 1125 w 2719"/>
                <a:gd name="T41" fmla="*/ 632 h 1739"/>
                <a:gd name="T42" fmla="*/ 1087 w 2719"/>
                <a:gd name="T43" fmla="*/ 997 h 1739"/>
                <a:gd name="T44" fmla="*/ 1239 w 2719"/>
                <a:gd name="T45" fmla="*/ 1739 h 1739"/>
                <a:gd name="T46" fmla="*/ 1542 w 2719"/>
                <a:gd name="T47" fmla="*/ 1739 h 1739"/>
                <a:gd name="T48" fmla="*/ 1500 w 2719"/>
                <a:gd name="T49" fmla="*/ 1724 h 1739"/>
                <a:gd name="T50" fmla="*/ 1449 w 2719"/>
                <a:gd name="T51" fmla="*/ 1651 h 1739"/>
                <a:gd name="T52" fmla="*/ 1429 w 2719"/>
                <a:gd name="T53" fmla="*/ 1555 h 1739"/>
                <a:gd name="T54" fmla="*/ 1468 w 2719"/>
                <a:gd name="T55" fmla="*/ 1446 h 1739"/>
                <a:gd name="T56" fmla="*/ 1478 w 2719"/>
                <a:gd name="T57" fmla="*/ 1380 h 1739"/>
                <a:gd name="T58" fmla="*/ 1484 w 2719"/>
                <a:gd name="T59" fmla="*/ 1371 h 1739"/>
                <a:gd name="T60" fmla="*/ 1389 w 2719"/>
                <a:gd name="T61" fmla="*/ 850 h 1739"/>
                <a:gd name="T62" fmla="*/ 1392 w 2719"/>
                <a:gd name="T63" fmla="*/ 836 h 1739"/>
                <a:gd name="T64" fmla="*/ 1404 w 2719"/>
                <a:gd name="T65" fmla="*/ 828 h 1739"/>
                <a:gd name="T66" fmla="*/ 2143 w 2719"/>
                <a:gd name="T67" fmla="*/ 693 h 1739"/>
                <a:gd name="T68" fmla="*/ 2164 w 2719"/>
                <a:gd name="T69" fmla="*/ 708 h 1739"/>
                <a:gd name="T70" fmla="*/ 2263 w 2719"/>
                <a:gd name="T71" fmla="*/ 1246 h 1739"/>
                <a:gd name="T72" fmla="*/ 2279 w 2719"/>
                <a:gd name="T73" fmla="*/ 1243 h 1739"/>
                <a:gd name="T74" fmla="*/ 2322 w 2719"/>
                <a:gd name="T75" fmla="*/ 550 h 1739"/>
                <a:gd name="T76" fmla="*/ 2359 w 2719"/>
                <a:gd name="T77" fmla="*/ 552 h 1739"/>
                <a:gd name="T78" fmla="*/ 2317 w 2719"/>
                <a:gd name="T79" fmla="*/ 1234 h 1739"/>
                <a:gd name="T80" fmla="*/ 2453 w 2719"/>
                <a:gd name="T81" fmla="*/ 1202 h 1739"/>
                <a:gd name="T82" fmla="*/ 2462 w 2719"/>
                <a:gd name="T83" fmla="*/ 1238 h 1739"/>
                <a:gd name="T84" fmla="*/ 1756 w 2719"/>
                <a:gd name="T85" fmla="*/ 1404 h 1739"/>
                <a:gd name="T86" fmla="*/ 1845 w 2719"/>
                <a:gd name="T87" fmla="*/ 1732 h 1739"/>
                <a:gd name="T88" fmla="*/ 2463 w 2719"/>
                <a:gd name="T89" fmla="*/ 1644 h 1739"/>
                <a:gd name="T90" fmla="*/ 2698 w 2719"/>
                <a:gd name="T91" fmla="*/ 1332 h 1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19" h="1739">
                  <a:moveTo>
                    <a:pt x="2698" y="1332"/>
                  </a:moveTo>
                  <a:cubicBezTo>
                    <a:pt x="2658" y="1043"/>
                    <a:pt x="2529" y="586"/>
                    <a:pt x="2464" y="432"/>
                  </a:cubicBezTo>
                  <a:cubicBezTo>
                    <a:pt x="2409" y="300"/>
                    <a:pt x="2227" y="240"/>
                    <a:pt x="2088" y="213"/>
                  </a:cubicBezTo>
                  <a:cubicBezTo>
                    <a:pt x="1548" y="556"/>
                    <a:pt x="1548" y="556"/>
                    <a:pt x="1548" y="556"/>
                  </a:cubicBezTo>
                  <a:cubicBezTo>
                    <a:pt x="1545" y="558"/>
                    <a:pt x="1541" y="559"/>
                    <a:pt x="1538" y="559"/>
                  </a:cubicBezTo>
                  <a:cubicBezTo>
                    <a:pt x="1536" y="559"/>
                    <a:pt x="1534" y="558"/>
                    <a:pt x="1532" y="558"/>
                  </a:cubicBezTo>
                  <a:cubicBezTo>
                    <a:pt x="1526" y="556"/>
                    <a:pt x="1522" y="552"/>
                    <a:pt x="1520" y="546"/>
                  </a:cubicBezTo>
                  <a:cubicBezTo>
                    <a:pt x="1395" y="195"/>
                    <a:pt x="1395" y="195"/>
                    <a:pt x="1395" y="195"/>
                  </a:cubicBezTo>
                  <a:cubicBezTo>
                    <a:pt x="1276" y="203"/>
                    <a:pt x="1122" y="229"/>
                    <a:pt x="1002" y="283"/>
                  </a:cubicBezTo>
                  <a:cubicBezTo>
                    <a:pt x="799" y="375"/>
                    <a:pt x="656" y="452"/>
                    <a:pt x="606" y="480"/>
                  </a:cubicBezTo>
                  <a:cubicBezTo>
                    <a:pt x="660" y="565"/>
                    <a:pt x="660" y="565"/>
                    <a:pt x="660" y="565"/>
                  </a:cubicBezTo>
                  <a:cubicBezTo>
                    <a:pt x="628" y="585"/>
                    <a:pt x="628" y="585"/>
                    <a:pt x="628" y="585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75" y="837"/>
                    <a:pt x="275" y="837"/>
                    <a:pt x="275" y="837"/>
                  </a:cubicBezTo>
                  <a:cubicBezTo>
                    <a:pt x="320" y="949"/>
                    <a:pt x="444" y="1007"/>
                    <a:pt x="558" y="971"/>
                  </a:cubicBezTo>
                  <a:cubicBezTo>
                    <a:pt x="1040" y="817"/>
                    <a:pt x="1040" y="817"/>
                    <a:pt x="1040" y="817"/>
                  </a:cubicBezTo>
                  <a:cubicBezTo>
                    <a:pt x="1046" y="748"/>
                    <a:pt x="1062" y="681"/>
                    <a:pt x="1090" y="617"/>
                  </a:cubicBezTo>
                  <a:cubicBezTo>
                    <a:pt x="1154" y="469"/>
                    <a:pt x="1154" y="469"/>
                    <a:pt x="1154" y="469"/>
                  </a:cubicBezTo>
                  <a:cubicBezTo>
                    <a:pt x="1189" y="484"/>
                    <a:pt x="1189" y="484"/>
                    <a:pt x="1189" y="484"/>
                  </a:cubicBezTo>
                  <a:cubicBezTo>
                    <a:pt x="1125" y="632"/>
                    <a:pt x="1125" y="632"/>
                    <a:pt x="1125" y="632"/>
                  </a:cubicBezTo>
                  <a:cubicBezTo>
                    <a:pt x="1074" y="747"/>
                    <a:pt x="1061" y="873"/>
                    <a:pt x="1087" y="997"/>
                  </a:cubicBezTo>
                  <a:cubicBezTo>
                    <a:pt x="1239" y="1739"/>
                    <a:pt x="1239" y="1739"/>
                    <a:pt x="1239" y="1739"/>
                  </a:cubicBezTo>
                  <a:cubicBezTo>
                    <a:pt x="1542" y="1739"/>
                    <a:pt x="1542" y="1739"/>
                    <a:pt x="1542" y="1739"/>
                  </a:cubicBezTo>
                  <a:cubicBezTo>
                    <a:pt x="1527" y="1737"/>
                    <a:pt x="1513" y="1732"/>
                    <a:pt x="1500" y="1724"/>
                  </a:cubicBezTo>
                  <a:cubicBezTo>
                    <a:pt x="1473" y="1708"/>
                    <a:pt x="1455" y="1682"/>
                    <a:pt x="1449" y="1651"/>
                  </a:cubicBezTo>
                  <a:cubicBezTo>
                    <a:pt x="1429" y="1555"/>
                    <a:pt x="1429" y="1555"/>
                    <a:pt x="1429" y="1555"/>
                  </a:cubicBezTo>
                  <a:cubicBezTo>
                    <a:pt x="1421" y="1513"/>
                    <a:pt x="1437" y="1472"/>
                    <a:pt x="1468" y="1446"/>
                  </a:cubicBezTo>
                  <a:cubicBezTo>
                    <a:pt x="1466" y="1430"/>
                    <a:pt x="1465" y="1404"/>
                    <a:pt x="1478" y="1380"/>
                  </a:cubicBezTo>
                  <a:cubicBezTo>
                    <a:pt x="1479" y="1377"/>
                    <a:pt x="1482" y="1374"/>
                    <a:pt x="1484" y="1371"/>
                  </a:cubicBezTo>
                  <a:cubicBezTo>
                    <a:pt x="1389" y="850"/>
                    <a:pt x="1389" y="850"/>
                    <a:pt x="1389" y="850"/>
                  </a:cubicBezTo>
                  <a:cubicBezTo>
                    <a:pt x="1388" y="845"/>
                    <a:pt x="1389" y="840"/>
                    <a:pt x="1392" y="836"/>
                  </a:cubicBezTo>
                  <a:cubicBezTo>
                    <a:pt x="1395" y="832"/>
                    <a:pt x="1399" y="829"/>
                    <a:pt x="1404" y="828"/>
                  </a:cubicBezTo>
                  <a:cubicBezTo>
                    <a:pt x="2143" y="693"/>
                    <a:pt x="2143" y="693"/>
                    <a:pt x="2143" y="693"/>
                  </a:cubicBezTo>
                  <a:cubicBezTo>
                    <a:pt x="2152" y="691"/>
                    <a:pt x="2162" y="698"/>
                    <a:pt x="2164" y="708"/>
                  </a:cubicBezTo>
                  <a:cubicBezTo>
                    <a:pt x="2263" y="1246"/>
                    <a:pt x="2263" y="1246"/>
                    <a:pt x="2263" y="1246"/>
                  </a:cubicBezTo>
                  <a:cubicBezTo>
                    <a:pt x="2279" y="1243"/>
                    <a:pt x="2279" y="1243"/>
                    <a:pt x="2279" y="1243"/>
                  </a:cubicBezTo>
                  <a:cubicBezTo>
                    <a:pt x="2322" y="550"/>
                    <a:pt x="2322" y="550"/>
                    <a:pt x="2322" y="550"/>
                  </a:cubicBezTo>
                  <a:cubicBezTo>
                    <a:pt x="2359" y="552"/>
                    <a:pt x="2359" y="552"/>
                    <a:pt x="2359" y="552"/>
                  </a:cubicBezTo>
                  <a:cubicBezTo>
                    <a:pt x="2317" y="1234"/>
                    <a:pt x="2317" y="1234"/>
                    <a:pt x="2317" y="1234"/>
                  </a:cubicBezTo>
                  <a:cubicBezTo>
                    <a:pt x="2453" y="1202"/>
                    <a:pt x="2453" y="1202"/>
                    <a:pt x="2453" y="1202"/>
                  </a:cubicBezTo>
                  <a:cubicBezTo>
                    <a:pt x="2462" y="1238"/>
                    <a:pt x="2462" y="1238"/>
                    <a:pt x="2462" y="1238"/>
                  </a:cubicBezTo>
                  <a:cubicBezTo>
                    <a:pt x="1756" y="1404"/>
                    <a:pt x="1756" y="1404"/>
                    <a:pt x="1756" y="1404"/>
                  </a:cubicBezTo>
                  <a:cubicBezTo>
                    <a:pt x="1845" y="1732"/>
                    <a:pt x="1845" y="1732"/>
                    <a:pt x="1845" y="1732"/>
                  </a:cubicBezTo>
                  <a:cubicBezTo>
                    <a:pt x="2463" y="1644"/>
                    <a:pt x="2463" y="1644"/>
                    <a:pt x="2463" y="1644"/>
                  </a:cubicBezTo>
                  <a:cubicBezTo>
                    <a:pt x="2613" y="1622"/>
                    <a:pt x="2719" y="1482"/>
                    <a:pt x="2698" y="1332"/>
                  </a:cubicBezTo>
                  <a:close/>
                </a:path>
              </a:pathLst>
            </a:custGeom>
            <a:solidFill>
              <a:srgbClr val="C3DF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7" name="Freeform 80"/>
            <p:cNvSpPr/>
            <p:nvPr/>
          </p:nvSpPr>
          <p:spPr bwMode="auto">
            <a:xfrm>
              <a:off x="10489476" y="2702958"/>
              <a:ext cx="686143" cy="685125"/>
            </a:xfrm>
            <a:custGeom>
              <a:avLst/>
              <a:gdLst>
                <a:gd name="T0" fmla="*/ 113 w 1451"/>
                <a:gd name="T1" fmla="*/ 580 h 1447"/>
                <a:gd name="T2" fmla="*/ 113 w 1451"/>
                <a:gd name="T3" fmla="*/ 548 h 1447"/>
                <a:gd name="T4" fmla="*/ 115 w 1451"/>
                <a:gd name="T5" fmla="*/ 520 h 1447"/>
                <a:gd name="T6" fmla="*/ 115 w 1451"/>
                <a:gd name="T7" fmla="*/ 520 h 1447"/>
                <a:gd name="T8" fmla="*/ 184 w 1451"/>
                <a:gd name="T9" fmla="*/ 344 h 1447"/>
                <a:gd name="T10" fmla="*/ 566 w 1451"/>
                <a:gd name="T11" fmla="*/ 269 h 1447"/>
                <a:gd name="T12" fmla="*/ 840 w 1451"/>
                <a:gd name="T13" fmla="*/ 192 h 1447"/>
                <a:gd name="T14" fmla="*/ 877 w 1451"/>
                <a:gd name="T15" fmla="*/ 196 h 1447"/>
                <a:gd name="T16" fmla="*/ 840 w 1451"/>
                <a:gd name="T17" fmla="*/ 256 h 1447"/>
                <a:gd name="T18" fmla="*/ 614 w 1451"/>
                <a:gd name="T19" fmla="*/ 309 h 1447"/>
                <a:gd name="T20" fmla="*/ 875 w 1451"/>
                <a:gd name="T21" fmla="*/ 569 h 1447"/>
                <a:gd name="T22" fmla="*/ 986 w 1451"/>
                <a:gd name="T23" fmla="*/ 598 h 1447"/>
                <a:gd name="T24" fmla="*/ 1024 w 1451"/>
                <a:gd name="T25" fmla="*/ 679 h 1447"/>
                <a:gd name="T26" fmla="*/ 881 w 1451"/>
                <a:gd name="T27" fmla="*/ 881 h 1447"/>
                <a:gd name="T28" fmla="*/ 863 w 1451"/>
                <a:gd name="T29" fmla="*/ 910 h 1447"/>
                <a:gd name="T30" fmla="*/ 850 w 1451"/>
                <a:gd name="T31" fmla="*/ 931 h 1447"/>
                <a:gd name="T32" fmla="*/ 902 w 1451"/>
                <a:gd name="T33" fmla="*/ 1268 h 1447"/>
                <a:gd name="T34" fmla="*/ 1410 w 1451"/>
                <a:gd name="T35" fmla="*/ 1447 h 1447"/>
                <a:gd name="T36" fmla="*/ 1426 w 1451"/>
                <a:gd name="T37" fmla="*/ 1274 h 1447"/>
                <a:gd name="T38" fmla="*/ 1303 w 1451"/>
                <a:gd name="T39" fmla="*/ 1177 h 1447"/>
                <a:gd name="T40" fmla="*/ 1096 w 1451"/>
                <a:gd name="T41" fmla="*/ 777 h 1447"/>
                <a:gd name="T42" fmla="*/ 1096 w 1451"/>
                <a:gd name="T43" fmla="*/ 580 h 1447"/>
                <a:gd name="T44" fmla="*/ 535 w 1451"/>
                <a:gd name="T45" fmla="*/ 0 h 1447"/>
                <a:gd name="T46" fmla="*/ 30 w 1451"/>
                <a:gd name="T47" fmla="*/ 470 h 1447"/>
                <a:gd name="T48" fmla="*/ 56 w 1451"/>
                <a:gd name="T49" fmla="*/ 691 h 1447"/>
                <a:gd name="T50" fmla="*/ 0 w 1451"/>
                <a:gd name="T51" fmla="*/ 925 h 1447"/>
                <a:gd name="T52" fmla="*/ 155 w 1451"/>
                <a:gd name="T53" fmla="*/ 892 h 1447"/>
                <a:gd name="T54" fmla="*/ 115 w 1451"/>
                <a:gd name="T55" fmla="*/ 618 h 1447"/>
                <a:gd name="T56" fmla="*/ 113 w 1451"/>
                <a:gd name="T57" fmla="*/ 580 h 1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51" h="1447">
                  <a:moveTo>
                    <a:pt x="113" y="580"/>
                  </a:moveTo>
                  <a:cubicBezTo>
                    <a:pt x="112" y="568"/>
                    <a:pt x="112" y="568"/>
                    <a:pt x="113" y="548"/>
                  </a:cubicBezTo>
                  <a:cubicBezTo>
                    <a:pt x="115" y="520"/>
                    <a:pt x="115" y="520"/>
                    <a:pt x="115" y="520"/>
                  </a:cubicBezTo>
                  <a:cubicBezTo>
                    <a:pt x="115" y="520"/>
                    <a:pt x="115" y="520"/>
                    <a:pt x="115" y="520"/>
                  </a:cubicBezTo>
                  <a:cubicBezTo>
                    <a:pt x="115" y="445"/>
                    <a:pt x="138" y="386"/>
                    <a:pt x="184" y="344"/>
                  </a:cubicBezTo>
                  <a:cubicBezTo>
                    <a:pt x="255" y="278"/>
                    <a:pt x="380" y="254"/>
                    <a:pt x="566" y="269"/>
                  </a:cubicBezTo>
                  <a:cubicBezTo>
                    <a:pt x="824" y="290"/>
                    <a:pt x="839" y="193"/>
                    <a:pt x="840" y="192"/>
                  </a:cubicBezTo>
                  <a:cubicBezTo>
                    <a:pt x="877" y="196"/>
                    <a:pt x="877" y="196"/>
                    <a:pt x="877" y="196"/>
                  </a:cubicBezTo>
                  <a:cubicBezTo>
                    <a:pt x="877" y="199"/>
                    <a:pt x="873" y="228"/>
                    <a:pt x="840" y="256"/>
                  </a:cubicBezTo>
                  <a:cubicBezTo>
                    <a:pt x="795" y="294"/>
                    <a:pt x="719" y="312"/>
                    <a:pt x="614" y="309"/>
                  </a:cubicBezTo>
                  <a:cubicBezTo>
                    <a:pt x="625" y="352"/>
                    <a:pt x="681" y="513"/>
                    <a:pt x="875" y="569"/>
                  </a:cubicBezTo>
                  <a:cubicBezTo>
                    <a:pt x="891" y="568"/>
                    <a:pt x="947" y="566"/>
                    <a:pt x="986" y="598"/>
                  </a:cubicBezTo>
                  <a:cubicBezTo>
                    <a:pt x="1009" y="617"/>
                    <a:pt x="1022" y="644"/>
                    <a:pt x="1024" y="679"/>
                  </a:cubicBezTo>
                  <a:cubicBezTo>
                    <a:pt x="1030" y="799"/>
                    <a:pt x="883" y="881"/>
                    <a:pt x="881" y="881"/>
                  </a:cubicBezTo>
                  <a:cubicBezTo>
                    <a:pt x="878" y="884"/>
                    <a:pt x="868" y="901"/>
                    <a:pt x="863" y="910"/>
                  </a:cubicBezTo>
                  <a:cubicBezTo>
                    <a:pt x="858" y="918"/>
                    <a:pt x="854" y="926"/>
                    <a:pt x="850" y="931"/>
                  </a:cubicBezTo>
                  <a:cubicBezTo>
                    <a:pt x="902" y="1268"/>
                    <a:pt x="902" y="1268"/>
                    <a:pt x="902" y="1268"/>
                  </a:cubicBezTo>
                  <a:cubicBezTo>
                    <a:pt x="974" y="1272"/>
                    <a:pt x="1269" y="1299"/>
                    <a:pt x="1410" y="1447"/>
                  </a:cubicBezTo>
                  <a:cubicBezTo>
                    <a:pt x="1426" y="1410"/>
                    <a:pt x="1451" y="1336"/>
                    <a:pt x="1426" y="1274"/>
                  </a:cubicBezTo>
                  <a:cubicBezTo>
                    <a:pt x="1408" y="1229"/>
                    <a:pt x="1367" y="1196"/>
                    <a:pt x="1303" y="1177"/>
                  </a:cubicBezTo>
                  <a:cubicBezTo>
                    <a:pt x="1090" y="1113"/>
                    <a:pt x="1092" y="1008"/>
                    <a:pt x="1096" y="777"/>
                  </a:cubicBezTo>
                  <a:cubicBezTo>
                    <a:pt x="1097" y="720"/>
                    <a:pt x="1098" y="655"/>
                    <a:pt x="1096" y="580"/>
                  </a:cubicBezTo>
                  <a:cubicBezTo>
                    <a:pt x="1084" y="101"/>
                    <a:pt x="784" y="0"/>
                    <a:pt x="535" y="0"/>
                  </a:cubicBezTo>
                  <a:cubicBezTo>
                    <a:pt x="334" y="0"/>
                    <a:pt x="34" y="125"/>
                    <a:pt x="30" y="470"/>
                  </a:cubicBezTo>
                  <a:cubicBezTo>
                    <a:pt x="29" y="566"/>
                    <a:pt x="44" y="635"/>
                    <a:pt x="56" y="691"/>
                  </a:cubicBezTo>
                  <a:cubicBezTo>
                    <a:pt x="77" y="785"/>
                    <a:pt x="91" y="848"/>
                    <a:pt x="0" y="925"/>
                  </a:cubicBezTo>
                  <a:cubicBezTo>
                    <a:pt x="33" y="936"/>
                    <a:pt x="105" y="951"/>
                    <a:pt x="155" y="892"/>
                  </a:cubicBezTo>
                  <a:cubicBezTo>
                    <a:pt x="130" y="805"/>
                    <a:pt x="121" y="708"/>
                    <a:pt x="115" y="618"/>
                  </a:cubicBezTo>
                  <a:cubicBezTo>
                    <a:pt x="114" y="597"/>
                    <a:pt x="113" y="586"/>
                    <a:pt x="113" y="580"/>
                  </a:cubicBezTo>
                  <a:close/>
                </a:path>
              </a:pathLst>
            </a:custGeom>
            <a:solidFill>
              <a:srgbClr val="465A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8" name="Freeform 81"/>
            <p:cNvSpPr/>
            <p:nvPr/>
          </p:nvSpPr>
          <p:spPr bwMode="auto">
            <a:xfrm>
              <a:off x="10690025" y="3871640"/>
              <a:ext cx="153720" cy="165937"/>
            </a:xfrm>
            <a:custGeom>
              <a:avLst/>
              <a:gdLst>
                <a:gd name="T0" fmla="*/ 8 w 324"/>
                <a:gd name="T1" fmla="*/ 192 h 350"/>
                <a:gd name="T2" fmla="*/ 27 w 324"/>
                <a:gd name="T3" fmla="*/ 288 h 350"/>
                <a:gd name="T4" fmla="*/ 61 w 324"/>
                <a:gd name="T5" fmla="*/ 337 h 350"/>
                <a:gd name="T6" fmla="*/ 119 w 324"/>
                <a:gd name="T7" fmla="*/ 345 h 350"/>
                <a:gd name="T8" fmla="*/ 245 w 324"/>
                <a:gd name="T9" fmla="*/ 299 h 350"/>
                <a:gd name="T10" fmla="*/ 250 w 324"/>
                <a:gd name="T11" fmla="*/ 297 h 350"/>
                <a:gd name="T12" fmla="*/ 324 w 324"/>
                <a:gd name="T13" fmla="*/ 288 h 350"/>
                <a:gd name="T14" fmla="*/ 261 w 324"/>
                <a:gd name="T15" fmla="*/ 55 h 350"/>
                <a:gd name="T16" fmla="*/ 242 w 324"/>
                <a:gd name="T17" fmla="*/ 57 h 350"/>
                <a:gd name="T18" fmla="*/ 229 w 324"/>
                <a:gd name="T19" fmla="*/ 54 h 350"/>
                <a:gd name="T20" fmla="*/ 101 w 324"/>
                <a:gd name="T21" fmla="*/ 9 h 350"/>
                <a:gd name="T22" fmla="*/ 53 w 324"/>
                <a:gd name="T23" fmla="*/ 42 h 350"/>
                <a:gd name="T24" fmla="*/ 46 w 324"/>
                <a:gd name="T25" fmla="*/ 71 h 350"/>
                <a:gd name="T26" fmla="*/ 47 w 324"/>
                <a:gd name="T27" fmla="*/ 71 h 350"/>
                <a:gd name="T28" fmla="*/ 133 w 324"/>
                <a:gd name="T29" fmla="*/ 44 h 350"/>
                <a:gd name="T30" fmla="*/ 144 w 324"/>
                <a:gd name="T31" fmla="*/ 80 h 350"/>
                <a:gd name="T32" fmla="*/ 58 w 324"/>
                <a:gd name="T33" fmla="*/ 106 h 350"/>
                <a:gd name="T34" fmla="*/ 8 w 324"/>
                <a:gd name="T35" fmla="*/ 192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4" h="350">
                  <a:moveTo>
                    <a:pt x="8" y="192"/>
                  </a:moveTo>
                  <a:cubicBezTo>
                    <a:pt x="27" y="288"/>
                    <a:pt x="27" y="288"/>
                    <a:pt x="27" y="288"/>
                  </a:cubicBezTo>
                  <a:cubicBezTo>
                    <a:pt x="31" y="308"/>
                    <a:pt x="43" y="326"/>
                    <a:pt x="61" y="337"/>
                  </a:cubicBezTo>
                  <a:cubicBezTo>
                    <a:pt x="79" y="347"/>
                    <a:pt x="99" y="350"/>
                    <a:pt x="119" y="345"/>
                  </a:cubicBezTo>
                  <a:cubicBezTo>
                    <a:pt x="162" y="333"/>
                    <a:pt x="205" y="317"/>
                    <a:pt x="245" y="299"/>
                  </a:cubicBezTo>
                  <a:cubicBezTo>
                    <a:pt x="247" y="298"/>
                    <a:pt x="248" y="297"/>
                    <a:pt x="250" y="297"/>
                  </a:cubicBezTo>
                  <a:cubicBezTo>
                    <a:pt x="324" y="288"/>
                    <a:pt x="324" y="288"/>
                    <a:pt x="324" y="288"/>
                  </a:cubicBezTo>
                  <a:cubicBezTo>
                    <a:pt x="261" y="55"/>
                    <a:pt x="261" y="55"/>
                    <a:pt x="261" y="55"/>
                  </a:cubicBezTo>
                  <a:cubicBezTo>
                    <a:pt x="242" y="57"/>
                    <a:pt x="242" y="57"/>
                    <a:pt x="242" y="57"/>
                  </a:cubicBezTo>
                  <a:cubicBezTo>
                    <a:pt x="237" y="58"/>
                    <a:pt x="233" y="56"/>
                    <a:pt x="229" y="54"/>
                  </a:cubicBezTo>
                  <a:cubicBezTo>
                    <a:pt x="206" y="38"/>
                    <a:pt x="138" y="0"/>
                    <a:pt x="101" y="9"/>
                  </a:cubicBezTo>
                  <a:cubicBezTo>
                    <a:pt x="77" y="16"/>
                    <a:pt x="61" y="26"/>
                    <a:pt x="53" y="42"/>
                  </a:cubicBezTo>
                  <a:cubicBezTo>
                    <a:pt x="47" y="52"/>
                    <a:pt x="46" y="62"/>
                    <a:pt x="46" y="71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44" y="80"/>
                    <a:pt x="144" y="80"/>
                    <a:pt x="144" y="80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22" y="117"/>
                    <a:pt x="0" y="154"/>
                    <a:pt x="8" y="192"/>
                  </a:cubicBez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9" name="Freeform 82"/>
            <p:cNvSpPr/>
            <p:nvPr/>
          </p:nvSpPr>
          <p:spPr bwMode="auto">
            <a:xfrm>
              <a:off x="10676791" y="3576415"/>
              <a:ext cx="376666" cy="304387"/>
            </a:xfrm>
            <a:custGeom>
              <a:avLst/>
              <a:gdLst>
                <a:gd name="T0" fmla="*/ 121 w 797"/>
                <a:gd name="T1" fmla="*/ 596 h 642"/>
                <a:gd name="T2" fmla="*/ 273 w 797"/>
                <a:gd name="T3" fmla="*/ 642 h 642"/>
                <a:gd name="T4" fmla="*/ 301 w 797"/>
                <a:gd name="T5" fmla="*/ 639 h 642"/>
                <a:gd name="T6" fmla="*/ 797 w 797"/>
                <a:gd name="T7" fmla="*/ 522 h 642"/>
                <a:gd name="T8" fmla="*/ 702 w 797"/>
                <a:gd name="T9" fmla="*/ 0 h 642"/>
                <a:gd name="T10" fmla="*/ 0 w 797"/>
                <a:gd name="T11" fmla="*/ 128 h 642"/>
                <a:gd name="T12" fmla="*/ 88 w 797"/>
                <a:gd name="T13" fmla="*/ 609 h 642"/>
                <a:gd name="T14" fmla="*/ 121 w 797"/>
                <a:gd name="T15" fmla="*/ 596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7" h="642">
                  <a:moveTo>
                    <a:pt x="121" y="596"/>
                  </a:moveTo>
                  <a:cubicBezTo>
                    <a:pt x="174" y="583"/>
                    <a:pt x="250" y="628"/>
                    <a:pt x="273" y="642"/>
                  </a:cubicBezTo>
                  <a:cubicBezTo>
                    <a:pt x="301" y="639"/>
                    <a:pt x="301" y="639"/>
                    <a:pt x="301" y="639"/>
                  </a:cubicBezTo>
                  <a:cubicBezTo>
                    <a:pt x="797" y="522"/>
                    <a:pt x="797" y="522"/>
                    <a:pt x="797" y="522"/>
                  </a:cubicBezTo>
                  <a:cubicBezTo>
                    <a:pt x="702" y="0"/>
                    <a:pt x="702" y="0"/>
                    <a:pt x="702" y="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88" y="609"/>
                    <a:pt x="88" y="609"/>
                    <a:pt x="88" y="609"/>
                  </a:cubicBezTo>
                  <a:cubicBezTo>
                    <a:pt x="98" y="604"/>
                    <a:pt x="108" y="599"/>
                    <a:pt x="121" y="5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0" name="Freeform 83"/>
            <p:cNvSpPr>
              <a:spLocks noEditPoints="1"/>
            </p:cNvSpPr>
            <p:nvPr/>
          </p:nvSpPr>
          <p:spPr bwMode="auto">
            <a:xfrm>
              <a:off x="10442648" y="4071171"/>
              <a:ext cx="834773" cy="1256232"/>
            </a:xfrm>
            <a:custGeom>
              <a:avLst/>
              <a:gdLst>
                <a:gd name="T0" fmla="*/ 672 w 1764"/>
                <a:gd name="T1" fmla="*/ 159 h 2652"/>
                <a:gd name="T2" fmla="*/ 669 w 1764"/>
                <a:gd name="T3" fmla="*/ 159 h 2652"/>
                <a:gd name="T4" fmla="*/ 658 w 1764"/>
                <a:gd name="T5" fmla="*/ 156 h 2652"/>
                <a:gd name="T6" fmla="*/ 651 w 1764"/>
                <a:gd name="T7" fmla="*/ 144 h 2652"/>
                <a:gd name="T8" fmla="*/ 624 w 1764"/>
                <a:gd name="T9" fmla="*/ 0 h 2652"/>
                <a:gd name="T10" fmla="*/ 305 w 1764"/>
                <a:gd name="T11" fmla="*/ 0 h 2652"/>
                <a:gd name="T12" fmla="*/ 0 w 1764"/>
                <a:gd name="T13" fmla="*/ 2652 h 2652"/>
                <a:gd name="T14" fmla="*/ 1764 w 1764"/>
                <a:gd name="T15" fmla="*/ 2652 h 2652"/>
                <a:gd name="T16" fmla="*/ 1330 w 1764"/>
                <a:gd name="T17" fmla="*/ 39 h 2652"/>
                <a:gd name="T18" fmla="*/ 672 w 1764"/>
                <a:gd name="T19" fmla="*/ 159 h 2652"/>
                <a:gd name="T20" fmla="*/ 1179 w 1764"/>
                <a:gd name="T21" fmla="*/ 1210 h 2652"/>
                <a:gd name="T22" fmla="*/ 422 w 1764"/>
                <a:gd name="T23" fmla="*/ 393 h 2652"/>
                <a:gd name="T24" fmla="*/ 453 w 1764"/>
                <a:gd name="T25" fmla="*/ 372 h 2652"/>
                <a:gd name="T26" fmla="*/ 1203 w 1764"/>
                <a:gd name="T27" fmla="*/ 1181 h 2652"/>
                <a:gd name="T28" fmla="*/ 1179 w 1764"/>
                <a:gd name="T29" fmla="*/ 1210 h 2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64" h="2652">
                  <a:moveTo>
                    <a:pt x="672" y="159"/>
                  </a:moveTo>
                  <a:cubicBezTo>
                    <a:pt x="671" y="159"/>
                    <a:pt x="670" y="159"/>
                    <a:pt x="669" y="159"/>
                  </a:cubicBezTo>
                  <a:cubicBezTo>
                    <a:pt x="665" y="159"/>
                    <a:pt x="661" y="158"/>
                    <a:pt x="658" y="156"/>
                  </a:cubicBezTo>
                  <a:cubicBezTo>
                    <a:pt x="654" y="153"/>
                    <a:pt x="651" y="149"/>
                    <a:pt x="651" y="144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77" y="139"/>
                    <a:pt x="65" y="1243"/>
                    <a:pt x="0" y="2652"/>
                  </a:cubicBezTo>
                  <a:cubicBezTo>
                    <a:pt x="1764" y="2652"/>
                    <a:pt x="1764" y="2652"/>
                    <a:pt x="1764" y="2652"/>
                  </a:cubicBezTo>
                  <a:cubicBezTo>
                    <a:pt x="1740" y="2437"/>
                    <a:pt x="1532" y="605"/>
                    <a:pt x="1330" y="39"/>
                  </a:cubicBezTo>
                  <a:lnTo>
                    <a:pt x="672" y="159"/>
                  </a:lnTo>
                  <a:close/>
                  <a:moveTo>
                    <a:pt x="1179" y="1210"/>
                  </a:moveTo>
                  <a:cubicBezTo>
                    <a:pt x="890" y="975"/>
                    <a:pt x="635" y="700"/>
                    <a:pt x="422" y="393"/>
                  </a:cubicBezTo>
                  <a:cubicBezTo>
                    <a:pt x="453" y="372"/>
                    <a:pt x="453" y="372"/>
                    <a:pt x="453" y="372"/>
                  </a:cubicBezTo>
                  <a:cubicBezTo>
                    <a:pt x="663" y="676"/>
                    <a:pt x="916" y="948"/>
                    <a:pt x="1203" y="1181"/>
                  </a:cubicBezTo>
                  <a:lnTo>
                    <a:pt x="1179" y="1210"/>
                  </a:lnTo>
                  <a:close/>
                </a:path>
              </a:pathLst>
            </a:custGeom>
            <a:solidFill>
              <a:srgbClr val="899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1" name="Oval 84"/>
            <p:cNvSpPr>
              <a:spLocks noChangeArrowheads="1"/>
            </p:cNvSpPr>
            <p:nvPr/>
          </p:nvSpPr>
          <p:spPr bwMode="auto">
            <a:xfrm>
              <a:off x="10595350" y="2967642"/>
              <a:ext cx="28504" cy="35631"/>
            </a:xfrm>
            <a:prstGeom prst="ellipse">
              <a:avLst/>
            </a:pr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2" name="Oval 85"/>
            <p:cNvSpPr>
              <a:spLocks noChangeArrowheads="1"/>
            </p:cNvSpPr>
            <p:nvPr/>
          </p:nvSpPr>
          <p:spPr bwMode="auto">
            <a:xfrm>
              <a:off x="10727692" y="2976804"/>
              <a:ext cx="28504" cy="35631"/>
            </a:xfrm>
            <a:prstGeom prst="ellipse">
              <a:avLst/>
            </a:pr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3" name="Freeform 86"/>
            <p:cNvSpPr>
              <a:spLocks noEditPoints="1"/>
            </p:cNvSpPr>
            <p:nvPr/>
          </p:nvSpPr>
          <p:spPr bwMode="auto">
            <a:xfrm>
              <a:off x="10633017" y="3074533"/>
              <a:ext cx="144558" cy="89585"/>
            </a:xfrm>
            <a:custGeom>
              <a:avLst/>
              <a:gdLst>
                <a:gd name="T0" fmla="*/ 284 w 306"/>
                <a:gd name="T1" fmla="*/ 1 h 189"/>
                <a:gd name="T2" fmla="*/ 17 w 306"/>
                <a:gd name="T3" fmla="*/ 30 h 189"/>
                <a:gd name="T4" fmla="*/ 4 w 306"/>
                <a:gd name="T5" fmla="*/ 38 h 189"/>
                <a:gd name="T6" fmla="*/ 1 w 306"/>
                <a:gd name="T7" fmla="*/ 53 h 189"/>
                <a:gd name="T8" fmla="*/ 151 w 306"/>
                <a:gd name="T9" fmla="*/ 189 h 189"/>
                <a:gd name="T10" fmla="*/ 178 w 306"/>
                <a:gd name="T11" fmla="*/ 186 h 189"/>
                <a:gd name="T12" fmla="*/ 305 w 306"/>
                <a:gd name="T13" fmla="*/ 18 h 189"/>
                <a:gd name="T14" fmla="*/ 298 w 306"/>
                <a:gd name="T15" fmla="*/ 5 h 189"/>
                <a:gd name="T16" fmla="*/ 284 w 306"/>
                <a:gd name="T17" fmla="*/ 1 h 189"/>
                <a:gd name="T18" fmla="*/ 171 w 306"/>
                <a:gd name="T19" fmla="*/ 150 h 189"/>
                <a:gd name="T20" fmla="*/ 45 w 306"/>
                <a:gd name="T21" fmla="*/ 64 h 189"/>
                <a:gd name="T22" fmla="*/ 266 w 306"/>
                <a:gd name="T23" fmla="*/ 40 h 189"/>
                <a:gd name="T24" fmla="*/ 171 w 306"/>
                <a:gd name="T25" fmla="*/ 15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189">
                  <a:moveTo>
                    <a:pt x="284" y="1"/>
                  </a:moveTo>
                  <a:cubicBezTo>
                    <a:pt x="17" y="30"/>
                    <a:pt x="17" y="30"/>
                    <a:pt x="17" y="30"/>
                  </a:cubicBezTo>
                  <a:cubicBezTo>
                    <a:pt x="12" y="30"/>
                    <a:pt x="7" y="33"/>
                    <a:pt x="4" y="38"/>
                  </a:cubicBezTo>
                  <a:cubicBezTo>
                    <a:pt x="1" y="42"/>
                    <a:pt x="0" y="48"/>
                    <a:pt x="1" y="53"/>
                  </a:cubicBezTo>
                  <a:cubicBezTo>
                    <a:pt x="15" y="103"/>
                    <a:pt x="63" y="189"/>
                    <a:pt x="151" y="189"/>
                  </a:cubicBezTo>
                  <a:cubicBezTo>
                    <a:pt x="160" y="189"/>
                    <a:pt x="168" y="188"/>
                    <a:pt x="178" y="186"/>
                  </a:cubicBezTo>
                  <a:cubicBezTo>
                    <a:pt x="282" y="167"/>
                    <a:pt x="306" y="68"/>
                    <a:pt x="305" y="18"/>
                  </a:cubicBezTo>
                  <a:cubicBezTo>
                    <a:pt x="305" y="13"/>
                    <a:pt x="302" y="8"/>
                    <a:pt x="298" y="5"/>
                  </a:cubicBezTo>
                  <a:cubicBezTo>
                    <a:pt x="294" y="2"/>
                    <a:pt x="289" y="0"/>
                    <a:pt x="284" y="1"/>
                  </a:cubicBezTo>
                  <a:close/>
                  <a:moveTo>
                    <a:pt x="171" y="150"/>
                  </a:moveTo>
                  <a:cubicBezTo>
                    <a:pt x="97" y="163"/>
                    <a:pt x="60" y="99"/>
                    <a:pt x="45" y="64"/>
                  </a:cubicBezTo>
                  <a:cubicBezTo>
                    <a:pt x="266" y="40"/>
                    <a:pt x="266" y="40"/>
                    <a:pt x="266" y="40"/>
                  </a:cubicBezTo>
                  <a:cubicBezTo>
                    <a:pt x="262" y="73"/>
                    <a:pt x="245" y="136"/>
                    <a:pt x="171" y="150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4" name="Freeform 87"/>
            <p:cNvSpPr/>
            <p:nvPr/>
          </p:nvSpPr>
          <p:spPr bwMode="auto">
            <a:xfrm>
              <a:off x="10630981" y="3010398"/>
              <a:ext cx="28504" cy="53955"/>
            </a:xfrm>
            <a:custGeom>
              <a:avLst/>
              <a:gdLst>
                <a:gd name="T0" fmla="*/ 60 w 61"/>
                <a:gd name="T1" fmla="*/ 114 h 114"/>
                <a:gd name="T2" fmla="*/ 61 w 61"/>
                <a:gd name="T3" fmla="*/ 77 h 114"/>
                <a:gd name="T4" fmla="*/ 40 w 61"/>
                <a:gd name="T5" fmla="*/ 58 h 114"/>
                <a:gd name="T6" fmla="*/ 56 w 61"/>
                <a:gd name="T7" fmla="*/ 36 h 114"/>
                <a:gd name="T8" fmla="*/ 47 w 61"/>
                <a:gd name="T9" fmla="*/ 0 h 114"/>
                <a:gd name="T10" fmla="*/ 3 w 61"/>
                <a:gd name="T11" fmla="*/ 63 h 114"/>
                <a:gd name="T12" fmla="*/ 60 w 61"/>
                <a:gd name="T13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114">
                  <a:moveTo>
                    <a:pt x="60" y="114"/>
                  </a:moveTo>
                  <a:cubicBezTo>
                    <a:pt x="61" y="77"/>
                    <a:pt x="61" y="77"/>
                    <a:pt x="61" y="77"/>
                  </a:cubicBezTo>
                  <a:cubicBezTo>
                    <a:pt x="51" y="77"/>
                    <a:pt x="41" y="68"/>
                    <a:pt x="40" y="58"/>
                  </a:cubicBezTo>
                  <a:cubicBezTo>
                    <a:pt x="39" y="49"/>
                    <a:pt x="46" y="38"/>
                    <a:pt x="56" y="3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19" y="6"/>
                    <a:pt x="0" y="35"/>
                    <a:pt x="3" y="63"/>
                  </a:cubicBezTo>
                  <a:cubicBezTo>
                    <a:pt x="6" y="91"/>
                    <a:pt x="32" y="114"/>
                    <a:pt x="60" y="114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5" name="Freeform 88"/>
            <p:cNvSpPr>
              <a:spLocks noEditPoints="1"/>
            </p:cNvSpPr>
            <p:nvPr/>
          </p:nvSpPr>
          <p:spPr bwMode="auto">
            <a:xfrm>
              <a:off x="9800280" y="2685651"/>
              <a:ext cx="1505646" cy="3296336"/>
            </a:xfrm>
            <a:custGeom>
              <a:avLst/>
              <a:gdLst>
                <a:gd name="T0" fmla="*/ 2769 w 3181"/>
                <a:gd name="T1" fmla="*/ 1178 h 6960"/>
                <a:gd name="T2" fmla="*/ 1475 w 3181"/>
                <a:gd name="T3" fmla="*/ 736 h 6960"/>
                <a:gd name="T4" fmla="*/ 1455 w 3181"/>
                <a:gd name="T5" fmla="*/ 962 h 6960"/>
                <a:gd name="T6" fmla="*/ 2551 w 3181"/>
                <a:gd name="T7" fmla="*/ 814 h 6960"/>
                <a:gd name="T8" fmla="*/ 2305 w 3181"/>
                <a:gd name="T9" fmla="*/ 968 h 6960"/>
                <a:gd name="T10" fmla="*/ 2330 w 3181"/>
                <a:gd name="T11" fmla="*/ 606 h 6960"/>
                <a:gd name="T12" fmla="*/ 2021 w 3181"/>
                <a:gd name="T13" fmla="*/ 306 h 6960"/>
                <a:gd name="T14" fmla="*/ 1568 w 3181"/>
                <a:gd name="T15" fmla="*/ 617 h 6960"/>
                <a:gd name="T16" fmla="*/ 1700 w 3181"/>
                <a:gd name="T17" fmla="*/ 1098 h 6960"/>
                <a:gd name="T18" fmla="*/ 1009 w 3181"/>
                <a:gd name="T19" fmla="*/ 1597 h 6960"/>
                <a:gd name="T20" fmla="*/ 261 w 3181"/>
                <a:gd name="T21" fmla="*/ 831 h 6960"/>
                <a:gd name="T22" fmla="*/ 66 w 3181"/>
                <a:gd name="T23" fmla="*/ 1060 h 6960"/>
                <a:gd name="T24" fmla="*/ 662 w 3181"/>
                <a:gd name="T25" fmla="*/ 2000 h 6960"/>
                <a:gd name="T26" fmla="*/ 1627 w 3181"/>
                <a:gd name="T27" fmla="*/ 2906 h 6960"/>
                <a:gd name="T28" fmla="*/ 1481 w 3181"/>
                <a:gd name="T29" fmla="*/ 6542 h 6960"/>
                <a:gd name="T30" fmla="*/ 1477 w 3181"/>
                <a:gd name="T31" fmla="*/ 6960 h 6960"/>
                <a:gd name="T32" fmla="*/ 1741 w 3181"/>
                <a:gd name="T33" fmla="*/ 6960 h 6960"/>
                <a:gd name="T34" fmla="*/ 2481 w 3181"/>
                <a:gd name="T35" fmla="*/ 6544 h 6960"/>
                <a:gd name="T36" fmla="*/ 2479 w 3181"/>
                <a:gd name="T37" fmla="*/ 6960 h 6960"/>
                <a:gd name="T38" fmla="*/ 2743 w 3181"/>
                <a:gd name="T39" fmla="*/ 6960 h 6960"/>
                <a:gd name="T40" fmla="*/ 3155 w 3181"/>
                <a:gd name="T41" fmla="*/ 5608 h 6960"/>
                <a:gd name="T42" fmla="*/ 2767 w 3181"/>
                <a:gd name="T43" fmla="*/ 2847 h 6960"/>
                <a:gd name="T44" fmla="*/ 1605 w 3181"/>
                <a:gd name="T45" fmla="*/ 614 h 6960"/>
                <a:gd name="T46" fmla="*/ 1664 w 3181"/>
                <a:gd name="T47" fmla="*/ 408 h 6960"/>
                <a:gd name="T48" fmla="*/ 2417 w 3181"/>
                <a:gd name="T49" fmla="*/ 664 h 6960"/>
                <a:gd name="T50" fmla="*/ 2151 w 3181"/>
                <a:gd name="T51" fmla="*/ 1056 h 6960"/>
                <a:gd name="T52" fmla="*/ 1957 w 3181"/>
                <a:gd name="T53" fmla="*/ 1169 h 6960"/>
                <a:gd name="T54" fmla="*/ 2455 w 3181"/>
                <a:gd name="T55" fmla="*/ 1353 h 6960"/>
                <a:gd name="T56" fmla="*/ 411 w 3181"/>
                <a:gd name="T57" fmla="*/ 873 h 6960"/>
                <a:gd name="T58" fmla="*/ 425 w 3181"/>
                <a:gd name="T59" fmla="*/ 1080 h 6960"/>
                <a:gd name="T60" fmla="*/ 76 w 3181"/>
                <a:gd name="T61" fmla="*/ 947 h 6960"/>
                <a:gd name="T62" fmla="*/ 469 w 3181"/>
                <a:gd name="T63" fmla="*/ 1228 h 6960"/>
                <a:gd name="T64" fmla="*/ 1680 w 3181"/>
                <a:gd name="T65" fmla="*/ 6779 h 6960"/>
                <a:gd name="T66" fmla="*/ 1381 w 3181"/>
                <a:gd name="T67" fmla="*/ 6837 h 6960"/>
                <a:gd name="T68" fmla="*/ 1375 w 3181"/>
                <a:gd name="T69" fmla="*/ 6799 h 6960"/>
                <a:gd name="T70" fmla="*/ 1951 w 3181"/>
                <a:gd name="T71" fmla="*/ 5615 h 6960"/>
                <a:gd name="T72" fmla="*/ 2722 w 3181"/>
                <a:gd name="T73" fmla="*/ 5615 h 6960"/>
                <a:gd name="T74" fmla="*/ 2730 w 3181"/>
                <a:gd name="T75" fmla="*/ 6922 h 6960"/>
                <a:gd name="T76" fmla="*/ 2473 w 3181"/>
                <a:gd name="T77" fmla="*/ 6922 h 6960"/>
                <a:gd name="T78" fmla="*/ 2721 w 3181"/>
                <a:gd name="T79" fmla="*/ 6577 h 6960"/>
                <a:gd name="T80" fmla="*/ 1980 w 3181"/>
                <a:gd name="T81" fmla="*/ 2925 h 6960"/>
                <a:gd name="T82" fmla="*/ 2686 w 3181"/>
                <a:gd name="T83" fmla="*/ 2964 h 6960"/>
                <a:gd name="T84" fmla="*/ 1933 w 3181"/>
                <a:gd name="T85" fmla="*/ 2547 h 6960"/>
                <a:gd name="T86" fmla="*/ 2204 w 3181"/>
                <a:gd name="T87" fmla="*/ 2793 h 6960"/>
                <a:gd name="T88" fmla="*/ 1907 w 3181"/>
                <a:gd name="T89" fmla="*/ 2793 h 6960"/>
                <a:gd name="T90" fmla="*/ 1851 w 3181"/>
                <a:gd name="T91" fmla="*/ 2010 h 6960"/>
                <a:gd name="T92" fmla="*/ 1972 w 3181"/>
                <a:gd name="T93" fmla="*/ 2478 h 6960"/>
                <a:gd name="T94" fmla="*/ 2138 w 3181"/>
                <a:gd name="T95" fmla="*/ 2839 h 6960"/>
                <a:gd name="T96" fmla="*/ 2730 w 3181"/>
                <a:gd name="T97" fmla="*/ 2853 h 6960"/>
                <a:gd name="T98" fmla="*/ 2884 w 3181"/>
                <a:gd name="T99" fmla="*/ 2387 h 6960"/>
                <a:gd name="T100" fmla="*/ 2701 w 3181"/>
                <a:gd name="T101" fmla="*/ 2392 h 6960"/>
                <a:gd name="T102" fmla="*/ 1814 w 3181"/>
                <a:gd name="T103" fmla="*/ 1985 h 6960"/>
                <a:gd name="T104" fmla="*/ 1851 w 3181"/>
                <a:gd name="T105" fmla="*/ 2704 h 6960"/>
                <a:gd name="T106" fmla="*/ 1509 w 3181"/>
                <a:gd name="T107" fmla="*/ 2146 h 6960"/>
                <a:gd name="T108" fmla="*/ 1462 w 3181"/>
                <a:gd name="T109" fmla="*/ 1966 h 6960"/>
                <a:gd name="T110" fmla="*/ 1050 w 3181"/>
                <a:gd name="T111" fmla="*/ 1734 h 6960"/>
                <a:gd name="T112" fmla="*/ 1942 w 3181"/>
                <a:gd name="T113" fmla="*/ 1695 h 6960"/>
                <a:gd name="T114" fmla="*/ 2886 w 3181"/>
                <a:gd name="T115" fmla="*/ 1581 h 6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181" h="6960">
                  <a:moveTo>
                    <a:pt x="3157" y="2476"/>
                  </a:moveTo>
                  <a:cubicBezTo>
                    <a:pt x="3116" y="2179"/>
                    <a:pt x="2987" y="1726"/>
                    <a:pt x="2920" y="1566"/>
                  </a:cubicBezTo>
                  <a:cubicBezTo>
                    <a:pt x="2913" y="1548"/>
                    <a:pt x="2902" y="1532"/>
                    <a:pt x="2891" y="1516"/>
                  </a:cubicBezTo>
                  <a:cubicBezTo>
                    <a:pt x="2907" y="1484"/>
                    <a:pt x="2951" y="1385"/>
                    <a:pt x="2916" y="1297"/>
                  </a:cubicBezTo>
                  <a:cubicBezTo>
                    <a:pt x="2894" y="1241"/>
                    <a:pt x="2844" y="1201"/>
                    <a:pt x="2769" y="1178"/>
                  </a:cubicBezTo>
                  <a:cubicBezTo>
                    <a:pt x="2583" y="1123"/>
                    <a:pt x="2584" y="1045"/>
                    <a:pt x="2588" y="815"/>
                  </a:cubicBezTo>
                  <a:cubicBezTo>
                    <a:pt x="2589" y="757"/>
                    <a:pt x="2590" y="692"/>
                    <a:pt x="2588" y="616"/>
                  </a:cubicBezTo>
                  <a:cubicBezTo>
                    <a:pt x="2576" y="107"/>
                    <a:pt x="2256" y="0"/>
                    <a:pt x="1990" y="0"/>
                  </a:cubicBezTo>
                  <a:cubicBezTo>
                    <a:pt x="1774" y="0"/>
                    <a:pt x="1452" y="135"/>
                    <a:pt x="1447" y="507"/>
                  </a:cubicBezTo>
                  <a:cubicBezTo>
                    <a:pt x="1446" y="607"/>
                    <a:pt x="1462" y="679"/>
                    <a:pt x="1475" y="736"/>
                  </a:cubicBezTo>
                  <a:cubicBezTo>
                    <a:pt x="1496" y="833"/>
                    <a:pt x="1506" y="878"/>
                    <a:pt x="1414" y="947"/>
                  </a:cubicBezTo>
                  <a:cubicBezTo>
                    <a:pt x="1437" y="977"/>
                    <a:pt x="1437" y="977"/>
                    <a:pt x="1437" y="977"/>
                  </a:cubicBezTo>
                  <a:cubicBezTo>
                    <a:pt x="1443" y="972"/>
                    <a:pt x="1449" y="967"/>
                    <a:pt x="1455" y="962"/>
                  </a:cubicBezTo>
                  <a:cubicBezTo>
                    <a:pt x="1445" y="958"/>
                    <a:pt x="1438" y="955"/>
                    <a:pt x="1438" y="955"/>
                  </a:cubicBezTo>
                  <a:cubicBezTo>
                    <a:pt x="1438" y="955"/>
                    <a:pt x="1445" y="958"/>
                    <a:pt x="1455" y="962"/>
                  </a:cubicBezTo>
                  <a:cubicBezTo>
                    <a:pt x="1546" y="885"/>
                    <a:pt x="1532" y="822"/>
                    <a:pt x="1511" y="728"/>
                  </a:cubicBezTo>
                  <a:cubicBezTo>
                    <a:pt x="1499" y="672"/>
                    <a:pt x="1484" y="603"/>
                    <a:pt x="1485" y="507"/>
                  </a:cubicBezTo>
                  <a:cubicBezTo>
                    <a:pt x="1489" y="162"/>
                    <a:pt x="1789" y="37"/>
                    <a:pt x="1990" y="37"/>
                  </a:cubicBezTo>
                  <a:cubicBezTo>
                    <a:pt x="2239" y="37"/>
                    <a:pt x="2539" y="138"/>
                    <a:pt x="2551" y="617"/>
                  </a:cubicBezTo>
                  <a:cubicBezTo>
                    <a:pt x="2553" y="692"/>
                    <a:pt x="2552" y="757"/>
                    <a:pt x="2551" y="814"/>
                  </a:cubicBezTo>
                  <a:cubicBezTo>
                    <a:pt x="2547" y="1045"/>
                    <a:pt x="2545" y="1150"/>
                    <a:pt x="2758" y="1214"/>
                  </a:cubicBezTo>
                  <a:cubicBezTo>
                    <a:pt x="2822" y="1233"/>
                    <a:pt x="2863" y="1266"/>
                    <a:pt x="2881" y="1311"/>
                  </a:cubicBezTo>
                  <a:cubicBezTo>
                    <a:pt x="2906" y="1373"/>
                    <a:pt x="2881" y="1447"/>
                    <a:pt x="2865" y="1484"/>
                  </a:cubicBezTo>
                  <a:cubicBezTo>
                    <a:pt x="2724" y="1336"/>
                    <a:pt x="2429" y="1309"/>
                    <a:pt x="2357" y="1305"/>
                  </a:cubicBezTo>
                  <a:cubicBezTo>
                    <a:pt x="2305" y="968"/>
                    <a:pt x="2305" y="968"/>
                    <a:pt x="2305" y="968"/>
                  </a:cubicBezTo>
                  <a:cubicBezTo>
                    <a:pt x="2309" y="963"/>
                    <a:pt x="2313" y="955"/>
                    <a:pt x="2318" y="947"/>
                  </a:cubicBezTo>
                  <a:cubicBezTo>
                    <a:pt x="2323" y="938"/>
                    <a:pt x="2333" y="921"/>
                    <a:pt x="2336" y="918"/>
                  </a:cubicBezTo>
                  <a:cubicBezTo>
                    <a:pt x="2338" y="918"/>
                    <a:pt x="2485" y="836"/>
                    <a:pt x="2479" y="716"/>
                  </a:cubicBezTo>
                  <a:cubicBezTo>
                    <a:pt x="2477" y="681"/>
                    <a:pt x="2464" y="654"/>
                    <a:pt x="2441" y="635"/>
                  </a:cubicBezTo>
                  <a:cubicBezTo>
                    <a:pt x="2402" y="603"/>
                    <a:pt x="2346" y="605"/>
                    <a:pt x="2330" y="606"/>
                  </a:cubicBezTo>
                  <a:cubicBezTo>
                    <a:pt x="2136" y="550"/>
                    <a:pt x="2080" y="389"/>
                    <a:pt x="2069" y="346"/>
                  </a:cubicBezTo>
                  <a:cubicBezTo>
                    <a:pt x="2174" y="349"/>
                    <a:pt x="2250" y="331"/>
                    <a:pt x="2295" y="293"/>
                  </a:cubicBezTo>
                  <a:cubicBezTo>
                    <a:pt x="2328" y="265"/>
                    <a:pt x="2332" y="236"/>
                    <a:pt x="2332" y="233"/>
                  </a:cubicBezTo>
                  <a:cubicBezTo>
                    <a:pt x="2295" y="229"/>
                    <a:pt x="2295" y="229"/>
                    <a:pt x="2295" y="229"/>
                  </a:cubicBezTo>
                  <a:cubicBezTo>
                    <a:pt x="2294" y="230"/>
                    <a:pt x="2279" y="327"/>
                    <a:pt x="2021" y="306"/>
                  </a:cubicBezTo>
                  <a:cubicBezTo>
                    <a:pt x="1835" y="291"/>
                    <a:pt x="1710" y="315"/>
                    <a:pt x="1639" y="381"/>
                  </a:cubicBezTo>
                  <a:cubicBezTo>
                    <a:pt x="1593" y="423"/>
                    <a:pt x="1570" y="482"/>
                    <a:pt x="1570" y="557"/>
                  </a:cubicBezTo>
                  <a:cubicBezTo>
                    <a:pt x="1570" y="557"/>
                    <a:pt x="1570" y="557"/>
                    <a:pt x="1570" y="557"/>
                  </a:cubicBezTo>
                  <a:cubicBezTo>
                    <a:pt x="1568" y="585"/>
                    <a:pt x="1568" y="585"/>
                    <a:pt x="1568" y="585"/>
                  </a:cubicBezTo>
                  <a:cubicBezTo>
                    <a:pt x="1567" y="605"/>
                    <a:pt x="1567" y="605"/>
                    <a:pt x="1568" y="617"/>
                  </a:cubicBezTo>
                  <a:cubicBezTo>
                    <a:pt x="1568" y="623"/>
                    <a:pt x="1569" y="634"/>
                    <a:pt x="1570" y="655"/>
                  </a:cubicBezTo>
                  <a:cubicBezTo>
                    <a:pt x="1576" y="745"/>
                    <a:pt x="1585" y="842"/>
                    <a:pt x="1610" y="929"/>
                  </a:cubicBezTo>
                  <a:cubicBezTo>
                    <a:pt x="1616" y="922"/>
                    <a:pt x="1622" y="914"/>
                    <a:pt x="1627" y="905"/>
                  </a:cubicBezTo>
                  <a:cubicBezTo>
                    <a:pt x="1622" y="914"/>
                    <a:pt x="1616" y="922"/>
                    <a:pt x="1610" y="929"/>
                  </a:cubicBezTo>
                  <a:cubicBezTo>
                    <a:pt x="1629" y="993"/>
                    <a:pt x="1657" y="1052"/>
                    <a:pt x="1700" y="1098"/>
                  </a:cubicBezTo>
                  <a:cubicBezTo>
                    <a:pt x="1752" y="1155"/>
                    <a:pt x="1820" y="1175"/>
                    <a:pt x="1889" y="1175"/>
                  </a:cubicBezTo>
                  <a:cubicBezTo>
                    <a:pt x="1900" y="1175"/>
                    <a:pt x="1910" y="1174"/>
                    <a:pt x="1920" y="1174"/>
                  </a:cubicBezTo>
                  <a:cubicBezTo>
                    <a:pt x="1920" y="1303"/>
                    <a:pt x="1920" y="1303"/>
                    <a:pt x="1920" y="1303"/>
                  </a:cubicBezTo>
                  <a:cubicBezTo>
                    <a:pt x="1823" y="1302"/>
                    <a:pt x="1591" y="1316"/>
                    <a:pt x="1409" y="1398"/>
                  </a:cubicBezTo>
                  <a:cubicBezTo>
                    <a:pt x="1202" y="1491"/>
                    <a:pt x="1058" y="1570"/>
                    <a:pt x="1009" y="1597"/>
                  </a:cubicBezTo>
                  <a:cubicBezTo>
                    <a:pt x="708" y="1117"/>
                    <a:pt x="708" y="1117"/>
                    <a:pt x="708" y="1117"/>
                  </a:cubicBezTo>
                  <a:cubicBezTo>
                    <a:pt x="695" y="1053"/>
                    <a:pt x="677" y="976"/>
                    <a:pt x="624" y="927"/>
                  </a:cubicBezTo>
                  <a:cubicBezTo>
                    <a:pt x="582" y="889"/>
                    <a:pt x="523" y="869"/>
                    <a:pt x="464" y="868"/>
                  </a:cubicBezTo>
                  <a:cubicBezTo>
                    <a:pt x="429" y="838"/>
                    <a:pt x="336" y="764"/>
                    <a:pt x="289" y="791"/>
                  </a:cubicBezTo>
                  <a:cubicBezTo>
                    <a:pt x="268" y="803"/>
                    <a:pt x="262" y="820"/>
                    <a:pt x="261" y="831"/>
                  </a:cubicBezTo>
                  <a:cubicBezTo>
                    <a:pt x="258" y="852"/>
                    <a:pt x="270" y="875"/>
                    <a:pt x="295" y="903"/>
                  </a:cubicBezTo>
                  <a:cubicBezTo>
                    <a:pt x="245" y="909"/>
                    <a:pt x="170" y="911"/>
                    <a:pt x="77" y="910"/>
                  </a:cubicBezTo>
                  <a:cubicBezTo>
                    <a:pt x="55" y="910"/>
                    <a:pt x="37" y="917"/>
                    <a:pt x="23" y="932"/>
                  </a:cubicBezTo>
                  <a:cubicBezTo>
                    <a:pt x="8" y="946"/>
                    <a:pt x="0" y="965"/>
                    <a:pt x="0" y="986"/>
                  </a:cubicBezTo>
                  <a:cubicBezTo>
                    <a:pt x="0" y="1023"/>
                    <a:pt x="29" y="1056"/>
                    <a:pt x="66" y="1060"/>
                  </a:cubicBezTo>
                  <a:cubicBezTo>
                    <a:pt x="392" y="1103"/>
                    <a:pt x="392" y="1103"/>
                    <a:pt x="392" y="1103"/>
                  </a:cubicBezTo>
                  <a:cubicBezTo>
                    <a:pt x="436" y="1247"/>
                    <a:pt x="436" y="1247"/>
                    <a:pt x="436" y="1247"/>
                  </a:cubicBezTo>
                  <a:cubicBezTo>
                    <a:pt x="389" y="1274"/>
                    <a:pt x="389" y="1274"/>
                    <a:pt x="389" y="1274"/>
                  </a:cubicBezTo>
                  <a:cubicBezTo>
                    <a:pt x="381" y="1278"/>
                    <a:pt x="378" y="1288"/>
                    <a:pt x="381" y="1297"/>
                  </a:cubicBezTo>
                  <a:cubicBezTo>
                    <a:pt x="662" y="2000"/>
                    <a:pt x="662" y="2000"/>
                    <a:pt x="662" y="2000"/>
                  </a:cubicBezTo>
                  <a:cubicBezTo>
                    <a:pt x="704" y="2104"/>
                    <a:pt x="804" y="2168"/>
                    <a:pt x="911" y="2168"/>
                  </a:cubicBezTo>
                  <a:cubicBezTo>
                    <a:pt x="937" y="2168"/>
                    <a:pt x="965" y="2164"/>
                    <a:pt x="991" y="2155"/>
                  </a:cubicBezTo>
                  <a:cubicBezTo>
                    <a:pt x="1459" y="2006"/>
                    <a:pt x="1459" y="2006"/>
                    <a:pt x="1459" y="2006"/>
                  </a:cubicBezTo>
                  <a:cubicBezTo>
                    <a:pt x="1458" y="2055"/>
                    <a:pt x="1462" y="2104"/>
                    <a:pt x="1472" y="2153"/>
                  </a:cubicBezTo>
                  <a:cubicBezTo>
                    <a:pt x="1627" y="2906"/>
                    <a:pt x="1627" y="2906"/>
                    <a:pt x="1627" y="2906"/>
                  </a:cubicBezTo>
                  <a:cubicBezTo>
                    <a:pt x="1612" y="2978"/>
                    <a:pt x="1385" y="4123"/>
                    <a:pt x="1318" y="5595"/>
                  </a:cubicBezTo>
                  <a:cubicBezTo>
                    <a:pt x="1317" y="5600"/>
                    <a:pt x="1319" y="5605"/>
                    <a:pt x="1323" y="5609"/>
                  </a:cubicBezTo>
                  <a:cubicBezTo>
                    <a:pt x="1326" y="5613"/>
                    <a:pt x="1331" y="5615"/>
                    <a:pt x="1336" y="5615"/>
                  </a:cubicBezTo>
                  <a:cubicBezTo>
                    <a:pt x="1563" y="5615"/>
                    <a:pt x="1563" y="5615"/>
                    <a:pt x="1563" y="5615"/>
                  </a:cubicBezTo>
                  <a:cubicBezTo>
                    <a:pt x="1481" y="6542"/>
                    <a:pt x="1481" y="6542"/>
                    <a:pt x="1481" y="6542"/>
                  </a:cubicBezTo>
                  <a:cubicBezTo>
                    <a:pt x="1253" y="6799"/>
                    <a:pt x="1253" y="6799"/>
                    <a:pt x="1253" y="6799"/>
                  </a:cubicBezTo>
                  <a:cubicBezTo>
                    <a:pt x="1232" y="6799"/>
                    <a:pt x="1232" y="6799"/>
                    <a:pt x="1232" y="6799"/>
                  </a:cubicBezTo>
                  <a:cubicBezTo>
                    <a:pt x="1154" y="6799"/>
                    <a:pt x="1090" y="6863"/>
                    <a:pt x="1090" y="6941"/>
                  </a:cubicBezTo>
                  <a:cubicBezTo>
                    <a:pt x="1090" y="6951"/>
                    <a:pt x="1099" y="6960"/>
                    <a:pt x="1109" y="6960"/>
                  </a:cubicBezTo>
                  <a:cubicBezTo>
                    <a:pt x="1477" y="6960"/>
                    <a:pt x="1477" y="6960"/>
                    <a:pt x="1477" y="6960"/>
                  </a:cubicBezTo>
                  <a:cubicBezTo>
                    <a:pt x="1481" y="6960"/>
                    <a:pt x="1485" y="6958"/>
                    <a:pt x="1488" y="6956"/>
                  </a:cubicBezTo>
                  <a:cubicBezTo>
                    <a:pt x="1654" y="6832"/>
                    <a:pt x="1654" y="6832"/>
                    <a:pt x="1654" y="6832"/>
                  </a:cubicBezTo>
                  <a:cubicBezTo>
                    <a:pt x="1657" y="6942"/>
                    <a:pt x="1657" y="6942"/>
                    <a:pt x="1657" y="6942"/>
                  </a:cubicBezTo>
                  <a:cubicBezTo>
                    <a:pt x="1657" y="6952"/>
                    <a:pt x="1665" y="6960"/>
                    <a:pt x="1675" y="6960"/>
                  </a:cubicBezTo>
                  <a:cubicBezTo>
                    <a:pt x="1741" y="6960"/>
                    <a:pt x="1741" y="6960"/>
                    <a:pt x="1741" y="6960"/>
                  </a:cubicBezTo>
                  <a:cubicBezTo>
                    <a:pt x="1749" y="6960"/>
                    <a:pt x="1756" y="6955"/>
                    <a:pt x="1759" y="6947"/>
                  </a:cubicBezTo>
                  <a:cubicBezTo>
                    <a:pt x="1763" y="6937"/>
                    <a:pt x="1850" y="6689"/>
                    <a:pt x="1743" y="6547"/>
                  </a:cubicBezTo>
                  <a:cubicBezTo>
                    <a:pt x="1990" y="5615"/>
                    <a:pt x="1990" y="5615"/>
                    <a:pt x="1990" y="5615"/>
                  </a:cubicBezTo>
                  <a:cubicBezTo>
                    <a:pt x="2360" y="5615"/>
                    <a:pt x="2360" y="5615"/>
                    <a:pt x="2360" y="5615"/>
                  </a:cubicBezTo>
                  <a:cubicBezTo>
                    <a:pt x="2481" y="6544"/>
                    <a:pt x="2481" y="6544"/>
                    <a:pt x="2481" y="6544"/>
                  </a:cubicBezTo>
                  <a:cubicBezTo>
                    <a:pt x="2255" y="6799"/>
                    <a:pt x="2255" y="6799"/>
                    <a:pt x="2255" y="6799"/>
                  </a:cubicBezTo>
                  <a:cubicBezTo>
                    <a:pt x="2234" y="6799"/>
                    <a:pt x="2234" y="6799"/>
                    <a:pt x="2234" y="6799"/>
                  </a:cubicBezTo>
                  <a:cubicBezTo>
                    <a:pt x="2156" y="6799"/>
                    <a:pt x="2092" y="6863"/>
                    <a:pt x="2092" y="6941"/>
                  </a:cubicBezTo>
                  <a:cubicBezTo>
                    <a:pt x="2092" y="6951"/>
                    <a:pt x="2101" y="6960"/>
                    <a:pt x="2111" y="6960"/>
                  </a:cubicBezTo>
                  <a:cubicBezTo>
                    <a:pt x="2479" y="6960"/>
                    <a:pt x="2479" y="6960"/>
                    <a:pt x="2479" y="6960"/>
                  </a:cubicBezTo>
                  <a:cubicBezTo>
                    <a:pt x="2483" y="6960"/>
                    <a:pt x="2487" y="6958"/>
                    <a:pt x="2490" y="6956"/>
                  </a:cubicBezTo>
                  <a:cubicBezTo>
                    <a:pt x="2656" y="6832"/>
                    <a:pt x="2656" y="6832"/>
                    <a:pt x="2656" y="6832"/>
                  </a:cubicBezTo>
                  <a:cubicBezTo>
                    <a:pt x="2659" y="6942"/>
                    <a:pt x="2659" y="6942"/>
                    <a:pt x="2659" y="6942"/>
                  </a:cubicBezTo>
                  <a:cubicBezTo>
                    <a:pt x="2659" y="6952"/>
                    <a:pt x="2667" y="6960"/>
                    <a:pt x="2678" y="6960"/>
                  </a:cubicBezTo>
                  <a:cubicBezTo>
                    <a:pt x="2743" y="6960"/>
                    <a:pt x="2743" y="6960"/>
                    <a:pt x="2743" y="6960"/>
                  </a:cubicBezTo>
                  <a:cubicBezTo>
                    <a:pt x="2751" y="6960"/>
                    <a:pt x="2758" y="6955"/>
                    <a:pt x="2761" y="6947"/>
                  </a:cubicBezTo>
                  <a:cubicBezTo>
                    <a:pt x="2765" y="6937"/>
                    <a:pt x="2853" y="6686"/>
                    <a:pt x="2744" y="6545"/>
                  </a:cubicBezTo>
                  <a:cubicBezTo>
                    <a:pt x="2759" y="5615"/>
                    <a:pt x="2759" y="5615"/>
                    <a:pt x="2759" y="5615"/>
                  </a:cubicBezTo>
                  <a:cubicBezTo>
                    <a:pt x="3141" y="5615"/>
                    <a:pt x="3141" y="5615"/>
                    <a:pt x="3141" y="5615"/>
                  </a:cubicBezTo>
                  <a:cubicBezTo>
                    <a:pt x="3146" y="5615"/>
                    <a:pt x="3151" y="5612"/>
                    <a:pt x="3155" y="5608"/>
                  </a:cubicBezTo>
                  <a:cubicBezTo>
                    <a:pt x="3158" y="5605"/>
                    <a:pt x="3160" y="5599"/>
                    <a:pt x="3159" y="5594"/>
                  </a:cubicBezTo>
                  <a:cubicBezTo>
                    <a:pt x="3157" y="5574"/>
                    <a:pt x="2938" y="3568"/>
                    <a:pt x="2723" y="2957"/>
                  </a:cubicBezTo>
                  <a:cubicBezTo>
                    <a:pt x="2767" y="2949"/>
                    <a:pt x="2767" y="2949"/>
                    <a:pt x="2767" y="2949"/>
                  </a:cubicBezTo>
                  <a:cubicBezTo>
                    <a:pt x="2777" y="2947"/>
                    <a:pt x="2784" y="2937"/>
                    <a:pt x="2782" y="2927"/>
                  </a:cubicBezTo>
                  <a:cubicBezTo>
                    <a:pt x="2767" y="2847"/>
                    <a:pt x="2767" y="2847"/>
                    <a:pt x="2767" y="2847"/>
                  </a:cubicBezTo>
                  <a:cubicBezTo>
                    <a:pt x="2890" y="2830"/>
                    <a:pt x="2890" y="2830"/>
                    <a:pt x="2890" y="2830"/>
                  </a:cubicBezTo>
                  <a:cubicBezTo>
                    <a:pt x="3061" y="2805"/>
                    <a:pt x="3181" y="2647"/>
                    <a:pt x="3157" y="2476"/>
                  </a:cubicBezTo>
                  <a:close/>
                  <a:moveTo>
                    <a:pt x="1727" y="1073"/>
                  </a:moveTo>
                  <a:cubicBezTo>
                    <a:pt x="1634" y="972"/>
                    <a:pt x="1617" y="803"/>
                    <a:pt x="1608" y="653"/>
                  </a:cubicBezTo>
                  <a:cubicBezTo>
                    <a:pt x="1606" y="631"/>
                    <a:pt x="1605" y="620"/>
                    <a:pt x="1605" y="614"/>
                  </a:cubicBezTo>
                  <a:cubicBezTo>
                    <a:pt x="1604" y="604"/>
                    <a:pt x="1604" y="604"/>
                    <a:pt x="1605" y="587"/>
                  </a:cubicBezTo>
                  <a:cubicBezTo>
                    <a:pt x="1607" y="559"/>
                    <a:pt x="1607" y="559"/>
                    <a:pt x="1607" y="559"/>
                  </a:cubicBezTo>
                  <a:cubicBezTo>
                    <a:pt x="1588" y="558"/>
                    <a:pt x="1588" y="558"/>
                    <a:pt x="1588" y="558"/>
                  </a:cubicBezTo>
                  <a:cubicBezTo>
                    <a:pt x="1607" y="558"/>
                    <a:pt x="1607" y="558"/>
                    <a:pt x="1607" y="558"/>
                  </a:cubicBezTo>
                  <a:cubicBezTo>
                    <a:pt x="1607" y="492"/>
                    <a:pt x="1626" y="443"/>
                    <a:pt x="1664" y="408"/>
                  </a:cubicBezTo>
                  <a:cubicBezTo>
                    <a:pt x="1727" y="350"/>
                    <a:pt x="1843" y="329"/>
                    <a:pt x="2018" y="343"/>
                  </a:cubicBezTo>
                  <a:cubicBezTo>
                    <a:pt x="2022" y="343"/>
                    <a:pt x="2026" y="343"/>
                    <a:pt x="2030" y="344"/>
                  </a:cubicBezTo>
                  <a:cubicBezTo>
                    <a:pt x="2034" y="363"/>
                    <a:pt x="2084" y="575"/>
                    <a:pt x="2323" y="643"/>
                  </a:cubicBezTo>
                  <a:cubicBezTo>
                    <a:pt x="2331" y="644"/>
                    <a:pt x="2331" y="644"/>
                    <a:pt x="2331" y="644"/>
                  </a:cubicBezTo>
                  <a:cubicBezTo>
                    <a:pt x="2331" y="644"/>
                    <a:pt x="2385" y="637"/>
                    <a:pt x="2417" y="664"/>
                  </a:cubicBezTo>
                  <a:cubicBezTo>
                    <a:pt x="2432" y="676"/>
                    <a:pt x="2440" y="694"/>
                    <a:pt x="2441" y="718"/>
                  </a:cubicBezTo>
                  <a:cubicBezTo>
                    <a:pt x="2446" y="814"/>
                    <a:pt x="2320" y="885"/>
                    <a:pt x="2319" y="885"/>
                  </a:cubicBezTo>
                  <a:cubicBezTo>
                    <a:pt x="2307" y="892"/>
                    <a:pt x="2298" y="907"/>
                    <a:pt x="2286" y="928"/>
                  </a:cubicBezTo>
                  <a:cubicBezTo>
                    <a:pt x="2281" y="936"/>
                    <a:pt x="2278" y="942"/>
                    <a:pt x="2275" y="946"/>
                  </a:cubicBezTo>
                  <a:cubicBezTo>
                    <a:pt x="2240" y="989"/>
                    <a:pt x="2198" y="1026"/>
                    <a:pt x="2151" y="1056"/>
                  </a:cubicBezTo>
                  <a:cubicBezTo>
                    <a:pt x="2039" y="1126"/>
                    <a:pt x="1834" y="1189"/>
                    <a:pt x="1727" y="1073"/>
                  </a:cubicBezTo>
                  <a:close/>
                  <a:moveTo>
                    <a:pt x="1937" y="1341"/>
                  </a:moveTo>
                  <a:cubicBezTo>
                    <a:pt x="1942" y="1341"/>
                    <a:pt x="1947" y="1340"/>
                    <a:pt x="1951" y="1336"/>
                  </a:cubicBezTo>
                  <a:cubicBezTo>
                    <a:pt x="1955" y="1333"/>
                    <a:pt x="1957" y="1328"/>
                    <a:pt x="1957" y="1323"/>
                  </a:cubicBezTo>
                  <a:cubicBezTo>
                    <a:pt x="1957" y="1169"/>
                    <a:pt x="1957" y="1169"/>
                    <a:pt x="1957" y="1169"/>
                  </a:cubicBezTo>
                  <a:cubicBezTo>
                    <a:pt x="2041" y="1155"/>
                    <a:pt x="2121" y="1119"/>
                    <a:pt x="2171" y="1087"/>
                  </a:cubicBezTo>
                  <a:cubicBezTo>
                    <a:pt x="2209" y="1064"/>
                    <a:pt x="2243" y="1036"/>
                    <a:pt x="2273" y="1005"/>
                  </a:cubicBezTo>
                  <a:cubicBezTo>
                    <a:pt x="2323" y="1325"/>
                    <a:pt x="2323" y="1325"/>
                    <a:pt x="2323" y="1325"/>
                  </a:cubicBezTo>
                  <a:cubicBezTo>
                    <a:pt x="2324" y="1334"/>
                    <a:pt x="2332" y="1341"/>
                    <a:pt x="2341" y="1341"/>
                  </a:cubicBezTo>
                  <a:cubicBezTo>
                    <a:pt x="2342" y="1341"/>
                    <a:pt x="2389" y="1343"/>
                    <a:pt x="2455" y="1353"/>
                  </a:cubicBezTo>
                  <a:cubicBezTo>
                    <a:pt x="1969" y="1661"/>
                    <a:pt x="1969" y="1661"/>
                    <a:pt x="1969" y="1661"/>
                  </a:cubicBezTo>
                  <a:cubicBezTo>
                    <a:pt x="1855" y="1342"/>
                    <a:pt x="1855" y="1342"/>
                    <a:pt x="1855" y="1342"/>
                  </a:cubicBezTo>
                  <a:cubicBezTo>
                    <a:pt x="1887" y="1340"/>
                    <a:pt x="1915" y="1340"/>
                    <a:pt x="1937" y="1341"/>
                  </a:cubicBezTo>
                  <a:close/>
                  <a:moveTo>
                    <a:pt x="308" y="823"/>
                  </a:moveTo>
                  <a:cubicBezTo>
                    <a:pt x="321" y="816"/>
                    <a:pt x="364" y="838"/>
                    <a:pt x="411" y="873"/>
                  </a:cubicBezTo>
                  <a:cubicBezTo>
                    <a:pt x="392" y="877"/>
                    <a:pt x="374" y="882"/>
                    <a:pt x="357" y="889"/>
                  </a:cubicBezTo>
                  <a:cubicBezTo>
                    <a:pt x="353" y="891"/>
                    <a:pt x="347" y="893"/>
                    <a:pt x="341" y="895"/>
                  </a:cubicBezTo>
                  <a:cubicBezTo>
                    <a:pt x="301" y="858"/>
                    <a:pt x="297" y="841"/>
                    <a:pt x="298" y="835"/>
                  </a:cubicBezTo>
                  <a:cubicBezTo>
                    <a:pt x="298" y="833"/>
                    <a:pt x="298" y="829"/>
                    <a:pt x="308" y="823"/>
                  </a:cubicBezTo>
                  <a:close/>
                  <a:moveTo>
                    <a:pt x="425" y="1080"/>
                  </a:moveTo>
                  <a:cubicBezTo>
                    <a:pt x="423" y="1073"/>
                    <a:pt x="417" y="1068"/>
                    <a:pt x="409" y="1067"/>
                  </a:cubicBezTo>
                  <a:cubicBezTo>
                    <a:pt x="71" y="1023"/>
                    <a:pt x="71" y="1023"/>
                    <a:pt x="71" y="1023"/>
                  </a:cubicBezTo>
                  <a:cubicBezTo>
                    <a:pt x="52" y="1021"/>
                    <a:pt x="38" y="1005"/>
                    <a:pt x="38" y="986"/>
                  </a:cubicBezTo>
                  <a:cubicBezTo>
                    <a:pt x="38" y="975"/>
                    <a:pt x="42" y="965"/>
                    <a:pt x="49" y="958"/>
                  </a:cubicBezTo>
                  <a:cubicBezTo>
                    <a:pt x="56" y="951"/>
                    <a:pt x="66" y="947"/>
                    <a:pt x="76" y="947"/>
                  </a:cubicBezTo>
                  <a:cubicBezTo>
                    <a:pt x="76" y="947"/>
                    <a:pt x="76" y="947"/>
                    <a:pt x="76" y="947"/>
                  </a:cubicBezTo>
                  <a:cubicBezTo>
                    <a:pt x="184" y="949"/>
                    <a:pt x="323" y="946"/>
                    <a:pt x="373" y="923"/>
                  </a:cubicBezTo>
                  <a:cubicBezTo>
                    <a:pt x="445" y="890"/>
                    <a:pt x="542" y="904"/>
                    <a:pt x="599" y="955"/>
                  </a:cubicBezTo>
                  <a:cubicBezTo>
                    <a:pt x="641" y="993"/>
                    <a:pt x="657" y="1058"/>
                    <a:pt x="669" y="1114"/>
                  </a:cubicBezTo>
                  <a:cubicBezTo>
                    <a:pt x="469" y="1228"/>
                    <a:pt x="469" y="1228"/>
                    <a:pt x="469" y="1228"/>
                  </a:cubicBezTo>
                  <a:lnTo>
                    <a:pt x="425" y="1080"/>
                  </a:lnTo>
                  <a:close/>
                  <a:moveTo>
                    <a:pt x="1728" y="6922"/>
                  </a:moveTo>
                  <a:cubicBezTo>
                    <a:pt x="1694" y="6922"/>
                    <a:pt x="1694" y="6922"/>
                    <a:pt x="1694" y="6922"/>
                  </a:cubicBezTo>
                  <a:cubicBezTo>
                    <a:pt x="1691" y="6795"/>
                    <a:pt x="1691" y="6795"/>
                    <a:pt x="1691" y="6795"/>
                  </a:cubicBezTo>
                  <a:cubicBezTo>
                    <a:pt x="1691" y="6788"/>
                    <a:pt x="1687" y="6782"/>
                    <a:pt x="1680" y="6779"/>
                  </a:cubicBezTo>
                  <a:cubicBezTo>
                    <a:pt x="1674" y="6776"/>
                    <a:pt x="1667" y="6776"/>
                    <a:pt x="1661" y="6780"/>
                  </a:cubicBezTo>
                  <a:cubicBezTo>
                    <a:pt x="1471" y="6922"/>
                    <a:pt x="1471" y="6922"/>
                    <a:pt x="1471" y="6922"/>
                  </a:cubicBezTo>
                  <a:cubicBezTo>
                    <a:pt x="1129" y="6922"/>
                    <a:pt x="1129" y="6922"/>
                    <a:pt x="1129" y="6922"/>
                  </a:cubicBezTo>
                  <a:cubicBezTo>
                    <a:pt x="1138" y="6874"/>
                    <a:pt x="1181" y="6837"/>
                    <a:pt x="1232" y="6837"/>
                  </a:cubicBezTo>
                  <a:cubicBezTo>
                    <a:pt x="1381" y="6837"/>
                    <a:pt x="1381" y="6837"/>
                    <a:pt x="1381" y="6837"/>
                  </a:cubicBezTo>
                  <a:cubicBezTo>
                    <a:pt x="1385" y="6837"/>
                    <a:pt x="1389" y="6835"/>
                    <a:pt x="1393" y="6833"/>
                  </a:cubicBezTo>
                  <a:cubicBezTo>
                    <a:pt x="1719" y="6577"/>
                    <a:pt x="1719" y="6577"/>
                    <a:pt x="1719" y="6577"/>
                  </a:cubicBezTo>
                  <a:cubicBezTo>
                    <a:pt x="1793" y="6687"/>
                    <a:pt x="1743" y="6873"/>
                    <a:pt x="1728" y="6922"/>
                  </a:cubicBezTo>
                  <a:close/>
                  <a:moveTo>
                    <a:pt x="1707" y="6539"/>
                  </a:moveTo>
                  <a:cubicBezTo>
                    <a:pt x="1375" y="6799"/>
                    <a:pt x="1375" y="6799"/>
                    <a:pt x="1375" y="6799"/>
                  </a:cubicBezTo>
                  <a:cubicBezTo>
                    <a:pt x="1303" y="6799"/>
                    <a:pt x="1303" y="6799"/>
                    <a:pt x="1303" y="6799"/>
                  </a:cubicBezTo>
                  <a:cubicBezTo>
                    <a:pt x="1512" y="6563"/>
                    <a:pt x="1512" y="6563"/>
                    <a:pt x="1512" y="6563"/>
                  </a:cubicBezTo>
                  <a:cubicBezTo>
                    <a:pt x="1515" y="6560"/>
                    <a:pt x="1517" y="6556"/>
                    <a:pt x="1517" y="6552"/>
                  </a:cubicBezTo>
                  <a:cubicBezTo>
                    <a:pt x="1600" y="5615"/>
                    <a:pt x="1600" y="5615"/>
                    <a:pt x="1600" y="5615"/>
                  </a:cubicBezTo>
                  <a:cubicBezTo>
                    <a:pt x="1951" y="5615"/>
                    <a:pt x="1951" y="5615"/>
                    <a:pt x="1951" y="5615"/>
                  </a:cubicBezTo>
                  <a:lnTo>
                    <a:pt x="1707" y="6539"/>
                  </a:lnTo>
                  <a:close/>
                  <a:moveTo>
                    <a:pt x="2515" y="6563"/>
                  </a:moveTo>
                  <a:cubicBezTo>
                    <a:pt x="2518" y="6559"/>
                    <a:pt x="2520" y="6553"/>
                    <a:pt x="2519" y="6548"/>
                  </a:cubicBezTo>
                  <a:cubicBezTo>
                    <a:pt x="2398" y="5615"/>
                    <a:pt x="2398" y="5615"/>
                    <a:pt x="2398" y="5615"/>
                  </a:cubicBezTo>
                  <a:cubicBezTo>
                    <a:pt x="2722" y="5615"/>
                    <a:pt x="2722" y="5615"/>
                    <a:pt x="2722" y="5615"/>
                  </a:cubicBezTo>
                  <a:cubicBezTo>
                    <a:pt x="2707" y="6541"/>
                    <a:pt x="2707" y="6541"/>
                    <a:pt x="2707" y="6541"/>
                  </a:cubicBezTo>
                  <a:cubicBezTo>
                    <a:pt x="2377" y="6799"/>
                    <a:pt x="2377" y="6799"/>
                    <a:pt x="2377" y="6799"/>
                  </a:cubicBezTo>
                  <a:cubicBezTo>
                    <a:pt x="2305" y="6799"/>
                    <a:pt x="2305" y="6799"/>
                    <a:pt x="2305" y="6799"/>
                  </a:cubicBezTo>
                  <a:lnTo>
                    <a:pt x="2515" y="6563"/>
                  </a:lnTo>
                  <a:close/>
                  <a:moveTo>
                    <a:pt x="2730" y="6922"/>
                  </a:moveTo>
                  <a:cubicBezTo>
                    <a:pt x="2696" y="6922"/>
                    <a:pt x="2696" y="6922"/>
                    <a:pt x="2696" y="6922"/>
                  </a:cubicBezTo>
                  <a:cubicBezTo>
                    <a:pt x="2693" y="6795"/>
                    <a:pt x="2693" y="6795"/>
                    <a:pt x="2693" y="6795"/>
                  </a:cubicBezTo>
                  <a:cubicBezTo>
                    <a:pt x="2693" y="6788"/>
                    <a:pt x="2689" y="6782"/>
                    <a:pt x="2682" y="6779"/>
                  </a:cubicBezTo>
                  <a:cubicBezTo>
                    <a:pt x="2676" y="6776"/>
                    <a:pt x="2669" y="6776"/>
                    <a:pt x="2663" y="6780"/>
                  </a:cubicBezTo>
                  <a:cubicBezTo>
                    <a:pt x="2473" y="6922"/>
                    <a:pt x="2473" y="6922"/>
                    <a:pt x="2473" y="6922"/>
                  </a:cubicBezTo>
                  <a:cubicBezTo>
                    <a:pt x="2131" y="6922"/>
                    <a:pt x="2131" y="6922"/>
                    <a:pt x="2131" y="6922"/>
                  </a:cubicBezTo>
                  <a:cubicBezTo>
                    <a:pt x="2140" y="6874"/>
                    <a:pt x="2183" y="6837"/>
                    <a:pt x="2234" y="6837"/>
                  </a:cubicBezTo>
                  <a:cubicBezTo>
                    <a:pt x="2383" y="6837"/>
                    <a:pt x="2383" y="6837"/>
                    <a:pt x="2383" y="6837"/>
                  </a:cubicBezTo>
                  <a:cubicBezTo>
                    <a:pt x="2388" y="6837"/>
                    <a:pt x="2392" y="6835"/>
                    <a:pt x="2395" y="6833"/>
                  </a:cubicBezTo>
                  <a:cubicBezTo>
                    <a:pt x="2721" y="6577"/>
                    <a:pt x="2721" y="6577"/>
                    <a:pt x="2721" y="6577"/>
                  </a:cubicBezTo>
                  <a:cubicBezTo>
                    <a:pt x="2795" y="6687"/>
                    <a:pt x="2745" y="6873"/>
                    <a:pt x="2730" y="6922"/>
                  </a:cubicBezTo>
                  <a:close/>
                  <a:moveTo>
                    <a:pt x="3120" y="5577"/>
                  </a:moveTo>
                  <a:cubicBezTo>
                    <a:pt x="1356" y="5577"/>
                    <a:pt x="1356" y="5577"/>
                    <a:pt x="1356" y="5577"/>
                  </a:cubicBezTo>
                  <a:cubicBezTo>
                    <a:pt x="1421" y="4168"/>
                    <a:pt x="1633" y="3064"/>
                    <a:pt x="1661" y="2925"/>
                  </a:cubicBezTo>
                  <a:cubicBezTo>
                    <a:pt x="1980" y="2925"/>
                    <a:pt x="1980" y="2925"/>
                    <a:pt x="1980" y="2925"/>
                  </a:cubicBezTo>
                  <a:cubicBezTo>
                    <a:pt x="2007" y="3069"/>
                    <a:pt x="2007" y="3069"/>
                    <a:pt x="2007" y="3069"/>
                  </a:cubicBezTo>
                  <a:cubicBezTo>
                    <a:pt x="2007" y="3074"/>
                    <a:pt x="2010" y="3078"/>
                    <a:pt x="2014" y="3081"/>
                  </a:cubicBezTo>
                  <a:cubicBezTo>
                    <a:pt x="2017" y="3083"/>
                    <a:pt x="2021" y="3084"/>
                    <a:pt x="2025" y="3084"/>
                  </a:cubicBezTo>
                  <a:cubicBezTo>
                    <a:pt x="2026" y="3084"/>
                    <a:pt x="2027" y="3084"/>
                    <a:pt x="2028" y="3084"/>
                  </a:cubicBezTo>
                  <a:cubicBezTo>
                    <a:pt x="2686" y="2964"/>
                    <a:pt x="2686" y="2964"/>
                    <a:pt x="2686" y="2964"/>
                  </a:cubicBezTo>
                  <a:cubicBezTo>
                    <a:pt x="2888" y="3530"/>
                    <a:pt x="3096" y="5362"/>
                    <a:pt x="3120" y="5577"/>
                  </a:cubicBezTo>
                  <a:close/>
                  <a:moveTo>
                    <a:pt x="2013" y="2549"/>
                  </a:moveTo>
                  <a:cubicBezTo>
                    <a:pt x="1927" y="2576"/>
                    <a:pt x="1927" y="2576"/>
                    <a:pt x="1927" y="2576"/>
                  </a:cubicBezTo>
                  <a:cubicBezTo>
                    <a:pt x="1927" y="2576"/>
                    <a:pt x="1927" y="2576"/>
                    <a:pt x="1926" y="2576"/>
                  </a:cubicBezTo>
                  <a:cubicBezTo>
                    <a:pt x="1926" y="2567"/>
                    <a:pt x="1927" y="2557"/>
                    <a:pt x="1933" y="2547"/>
                  </a:cubicBezTo>
                  <a:cubicBezTo>
                    <a:pt x="1941" y="2531"/>
                    <a:pt x="1957" y="2521"/>
                    <a:pt x="1981" y="2514"/>
                  </a:cubicBezTo>
                  <a:cubicBezTo>
                    <a:pt x="2018" y="2505"/>
                    <a:pt x="2086" y="2543"/>
                    <a:pt x="2109" y="2559"/>
                  </a:cubicBezTo>
                  <a:cubicBezTo>
                    <a:pt x="2113" y="2561"/>
                    <a:pt x="2117" y="2563"/>
                    <a:pt x="2122" y="2562"/>
                  </a:cubicBezTo>
                  <a:cubicBezTo>
                    <a:pt x="2141" y="2560"/>
                    <a:pt x="2141" y="2560"/>
                    <a:pt x="2141" y="2560"/>
                  </a:cubicBezTo>
                  <a:cubicBezTo>
                    <a:pt x="2204" y="2793"/>
                    <a:pt x="2204" y="2793"/>
                    <a:pt x="2204" y="2793"/>
                  </a:cubicBezTo>
                  <a:cubicBezTo>
                    <a:pt x="2130" y="2802"/>
                    <a:pt x="2130" y="2802"/>
                    <a:pt x="2130" y="2802"/>
                  </a:cubicBezTo>
                  <a:cubicBezTo>
                    <a:pt x="2128" y="2802"/>
                    <a:pt x="2127" y="2803"/>
                    <a:pt x="2125" y="2804"/>
                  </a:cubicBezTo>
                  <a:cubicBezTo>
                    <a:pt x="2085" y="2822"/>
                    <a:pt x="2042" y="2838"/>
                    <a:pt x="1999" y="2850"/>
                  </a:cubicBezTo>
                  <a:cubicBezTo>
                    <a:pt x="1979" y="2855"/>
                    <a:pt x="1959" y="2852"/>
                    <a:pt x="1941" y="2842"/>
                  </a:cubicBezTo>
                  <a:cubicBezTo>
                    <a:pt x="1923" y="2831"/>
                    <a:pt x="1911" y="2813"/>
                    <a:pt x="1907" y="2793"/>
                  </a:cubicBezTo>
                  <a:cubicBezTo>
                    <a:pt x="1888" y="2697"/>
                    <a:pt x="1888" y="2697"/>
                    <a:pt x="1888" y="2697"/>
                  </a:cubicBezTo>
                  <a:cubicBezTo>
                    <a:pt x="1880" y="2659"/>
                    <a:pt x="1902" y="2622"/>
                    <a:pt x="1938" y="2611"/>
                  </a:cubicBezTo>
                  <a:cubicBezTo>
                    <a:pt x="2024" y="2585"/>
                    <a:pt x="2024" y="2585"/>
                    <a:pt x="2024" y="2585"/>
                  </a:cubicBezTo>
                  <a:lnTo>
                    <a:pt x="2013" y="2549"/>
                  </a:lnTo>
                  <a:close/>
                  <a:moveTo>
                    <a:pt x="1851" y="2010"/>
                  </a:moveTo>
                  <a:cubicBezTo>
                    <a:pt x="2553" y="1882"/>
                    <a:pt x="2553" y="1882"/>
                    <a:pt x="2553" y="1882"/>
                  </a:cubicBezTo>
                  <a:cubicBezTo>
                    <a:pt x="2648" y="2404"/>
                    <a:pt x="2648" y="2404"/>
                    <a:pt x="2648" y="2404"/>
                  </a:cubicBezTo>
                  <a:cubicBezTo>
                    <a:pt x="2152" y="2521"/>
                    <a:pt x="2152" y="2521"/>
                    <a:pt x="2152" y="2521"/>
                  </a:cubicBezTo>
                  <a:cubicBezTo>
                    <a:pt x="2124" y="2524"/>
                    <a:pt x="2124" y="2524"/>
                    <a:pt x="2124" y="2524"/>
                  </a:cubicBezTo>
                  <a:cubicBezTo>
                    <a:pt x="2101" y="2510"/>
                    <a:pt x="2025" y="2465"/>
                    <a:pt x="1972" y="2478"/>
                  </a:cubicBezTo>
                  <a:cubicBezTo>
                    <a:pt x="1959" y="2481"/>
                    <a:pt x="1949" y="2486"/>
                    <a:pt x="1939" y="2491"/>
                  </a:cubicBezTo>
                  <a:lnTo>
                    <a:pt x="1851" y="2010"/>
                  </a:lnTo>
                  <a:close/>
                  <a:moveTo>
                    <a:pt x="2040" y="3044"/>
                  </a:moveTo>
                  <a:cubicBezTo>
                    <a:pt x="2011" y="2885"/>
                    <a:pt x="2011" y="2885"/>
                    <a:pt x="2011" y="2885"/>
                  </a:cubicBezTo>
                  <a:cubicBezTo>
                    <a:pt x="2054" y="2873"/>
                    <a:pt x="2097" y="2857"/>
                    <a:pt x="2138" y="2839"/>
                  </a:cubicBezTo>
                  <a:cubicBezTo>
                    <a:pt x="2214" y="2829"/>
                    <a:pt x="2214" y="2829"/>
                    <a:pt x="2214" y="2829"/>
                  </a:cubicBezTo>
                  <a:cubicBezTo>
                    <a:pt x="2235" y="2907"/>
                    <a:pt x="2235" y="2907"/>
                    <a:pt x="2235" y="2907"/>
                  </a:cubicBezTo>
                  <a:cubicBezTo>
                    <a:pt x="2237" y="2915"/>
                    <a:pt x="2245" y="2921"/>
                    <a:pt x="2253" y="2921"/>
                  </a:cubicBezTo>
                  <a:cubicBezTo>
                    <a:pt x="2254" y="2921"/>
                    <a:pt x="2255" y="2921"/>
                    <a:pt x="2256" y="2921"/>
                  </a:cubicBezTo>
                  <a:cubicBezTo>
                    <a:pt x="2730" y="2853"/>
                    <a:pt x="2730" y="2853"/>
                    <a:pt x="2730" y="2853"/>
                  </a:cubicBezTo>
                  <a:cubicBezTo>
                    <a:pt x="2742" y="2916"/>
                    <a:pt x="2742" y="2916"/>
                    <a:pt x="2742" y="2916"/>
                  </a:cubicBezTo>
                  <a:lnTo>
                    <a:pt x="2040" y="3044"/>
                  </a:lnTo>
                  <a:close/>
                  <a:moveTo>
                    <a:pt x="2267" y="2881"/>
                  </a:moveTo>
                  <a:cubicBezTo>
                    <a:pt x="2178" y="2553"/>
                    <a:pt x="2178" y="2553"/>
                    <a:pt x="2178" y="2553"/>
                  </a:cubicBezTo>
                  <a:cubicBezTo>
                    <a:pt x="2884" y="2387"/>
                    <a:pt x="2884" y="2387"/>
                    <a:pt x="2884" y="2387"/>
                  </a:cubicBezTo>
                  <a:cubicBezTo>
                    <a:pt x="2875" y="2351"/>
                    <a:pt x="2875" y="2351"/>
                    <a:pt x="2875" y="2351"/>
                  </a:cubicBezTo>
                  <a:cubicBezTo>
                    <a:pt x="2739" y="2383"/>
                    <a:pt x="2739" y="2383"/>
                    <a:pt x="2739" y="2383"/>
                  </a:cubicBezTo>
                  <a:cubicBezTo>
                    <a:pt x="2781" y="1701"/>
                    <a:pt x="2781" y="1701"/>
                    <a:pt x="2781" y="1701"/>
                  </a:cubicBezTo>
                  <a:cubicBezTo>
                    <a:pt x="2744" y="1699"/>
                    <a:pt x="2744" y="1699"/>
                    <a:pt x="2744" y="1699"/>
                  </a:cubicBezTo>
                  <a:cubicBezTo>
                    <a:pt x="2701" y="2392"/>
                    <a:pt x="2701" y="2392"/>
                    <a:pt x="2701" y="2392"/>
                  </a:cubicBezTo>
                  <a:cubicBezTo>
                    <a:pt x="2685" y="2395"/>
                    <a:pt x="2685" y="2395"/>
                    <a:pt x="2685" y="2395"/>
                  </a:cubicBezTo>
                  <a:cubicBezTo>
                    <a:pt x="2586" y="1857"/>
                    <a:pt x="2586" y="1857"/>
                    <a:pt x="2586" y="1857"/>
                  </a:cubicBezTo>
                  <a:cubicBezTo>
                    <a:pt x="2584" y="1847"/>
                    <a:pt x="2574" y="1840"/>
                    <a:pt x="2565" y="1842"/>
                  </a:cubicBezTo>
                  <a:cubicBezTo>
                    <a:pt x="1826" y="1977"/>
                    <a:pt x="1826" y="1977"/>
                    <a:pt x="1826" y="1977"/>
                  </a:cubicBezTo>
                  <a:cubicBezTo>
                    <a:pt x="1821" y="1978"/>
                    <a:pt x="1817" y="1981"/>
                    <a:pt x="1814" y="1985"/>
                  </a:cubicBezTo>
                  <a:cubicBezTo>
                    <a:pt x="1811" y="1989"/>
                    <a:pt x="1810" y="1994"/>
                    <a:pt x="1811" y="1999"/>
                  </a:cubicBezTo>
                  <a:cubicBezTo>
                    <a:pt x="1906" y="2520"/>
                    <a:pt x="1906" y="2520"/>
                    <a:pt x="1906" y="2520"/>
                  </a:cubicBezTo>
                  <a:cubicBezTo>
                    <a:pt x="1904" y="2523"/>
                    <a:pt x="1901" y="2526"/>
                    <a:pt x="1900" y="2529"/>
                  </a:cubicBezTo>
                  <a:cubicBezTo>
                    <a:pt x="1887" y="2553"/>
                    <a:pt x="1888" y="2579"/>
                    <a:pt x="1890" y="2595"/>
                  </a:cubicBezTo>
                  <a:cubicBezTo>
                    <a:pt x="1859" y="2621"/>
                    <a:pt x="1843" y="2662"/>
                    <a:pt x="1851" y="2704"/>
                  </a:cubicBezTo>
                  <a:cubicBezTo>
                    <a:pt x="1871" y="2800"/>
                    <a:pt x="1871" y="2800"/>
                    <a:pt x="1871" y="2800"/>
                  </a:cubicBezTo>
                  <a:cubicBezTo>
                    <a:pt x="1877" y="2831"/>
                    <a:pt x="1895" y="2857"/>
                    <a:pt x="1922" y="2873"/>
                  </a:cubicBezTo>
                  <a:cubicBezTo>
                    <a:pt x="1935" y="2881"/>
                    <a:pt x="1949" y="2886"/>
                    <a:pt x="1964" y="2888"/>
                  </a:cubicBezTo>
                  <a:cubicBezTo>
                    <a:pt x="1661" y="2888"/>
                    <a:pt x="1661" y="2888"/>
                    <a:pt x="1661" y="2888"/>
                  </a:cubicBezTo>
                  <a:cubicBezTo>
                    <a:pt x="1509" y="2146"/>
                    <a:pt x="1509" y="2146"/>
                    <a:pt x="1509" y="2146"/>
                  </a:cubicBezTo>
                  <a:cubicBezTo>
                    <a:pt x="1483" y="2022"/>
                    <a:pt x="1496" y="1896"/>
                    <a:pt x="1547" y="1781"/>
                  </a:cubicBezTo>
                  <a:cubicBezTo>
                    <a:pt x="1611" y="1633"/>
                    <a:pt x="1611" y="1633"/>
                    <a:pt x="1611" y="1633"/>
                  </a:cubicBezTo>
                  <a:cubicBezTo>
                    <a:pt x="1576" y="1618"/>
                    <a:pt x="1576" y="1618"/>
                    <a:pt x="1576" y="1618"/>
                  </a:cubicBezTo>
                  <a:cubicBezTo>
                    <a:pt x="1512" y="1766"/>
                    <a:pt x="1512" y="1766"/>
                    <a:pt x="1512" y="1766"/>
                  </a:cubicBezTo>
                  <a:cubicBezTo>
                    <a:pt x="1484" y="1830"/>
                    <a:pt x="1468" y="1897"/>
                    <a:pt x="1462" y="1966"/>
                  </a:cubicBezTo>
                  <a:cubicBezTo>
                    <a:pt x="980" y="2120"/>
                    <a:pt x="980" y="2120"/>
                    <a:pt x="980" y="2120"/>
                  </a:cubicBezTo>
                  <a:cubicBezTo>
                    <a:pt x="866" y="2156"/>
                    <a:pt x="742" y="2098"/>
                    <a:pt x="697" y="1986"/>
                  </a:cubicBezTo>
                  <a:cubicBezTo>
                    <a:pt x="422" y="1298"/>
                    <a:pt x="422" y="1298"/>
                    <a:pt x="422" y="1298"/>
                  </a:cubicBezTo>
                  <a:cubicBezTo>
                    <a:pt x="684" y="1149"/>
                    <a:pt x="684" y="1149"/>
                    <a:pt x="684" y="1149"/>
                  </a:cubicBezTo>
                  <a:cubicBezTo>
                    <a:pt x="1050" y="1734"/>
                    <a:pt x="1050" y="1734"/>
                    <a:pt x="1050" y="1734"/>
                  </a:cubicBezTo>
                  <a:cubicBezTo>
                    <a:pt x="1082" y="1714"/>
                    <a:pt x="1082" y="1714"/>
                    <a:pt x="1082" y="1714"/>
                  </a:cubicBezTo>
                  <a:cubicBezTo>
                    <a:pt x="1028" y="1629"/>
                    <a:pt x="1028" y="1629"/>
                    <a:pt x="1028" y="1629"/>
                  </a:cubicBezTo>
                  <a:cubicBezTo>
                    <a:pt x="1078" y="1601"/>
                    <a:pt x="1221" y="1524"/>
                    <a:pt x="1424" y="1432"/>
                  </a:cubicBezTo>
                  <a:cubicBezTo>
                    <a:pt x="1544" y="1378"/>
                    <a:pt x="1698" y="1352"/>
                    <a:pt x="1817" y="1344"/>
                  </a:cubicBezTo>
                  <a:cubicBezTo>
                    <a:pt x="1942" y="1695"/>
                    <a:pt x="1942" y="1695"/>
                    <a:pt x="1942" y="1695"/>
                  </a:cubicBezTo>
                  <a:cubicBezTo>
                    <a:pt x="1944" y="1701"/>
                    <a:pt x="1948" y="1705"/>
                    <a:pt x="1954" y="1707"/>
                  </a:cubicBezTo>
                  <a:cubicBezTo>
                    <a:pt x="1956" y="1707"/>
                    <a:pt x="1958" y="1708"/>
                    <a:pt x="1960" y="1708"/>
                  </a:cubicBezTo>
                  <a:cubicBezTo>
                    <a:pt x="1963" y="1708"/>
                    <a:pt x="1967" y="1707"/>
                    <a:pt x="1970" y="1705"/>
                  </a:cubicBezTo>
                  <a:cubicBezTo>
                    <a:pt x="2510" y="1362"/>
                    <a:pt x="2510" y="1362"/>
                    <a:pt x="2510" y="1362"/>
                  </a:cubicBezTo>
                  <a:cubicBezTo>
                    <a:pt x="2649" y="1389"/>
                    <a:pt x="2831" y="1449"/>
                    <a:pt x="2886" y="1581"/>
                  </a:cubicBezTo>
                  <a:cubicBezTo>
                    <a:pt x="2951" y="1735"/>
                    <a:pt x="3080" y="2192"/>
                    <a:pt x="3120" y="2481"/>
                  </a:cubicBezTo>
                  <a:cubicBezTo>
                    <a:pt x="3141" y="2631"/>
                    <a:pt x="3035" y="2771"/>
                    <a:pt x="2885" y="2793"/>
                  </a:cubicBezTo>
                  <a:lnTo>
                    <a:pt x="2267" y="2881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6" name="Freeform 89"/>
            <p:cNvSpPr/>
            <p:nvPr/>
          </p:nvSpPr>
          <p:spPr bwMode="auto">
            <a:xfrm>
              <a:off x="10642179" y="4247288"/>
              <a:ext cx="369540" cy="397026"/>
            </a:xfrm>
            <a:custGeom>
              <a:avLst/>
              <a:gdLst>
                <a:gd name="T0" fmla="*/ 31 w 781"/>
                <a:gd name="T1" fmla="*/ 0 h 838"/>
                <a:gd name="T2" fmla="*/ 0 w 781"/>
                <a:gd name="T3" fmla="*/ 21 h 838"/>
                <a:gd name="T4" fmla="*/ 757 w 781"/>
                <a:gd name="T5" fmla="*/ 838 h 838"/>
                <a:gd name="T6" fmla="*/ 781 w 781"/>
                <a:gd name="T7" fmla="*/ 809 h 838"/>
                <a:gd name="T8" fmla="*/ 31 w 781"/>
                <a:gd name="T9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1" h="838">
                  <a:moveTo>
                    <a:pt x="31" y="0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213" y="328"/>
                    <a:pt x="468" y="603"/>
                    <a:pt x="757" y="838"/>
                  </a:cubicBezTo>
                  <a:cubicBezTo>
                    <a:pt x="781" y="809"/>
                    <a:pt x="781" y="809"/>
                    <a:pt x="781" y="809"/>
                  </a:cubicBezTo>
                  <a:cubicBezTo>
                    <a:pt x="494" y="576"/>
                    <a:pt x="241" y="304"/>
                    <a:pt x="31" y="0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6127937" y="1843957"/>
            <a:ext cx="1856781" cy="4016826"/>
            <a:chOff x="5264615" y="1694104"/>
            <a:chExt cx="1982077" cy="4287883"/>
          </a:xfrm>
        </p:grpSpPr>
        <p:grpSp>
          <p:nvGrpSpPr>
            <p:cNvPr id="128" name="组合 127"/>
            <p:cNvGrpSpPr/>
            <p:nvPr/>
          </p:nvGrpSpPr>
          <p:grpSpPr>
            <a:xfrm>
              <a:off x="6155379" y="1694104"/>
              <a:ext cx="824593" cy="709557"/>
              <a:chOff x="6318665" y="1694104"/>
              <a:chExt cx="824593" cy="709557"/>
            </a:xfrm>
          </p:grpSpPr>
          <p:sp>
            <p:nvSpPr>
              <p:cNvPr id="62" name="Oval 55"/>
              <p:cNvSpPr>
                <a:spLocks noChangeArrowheads="1"/>
              </p:cNvSpPr>
              <p:nvPr/>
            </p:nvSpPr>
            <p:spPr bwMode="auto">
              <a:xfrm>
                <a:off x="6758448" y="2091130"/>
                <a:ext cx="60063" cy="60063"/>
              </a:xfrm>
              <a:prstGeom prst="ellipse">
                <a:avLst/>
              </a:pr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63" name="Freeform 56"/>
              <p:cNvSpPr/>
              <p:nvPr/>
            </p:nvSpPr>
            <p:spPr bwMode="auto">
              <a:xfrm>
                <a:off x="6699403" y="1824410"/>
                <a:ext cx="178153" cy="179171"/>
              </a:xfrm>
              <a:custGeom>
                <a:avLst/>
                <a:gdLst>
                  <a:gd name="T0" fmla="*/ 377 w 377"/>
                  <a:gd name="T1" fmla="*/ 188 h 377"/>
                  <a:gd name="T2" fmla="*/ 188 w 377"/>
                  <a:gd name="T3" fmla="*/ 0 h 377"/>
                  <a:gd name="T4" fmla="*/ 0 w 377"/>
                  <a:gd name="T5" fmla="*/ 188 h 377"/>
                  <a:gd name="T6" fmla="*/ 0 w 377"/>
                  <a:gd name="T7" fmla="*/ 377 h 377"/>
                  <a:gd name="T8" fmla="*/ 377 w 377"/>
                  <a:gd name="T9" fmla="*/ 377 h 377"/>
                  <a:gd name="T10" fmla="*/ 377 w 377"/>
                  <a:gd name="T11" fmla="*/ 188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7" h="377">
                    <a:moveTo>
                      <a:pt x="377" y="188"/>
                    </a:moveTo>
                    <a:cubicBezTo>
                      <a:pt x="377" y="85"/>
                      <a:pt x="292" y="0"/>
                      <a:pt x="188" y="0"/>
                    </a:cubicBezTo>
                    <a:cubicBezTo>
                      <a:pt x="84" y="0"/>
                      <a:pt x="0" y="85"/>
                      <a:pt x="0" y="188"/>
                    </a:cubicBezTo>
                    <a:cubicBezTo>
                      <a:pt x="0" y="377"/>
                      <a:pt x="0" y="377"/>
                      <a:pt x="0" y="377"/>
                    </a:cubicBezTo>
                    <a:cubicBezTo>
                      <a:pt x="377" y="377"/>
                      <a:pt x="377" y="377"/>
                      <a:pt x="377" y="377"/>
                    </a:cubicBezTo>
                    <a:lnTo>
                      <a:pt x="377" y="188"/>
                    </a:ln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64" name="Freeform 57"/>
              <p:cNvSpPr>
                <a:spLocks noEditPoints="1"/>
              </p:cNvSpPr>
              <p:nvPr/>
            </p:nvSpPr>
            <p:spPr bwMode="auto">
              <a:xfrm>
                <a:off x="6627124" y="2020887"/>
                <a:ext cx="321693" cy="251450"/>
              </a:xfrm>
              <a:custGeom>
                <a:avLst/>
                <a:gdLst>
                  <a:gd name="T0" fmla="*/ 680 w 680"/>
                  <a:gd name="T1" fmla="*/ 0 h 531"/>
                  <a:gd name="T2" fmla="*/ 0 w 680"/>
                  <a:gd name="T3" fmla="*/ 0 h 531"/>
                  <a:gd name="T4" fmla="*/ 0 w 680"/>
                  <a:gd name="T5" fmla="*/ 531 h 531"/>
                  <a:gd name="T6" fmla="*/ 680 w 680"/>
                  <a:gd name="T7" fmla="*/ 531 h 531"/>
                  <a:gd name="T8" fmla="*/ 680 w 680"/>
                  <a:gd name="T9" fmla="*/ 0 h 531"/>
                  <a:gd name="T10" fmla="*/ 359 w 680"/>
                  <a:gd name="T11" fmla="*/ 310 h 531"/>
                  <a:gd name="T12" fmla="*/ 359 w 680"/>
                  <a:gd name="T13" fmla="*/ 402 h 531"/>
                  <a:gd name="T14" fmla="*/ 321 w 680"/>
                  <a:gd name="T15" fmla="*/ 402 h 531"/>
                  <a:gd name="T16" fmla="*/ 321 w 680"/>
                  <a:gd name="T17" fmla="*/ 310 h 531"/>
                  <a:gd name="T18" fmla="*/ 239 w 680"/>
                  <a:gd name="T19" fmla="*/ 211 h 531"/>
                  <a:gd name="T20" fmla="*/ 340 w 680"/>
                  <a:gd name="T21" fmla="*/ 111 h 531"/>
                  <a:gd name="T22" fmla="*/ 441 w 680"/>
                  <a:gd name="T23" fmla="*/ 211 h 531"/>
                  <a:gd name="T24" fmla="*/ 359 w 680"/>
                  <a:gd name="T25" fmla="*/ 310 h 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0" h="531">
                    <a:moveTo>
                      <a:pt x="68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31"/>
                      <a:pt x="0" y="531"/>
                      <a:pt x="0" y="531"/>
                    </a:cubicBezTo>
                    <a:cubicBezTo>
                      <a:pt x="680" y="531"/>
                      <a:pt x="680" y="531"/>
                      <a:pt x="680" y="531"/>
                    </a:cubicBezTo>
                    <a:lnTo>
                      <a:pt x="680" y="0"/>
                    </a:lnTo>
                    <a:close/>
                    <a:moveTo>
                      <a:pt x="359" y="310"/>
                    </a:moveTo>
                    <a:cubicBezTo>
                      <a:pt x="359" y="402"/>
                      <a:pt x="359" y="402"/>
                      <a:pt x="359" y="402"/>
                    </a:cubicBezTo>
                    <a:cubicBezTo>
                      <a:pt x="321" y="402"/>
                      <a:pt x="321" y="402"/>
                      <a:pt x="321" y="402"/>
                    </a:cubicBezTo>
                    <a:cubicBezTo>
                      <a:pt x="321" y="310"/>
                      <a:pt x="321" y="310"/>
                      <a:pt x="321" y="310"/>
                    </a:cubicBezTo>
                    <a:cubicBezTo>
                      <a:pt x="275" y="301"/>
                      <a:pt x="239" y="260"/>
                      <a:pt x="239" y="211"/>
                    </a:cubicBezTo>
                    <a:cubicBezTo>
                      <a:pt x="239" y="156"/>
                      <a:pt x="285" y="111"/>
                      <a:pt x="340" y="111"/>
                    </a:cubicBezTo>
                    <a:cubicBezTo>
                      <a:pt x="396" y="111"/>
                      <a:pt x="441" y="156"/>
                      <a:pt x="441" y="211"/>
                    </a:cubicBezTo>
                    <a:cubicBezTo>
                      <a:pt x="441" y="260"/>
                      <a:pt x="405" y="301"/>
                      <a:pt x="359" y="310"/>
                    </a:cubicBezTo>
                    <a:close/>
                  </a:path>
                </a:pathLst>
              </a:custGeom>
              <a:solidFill>
                <a:srgbClr val="C3DF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65" name="Freeform 58"/>
              <p:cNvSpPr>
                <a:spLocks noEditPoints="1"/>
              </p:cNvSpPr>
              <p:nvPr/>
            </p:nvSpPr>
            <p:spPr bwMode="auto">
              <a:xfrm>
                <a:off x="6451007" y="1711410"/>
                <a:ext cx="673927" cy="673927"/>
              </a:xfrm>
              <a:custGeom>
                <a:avLst/>
                <a:gdLst>
                  <a:gd name="T0" fmla="*/ 0 w 1424"/>
                  <a:gd name="T1" fmla="*/ 1423 h 1423"/>
                  <a:gd name="T2" fmla="*/ 1424 w 1424"/>
                  <a:gd name="T3" fmla="*/ 1423 h 1423"/>
                  <a:gd name="T4" fmla="*/ 1424 w 1424"/>
                  <a:gd name="T5" fmla="*/ 0 h 1423"/>
                  <a:gd name="T6" fmla="*/ 0 w 1424"/>
                  <a:gd name="T7" fmla="*/ 0 h 1423"/>
                  <a:gd name="T8" fmla="*/ 0 w 1424"/>
                  <a:gd name="T9" fmla="*/ 1423 h 1423"/>
                  <a:gd name="T10" fmla="*/ 335 w 1424"/>
                  <a:gd name="T11" fmla="*/ 635 h 1423"/>
                  <a:gd name="T12" fmla="*/ 354 w 1424"/>
                  <a:gd name="T13" fmla="*/ 616 h 1423"/>
                  <a:gd name="T14" fmla="*/ 486 w 1424"/>
                  <a:gd name="T15" fmla="*/ 616 h 1423"/>
                  <a:gd name="T16" fmla="*/ 486 w 1424"/>
                  <a:gd name="T17" fmla="*/ 427 h 1423"/>
                  <a:gd name="T18" fmla="*/ 712 w 1424"/>
                  <a:gd name="T19" fmla="*/ 202 h 1423"/>
                  <a:gd name="T20" fmla="*/ 938 w 1424"/>
                  <a:gd name="T21" fmla="*/ 427 h 1423"/>
                  <a:gd name="T22" fmla="*/ 938 w 1424"/>
                  <a:gd name="T23" fmla="*/ 616 h 1423"/>
                  <a:gd name="T24" fmla="*/ 1070 w 1424"/>
                  <a:gd name="T25" fmla="*/ 616 h 1423"/>
                  <a:gd name="T26" fmla="*/ 1089 w 1424"/>
                  <a:gd name="T27" fmla="*/ 635 h 1423"/>
                  <a:gd name="T28" fmla="*/ 1089 w 1424"/>
                  <a:gd name="T29" fmla="*/ 1203 h 1423"/>
                  <a:gd name="T30" fmla="*/ 1070 w 1424"/>
                  <a:gd name="T31" fmla="*/ 1222 h 1423"/>
                  <a:gd name="T32" fmla="*/ 354 w 1424"/>
                  <a:gd name="T33" fmla="*/ 1222 h 1423"/>
                  <a:gd name="T34" fmla="*/ 335 w 1424"/>
                  <a:gd name="T35" fmla="*/ 1203 h 1423"/>
                  <a:gd name="T36" fmla="*/ 335 w 1424"/>
                  <a:gd name="T37" fmla="*/ 635 h 1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24" h="1423">
                    <a:moveTo>
                      <a:pt x="0" y="1423"/>
                    </a:moveTo>
                    <a:cubicBezTo>
                      <a:pt x="1424" y="1423"/>
                      <a:pt x="1424" y="1423"/>
                      <a:pt x="1424" y="1423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423"/>
                    </a:lnTo>
                    <a:close/>
                    <a:moveTo>
                      <a:pt x="335" y="635"/>
                    </a:moveTo>
                    <a:cubicBezTo>
                      <a:pt x="335" y="624"/>
                      <a:pt x="343" y="616"/>
                      <a:pt x="354" y="616"/>
                    </a:cubicBezTo>
                    <a:cubicBezTo>
                      <a:pt x="486" y="616"/>
                      <a:pt x="486" y="616"/>
                      <a:pt x="486" y="616"/>
                    </a:cubicBezTo>
                    <a:cubicBezTo>
                      <a:pt x="486" y="427"/>
                      <a:pt x="486" y="427"/>
                      <a:pt x="486" y="427"/>
                    </a:cubicBezTo>
                    <a:cubicBezTo>
                      <a:pt x="486" y="303"/>
                      <a:pt x="588" y="202"/>
                      <a:pt x="712" y="202"/>
                    </a:cubicBezTo>
                    <a:cubicBezTo>
                      <a:pt x="837" y="202"/>
                      <a:pt x="938" y="303"/>
                      <a:pt x="938" y="427"/>
                    </a:cubicBezTo>
                    <a:cubicBezTo>
                      <a:pt x="938" y="616"/>
                      <a:pt x="938" y="616"/>
                      <a:pt x="938" y="616"/>
                    </a:cubicBezTo>
                    <a:cubicBezTo>
                      <a:pt x="1070" y="616"/>
                      <a:pt x="1070" y="616"/>
                      <a:pt x="1070" y="616"/>
                    </a:cubicBezTo>
                    <a:cubicBezTo>
                      <a:pt x="1081" y="616"/>
                      <a:pt x="1089" y="624"/>
                      <a:pt x="1089" y="635"/>
                    </a:cubicBezTo>
                    <a:cubicBezTo>
                      <a:pt x="1089" y="1203"/>
                      <a:pt x="1089" y="1203"/>
                      <a:pt x="1089" y="1203"/>
                    </a:cubicBezTo>
                    <a:cubicBezTo>
                      <a:pt x="1089" y="1213"/>
                      <a:pt x="1081" y="1222"/>
                      <a:pt x="1070" y="1222"/>
                    </a:cubicBezTo>
                    <a:cubicBezTo>
                      <a:pt x="354" y="1222"/>
                      <a:pt x="354" y="1222"/>
                      <a:pt x="354" y="1222"/>
                    </a:cubicBezTo>
                    <a:cubicBezTo>
                      <a:pt x="343" y="1222"/>
                      <a:pt x="335" y="1213"/>
                      <a:pt x="335" y="1203"/>
                    </a:cubicBezTo>
                    <a:lnTo>
                      <a:pt x="335" y="635"/>
                    </a:ln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66" name="Freeform 59"/>
              <p:cNvSpPr>
                <a:spLocks noEditPoints="1"/>
              </p:cNvSpPr>
              <p:nvPr/>
            </p:nvSpPr>
            <p:spPr bwMode="auto">
              <a:xfrm>
                <a:off x="6609817" y="1807103"/>
                <a:ext cx="357324" cy="483558"/>
              </a:xfrm>
              <a:custGeom>
                <a:avLst/>
                <a:gdLst>
                  <a:gd name="T0" fmla="*/ 19 w 754"/>
                  <a:gd name="T1" fmla="*/ 1020 h 1020"/>
                  <a:gd name="T2" fmla="*/ 735 w 754"/>
                  <a:gd name="T3" fmla="*/ 1020 h 1020"/>
                  <a:gd name="T4" fmla="*/ 754 w 754"/>
                  <a:gd name="T5" fmla="*/ 1001 h 1020"/>
                  <a:gd name="T6" fmla="*/ 754 w 754"/>
                  <a:gd name="T7" fmla="*/ 433 h 1020"/>
                  <a:gd name="T8" fmla="*/ 735 w 754"/>
                  <a:gd name="T9" fmla="*/ 414 h 1020"/>
                  <a:gd name="T10" fmla="*/ 603 w 754"/>
                  <a:gd name="T11" fmla="*/ 414 h 1020"/>
                  <a:gd name="T12" fmla="*/ 603 w 754"/>
                  <a:gd name="T13" fmla="*/ 225 h 1020"/>
                  <a:gd name="T14" fmla="*/ 377 w 754"/>
                  <a:gd name="T15" fmla="*/ 0 h 1020"/>
                  <a:gd name="T16" fmla="*/ 151 w 754"/>
                  <a:gd name="T17" fmla="*/ 225 h 1020"/>
                  <a:gd name="T18" fmla="*/ 151 w 754"/>
                  <a:gd name="T19" fmla="*/ 414 h 1020"/>
                  <a:gd name="T20" fmla="*/ 19 w 754"/>
                  <a:gd name="T21" fmla="*/ 414 h 1020"/>
                  <a:gd name="T22" fmla="*/ 0 w 754"/>
                  <a:gd name="T23" fmla="*/ 433 h 1020"/>
                  <a:gd name="T24" fmla="*/ 0 w 754"/>
                  <a:gd name="T25" fmla="*/ 1001 h 1020"/>
                  <a:gd name="T26" fmla="*/ 19 w 754"/>
                  <a:gd name="T27" fmla="*/ 1020 h 1020"/>
                  <a:gd name="T28" fmla="*/ 189 w 754"/>
                  <a:gd name="T29" fmla="*/ 225 h 1020"/>
                  <a:gd name="T30" fmla="*/ 377 w 754"/>
                  <a:gd name="T31" fmla="*/ 37 h 1020"/>
                  <a:gd name="T32" fmla="*/ 566 w 754"/>
                  <a:gd name="T33" fmla="*/ 225 h 1020"/>
                  <a:gd name="T34" fmla="*/ 566 w 754"/>
                  <a:gd name="T35" fmla="*/ 414 h 1020"/>
                  <a:gd name="T36" fmla="*/ 189 w 754"/>
                  <a:gd name="T37" fmla="*/ 414 h 1020"/>
                  <a:gd name="T38" fmla="*/ 189 w 754"/>
                  <a:gd name="T39" fmla="*/ 225 h 1020"/>
                  <a:gd name="T40" fmla="*/ 37 w 754"/>
                  <a:gd name="T41" fmla="*/ 451 h 1020"/>
                  <a:gd name="T42" fmla="*/ 717 w 754"/>
                  <a:gd name="T43" fmla="*/ 451 h 1020"/>
                  <a:gd name="T44" fmla="*/ 717 w 754"/>
                  <a:gd name="T45" fmla="*/ 982 h 1020"/>
                  <a:gd name="T46" fmla="*/ 37 w 754"/>
                  <a:gd name="T47" fmla="*/ 982 h 1020"/>
                  <a:gd name="T48" fmla="*/ 37 w 754"/>
                  <a:gd name="T49" fmla="*/ 451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54" h="1020">
                    <a:moveTo>
                      <a:pt x="19" y="1020"/>
                    </a:moveTo>
                    <a:cubicBezTo>
                      <a:pt x="735" y="1020"/>
                      <a:pt x="735" y="1020"/>
                      <a:pt x="735" y="1020"/>
                    </a:cubicBezTo>
                    <a:cubicBezTo>
                      <a:pt x="746" y="1020"/>
                      <a:pt x="754" y="1011"/>
                      <a:pt x="754" y="1001"/>
                    </a:cubicBezTo>
                    <a:cubicBezTo>
                      <a:pt x="754" y="433"/>
                      <a:pt x="754" y="433"/>
                      <a:pt x="754" y="433"/>
                    </a:cubicBezTo>
                    <a:cubicBezTo>
                      <a:pt x="754" y="422"/>
                      <a:pt x="746" y="414"/>
                      <a:pt x="735" y="414"/>
                    </a:cubicBezTo>
                    <a:cubicBezTo>
                      <a:pt x="603" y="414"/>
                      <a:pt x="603" y="414"/>
                      <a:pt x="603" y="414"/>
                    </a:cubicBezTo>
                    <a:cubicBezTo>
                      <a:pt x="603" y="225"/>
                      <a:pt x="603" y="225"/>
                      <a:pt x="603" y="225"/>
                    </a:cubicBezTo>
                    <a:cubicBezTo>
                      <a:pt x="603" y="101"/>
                      <a:pt x="502" y="0"/>
                      <a:pt x="377" y="0"/>
                    </a:cubicBezTo>
                    <a:cubicBezTo>
                      <a:pt x="253" y="0"/>
                      <a:pt x="151" y="101"/>
                      <a:pt x="151" y="225"/>
                    </a:cubicBezTo>
                    <a:cubicBezTo>
                      <a:pt x="151" y="414"/>
                      <a:pt x="151" y="414"/>
                      <a:pt x="151" y="414"/>
                    </a:cubicBezTo>
                    <a:cubicBezTo>
                      <a:pt x="19" y="414"/>
                      <a:pt x="19" y="414"/>
                      <a:pt x="19" y="414"/>
                    </a:cubicBezTo>
                    <a:cubicBezTo>
                      <a:pt x="8" y="414"/>
                      <a:pt x="0" y="422"/>
                      <a:pt x="0" y="433"/>
                    </a:cubicBezTo>
                    <a:cubicBezTo>
                      <a:pt x="0" y="1001"/>
                      <a:pt x="0" y="1001"/>
                      <a:pt x="0" y="1001"/>
                    </a:cubicBezTo>
                    <a:cubicBezTo>
                      <a:pt x="0" y="1011"/>
                      <a:pt x="8" y="1020"/>
                      <a:pt x="19" y="1020"/>
                    </a:cubicBezTo>
                    <a:close/>
                    <a:moveTo>
                      <a:pt x="189" y="225"/>
                    </a:moveTo>
                    <a:cubicBezTo>
                      <a:pt x="189" y="122"/>
                      <a:pt x="273" y="37"/>
                      <a:pt x="377" y="37"/>
                    </a:cubicBezTo>
                    <a:cubicBezTo>
                      <a:pt x="481" y="37"/>
                      <a:pt x="566" y="122"/>
                      <a:pt x="566" y="225"/>
                    </a:cubicBezTo>
                    <a:cubicBezTo>
                      <a:pt x="566" y="414"/>
                      <a:pt x="566" y="414"/>
                      <a:pt x="566" y="414"/>
                    </a:cubicBezTo>
                    <a:cubicBezTo>
                      <a:pt x="189" y="414"/>
                      <a:pt x="189" y="414"/>
                      <a:pt x="189" y="414"/>
                    </a:cubicBezTo>
                    <a:lnTo>
                      <a:pt x="189" y="225"/>
                    </a:lnTo>
                    <a:close/>
                    <a:moveTo>
                      <a:pt x="37" y="451"/>
                    </a:moveTo>
                    <a:cubicBezTo>
                      <a:pt x="717" y="451"/>
                      <a:pt x="717" y="451"/>
                      <a:pt x="717" y="451"/>
                    </a:cubicBezTo>
                    <a:cubicBezTo>
                      <a:pt x="717" y="982"/>
                      <a:pt x="717" y="982"/>
                      <a:pt x="717" y="982"/>
                    </a:cubicBezTo>
                    <a:cubicBezTo>
                      <a:pt x="37" y="982"/>
                      <a:pt x="37" y="982"/>
                      <a:pt x="37" y="982"/>
                    </a:cubicBezTo>
                    <a:lnTo>
                      <a:pt x="37" y="451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67" name="Freeform 60"/>
              <p:cNvSpPr>
                <a:spLocks noEditPoints="1"/>
              </p:cNvSpPr>
              <p:nvPr/>
            </p:nvSpPr>
            <p:spPr bwMode="auto">
              <a:xfrm>
                <a:off x="6740124" y="2073824"/>
                <a:ext cx="95694" cy="137432"/>
              </a:xfrm>
              <a:custGeom>
                <a:avLst/>
                <a:gdLst>
                  <a:gd name="T0" fmla="*/ 101 w 202"/>
                  <a:gd name="T1" fmla="*/ 0 h 291"/>
                  <a:gd name="T2" fmla="*/ 0 w 202"/>
                  <a:gd name="T3" fmla="*/ 100 h 291"/>
                  <a:gd name="T4" fmla="*/ 82 w 202"/>
                  <a:gd name="T5" fmla="*/ 199 h 291"/>
                  <a:gd name="T6" fmla="*/ 82 w 202"/>
                  <a:gd name="T7" fmla="*/ 291 h 291"/>
                  <a:gd name="T8" fmla="*/ 120 w 202"/>
                  <a:gd name="T9" fmla="*/ 291 h 291"/>
                  <a:gd name="T10" fmla="*/ 120 w 202"/>
                  <a:gd name="T11" fmla="*/ 199 h 291"/>
                  <a:gd name="T12" fmla="*/ 202 w 202"/>
                  <a:gd name="T13" fmla="*/ 100 h 291"/>
                  <a:gd name="T14" fmla="*/ 101 w 202"/>
                  <a:gd name="T15" fmla="*/ 0 h 291"/>
                  <a:gd name="T16" fmla="*/ 101 w 202"/>
                  <a:gd name="T17" fmla="*/ 163 h 291"/>
                  <a:gd name="T18" fmla="*/ 38 w 202"/>
                  <a:gd name="T19" fmla="*/ 100 h 291"/>
                  <a:gd name="T20" fmla="*/ 101 w 202"/>
                  <a:gd name="T21" fmla="*/ 37 h 291"/>
                  <a:gd name="T22" fmla="*/ 164 w 202"/>
                  <a:gd name="T23" fmla="*/ 100 h 291"/>
                  <a:gd name="T24" fmla="*/ 101 w 202"/>
                  <a:gd name="T25" fmla="*/ 163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2" h="291">
                    <a:moveTo>
                      <a:pt x="101" y="0"/>
                    </a:moveTo>
                    <a:cubicBezTo>
                      <a:pt x="46" y="0"/>
                      <a:pt x="0" y="45"/>
                      <a:pt x="0" y="100"/>
                    </a:cubicBezTo>
                    <a:cubicBezTo>
                      <a:pt x="0" y="149"/>
                      <a:pt x="36" y="190"/>
                      <a:pt x="82" y="199"/>
                    </a:cubicBezTo>
                    <a:cubicBezTo>
                      <a:pt x="82" y="291"/>
                      <a:pt x="82" y="291"/>
                      <a:pt x="82" y="291"/>
                    </a:cubicBezTo>
                    <a:cubicBezTo>
                      <a:pt x="120" y="291"/>
                      <a:pt x="120" y="291"/>
                      <a:pt x="120" y="291"/>
                    </a:cubicBezTo>
                    <a:cubicBezTo>
                      <a:pt x="120" y="199"/>
                      <a:pt x="120" y="199"/>
                      <a:pt x="120" y="199"/>
                    </a:cubicBezTo>
                    <a:cubicBezTo>
                      <a:pt x="166" y="190"/>
                      <a:pt x="202" y="149"/>
                      <a:pt x="202" y="100"/>
                    </a:cubicBezTo>
                    <a:cubicBezTo>
                      <a:pt x="202" y="45"/>
                      <a:pt x="157" y="0"/>
                      <a:pt x="101" y="0"/>
                    </a:cubicBezTo>
                    <a:close/>
                    <a:moveTo>
                      <a:pt x="101" y="163"/>
                    </a:moveTo>
                    <a:cubicBezTo>
                      <a:pt x="66" y="163"/>
                      <a:pt x="38" y="135"/>
                      <a:pt x="38" y="100"/>
                    </a:cubicBezTo>
                    <a:cubicBezTo>
                      <a:pt x="38" y="65"/>
                      <a:pt x="66" y="37"/>
                      <a:pt x="101" y="37"/>
                    </a:cubicBezTo>
                    <a:cubicBezTo>
                      <a:pt x="136" y="37"/>
                      <a:pt x="164" y="65"/>
                      <a:pt x="164" y="100"/>
                    </a:cubicBezTo>
                    <a:cubicBezTo>
                      <a:pt x="164" y="135"/>
                      <a:pt x="136" y="163"/>
                      <a:pt x="101" y="163"/>
                    </a:cubicBez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68" name="Freeform 61"/>
              <p:cNvSpPr>
                <a:spLocks noEditPoints="1"/>
              </p:cNvSpPr>
              <p:nvPr/>
            </p:nvSpPr>
            <p:spPr bwMode="auto">
              <a:xfrm>
                <a:off x="6433701" y="1694104"/>
                <a:ext cx="709557" cy="709557"/>
              </a:xfrm>
              <a:custGeom>
                <a:avLst/>
                <a:gdLst>
                  <a:gd name="T0" fmla="*/ 1479 w 1498"/>
                  <a:gd name="T1" fmla="*/ 0 h 1498"/>
                  <a:gd name="T2" fmla="*/ 19 w 1498"/>
                  <a:gd name="T3" fmla="*/ 0 h 1498"/>
                  <a:gd name="T4" fmla="*/ 0 w 1498"/>
                  <a:gd name="T5" fmla="*/ 18 h 1498"/>
                  <a:gd name="T6" fmla="*/ 0 w 1498"/>
                  <a:gd name="T7" fmla="*/ 1479 h 1498"/>
                  <a:gd name="T8" fmla="*/ 19 w 1498"/>
                  <a:gd name="T9" fmla="*/ 1498 h 1498"/>
                  <a:gd name="T10" fmla="*/ 1479 w 1498"/>
                  <a:gd name="T11" fmla="*/ 1498 h 1498"/>
                  <a:gd name="T12" fmla="*/ 1498 w 1498"/>
                  <a:gd name="T13" fmla="*/ 1479 h 1498"/>
                  <a:gd name="T14" fmla="*/ 1498 w 1498"/>
                  <a:gd name="T15" fmla="*/ 18 h 1498"/>
                  <a:gd name="T16" fmla="*/ 1479 w 1498"/>
                  <a:gd name="T17" fmla="*/ 0 h 1498"/>
                  <a:gd name="T18" fmla="*/ 1461 w 1498"/>
                  <a:gd name="T19" fmla="*/ 1460 h 1498"/>
                  <a:gd name="T20" fmla="*/ 37 w 1498"/>
                  <a:gd name="T21" fmla="*/ 1460 h 1498"/>
                  <a:gd name="T22" fmla="*/ 37 w 1498"/>
                  <a:gd name="T23" fmla="*/ 37 h 1498"/>
                  <a:gd name="T24" fmla="*/ 1461 w 1498"/>
                  <a:gd name="T25" fmla="*/ 37 h 1498"/>
                  <a:gd name="T26" fmla="*/ 1461 w 1498"/>
                  <a:gd name="T27" fmla="*/ 1460 h 1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8" h="1498">
                    <a:moveTo>
                      <a:pt x="1479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1479"/>
                      <a:pt x="0" y="1479"/>
                      <a:pt x="0" y="1479"/>
                    </a:cubicBezTo>
                    <a:cubicBezTo>
                      <a:pt x="0" y="1489"/>
                      <a:pt x="8" y="1498"/>
                      <a:pt x="19" y="1498"/>
                    </a:cubicBezTo>
                    <a:cubicBezTo>
                      <a:pt x="1479" y="1498"/>
                      <a:pt x="1479" y="1498"/>
                      <a:pt x="1479" y="1498"/>
                    </a:cubicBezTo>
                    <a:cubicBezTo>
                      <a:pt x="1490" y="1498"/>
                      <a:pt x="1498" y="1489"/>
                      <a:pt x="1498" y="1479"/>
                    </a:cubicBezTo>
                    <a:cubicBezTo>
                      <a:pt x="1498" y="18"/>
                      <a:pt x="1498" y="18"/>
                      <a:pt x="1498" y="18"/>
                    </a:cubicBezTo>
                    <a:cubicBezTo>
                      <a:pt x="1498" y="8"/>
                      <a:pt x="1490" y="0"/>
                      <a:pt x="1479" y="0"/>
                    </a:cubicBezTo>
                    <a:close/>
                    <a:moveTo>
                      <a:pt x="1461" y="1460"/>
                    </a:moveTo>
                    <a:cubicBezTo>
                      <a:pt x="37" y="1460"/>
                      <a:pt x="37" y="1460"/>
                      <a:pt x="37" y="1460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1461" y="37"/>
                      <a:pt x="1461" y="37"/>
                      <a:pt x="1461" y="37"/>
                    </a:cubicBezTo>
                    <a:lnTo>
                      <a:pt x="1461" y="1460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69" name="Rectangle 62"/>
              <p:cNvSpPr>
                <a:spLocks noChangeArrowheads="1"/>
              </p:cNvSpPr>
              <p:nvPr/>
            </p:nvSpPr>
            <p:spPr bwMode="auto">
              <a:xfrm>
                <a:off x="6318665" y="2053463"/>
                <a:ext cx="26468" cy="17306"/>
              </a:xfrm>
              <a:prstGeom prst="rect">
                <a:avLst/>
              </a:pr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</p:grpSp>
        <p:sp>
          <p:nvSpPr>
            <p:cNvPr id="70" name="Freeform 63"/>
            <p:cNvSpPr>
              <a:spLocks noEditPoints="1"/>
            </p:cNvSpPr>
            <p:nvPr/>
          </p:nvSpPr>
          <p:spPr bwMode="auto">
            <a:xfrm>
              <a:off x="5556786" y="2053463"/>
              <a:ext cx="530386" cy="17306"/>
            </a:xfrm>
            <a:custGeom>
              <a:avLst/>
              <a:gdLst>
                <a:gd name="T0" fmla="*/ 521 w 521"/>
                <a:gd name="T1" fmla="*/ 17 h 17"/>
                <a:gd name="T2" fmla="*/ 470 w 521"/>
                <a:gd name="T3" fmla="*/ 17 h 17"/>
                <a:gd name="T4" fmla="*/ 470 w 521"/>
                <a:gd name="T5" fmla="*/ 0 h 17"/>
                <a:gd name="T6" fmla="*/ 521 w 521"/>
                <a:gd name="T7" fmla="*/ 0 h 17"/>
                <a:gd name="T8" fmla="*/ 521 w 521"/>
                <a:gd name="T9" fmla="*/ 17 h 17"/>
                <a:gd name="T10" fmla="*/ 403 w 521"/>
                <a:gd name="T11" fmla="*/ 17 h 17"/>
                <a:gd name="T12" fmla="*/ 353 w 521"/>
                <a:gd name="T13" fmla="*/ 17 h 17"/>
                <a:gd name="T14" fmla="*/ 353 w 521"/>
                <a:gd name="T15" fmla="*/ 0 h 17"/>
                <a:gd name="T16" fmla="*/ 403 w 521"/>
                <a:gd name="T17" fmla="*/ 0 h 17"/>
                <a:gd name="T18" fmla="*/ 403 w 521"/>
                <a:gd name="T19" fmla="*/ 17 h 17"/>
                <a:gd name="T20" fmla="*/ 286 w 521"/>
                <a:gd name="T21" fmla="*/ 17 h 17"/>
                <a:gd name="T22" fmla="*/ 236 w 521"/>
                <a:gd name="T23" fmla="*/ 17 h 17"/>
                <a:gd name="T24" fmla="*/ 236 w 521"/>
                <a:gd name="T25" fmla="*/ 0 h 17"/>
                <a:gd name="T26" fmla="*/ 286 w 521"/>
                <a:gd name="T27" fmla="*/ 0 h 17"/>
                <a:gd name="T28" fmla="*/ 286 w 521"/>
                <a:gd name="T29" fmla="*/ 17 h 17"/>
                <a:gd name="T30" fmla="*/ 168 w 521"/>
                <a:gd name="T31" fmla="*/ 17 h 17"/>
                <a:gd name="T32" fmla="*/ 118 w 521"/>
                <a:gd name="T33" fmla="*/ 17 h 17"/>
                <a:gd name="T34" fmla="*/ 118 w 521"/>
                <a:gd name="T35" fmla="*/ 0 h 17"/>
                <a:gd name="T36" fmla="*/ 168 w 521"/>
                <a:gd name="T37" fmla="*/ 0 h 17"/>
                <a:gd name="T38" fmla="*/ 168 w 521"/>
                <a:gd name="T39" fmla="*/ 17 h 17"/>
                <a:gd name="T40" fmla="*/ 51 w 521"/>
                <a:gd name="T41" fmla="*/ 17 h 17"/>
                <a:gd name="T42" fmla="*/ 0 w 521"/>
                <a:gd name="T43" fmla="*/ 17 h 17"/>
                <a:gd name="T44" fmla="*/ 0 w 521"/>
                <a:gd name="T45" fmla="*/ 0 h 17"/>
                <a:gd name="T46" fmla="*/ 51 w 521"/>
                <a:gd name="T47" fmla="*/ 0 h 17"/>
                <a:gd name="T48" fmla="*/ 51 w 521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21" h="17">
                  <a:moveTo>
                    <a:pt x="521" y="17"/>
                  </a:moveTo>
                  <a:lnTo>
                    <a:pt x="470" y="17"/>
                  </a:lnTo>
                  <a:lnTo>
                    <a:pt x="470" y="0"/>
                  </a:lnTo>
                  <a:lnTo>
                    <a:pt x="521" y="0"/>
                  </a:lnTo>
                  <a:lnTo>
                    <a:pt x="521" y="17"/>
                  </a:lnTo>
                  <a:close/>
                  <a:moveTo>
                    <a:pt x="403" y="17"/>
                  </a:moveTo>
                  <a:lnTo>
                    <a:pt x="353" y="17"/>
                  </a:lnTo>
                  <a:lnTo>
                    <a:pt x="353" y="0"/>
                  </a:lnTo>
                  <a:lnTo>
                    <a:pt x="403" y="0"/>
                  </a:lnTo>
                  <a:lnTo>
                    <a:pt x="403" y="17"/>
                  </a:lnTo>
                  <a:close/>
                  <a:moveTo>
                    <a:pt x="286" y="17"/>
                  </a:moveTo>
                  <a:lnTo>
                    <a:pt x="236" y="17"/>
                  </a:lnTo>
                  <a:lnTo>
                    <a:pt x="236" y="0"/>
                  </a:lnTo>
                  <a:lnTo>
                    <a:pt x="286" y="0"/>
                  </a:lnTo>
                  <a:lnTo>
                    <a:pt x="286" y="17"/>
                  </a:lnTo>
                  <a:close/>
                  <a:moveTo>
                    <a:pt x="168" y="17"/>
                  </a:moveTo>
                  <a:lnTo>
                    <a:pt x="118" y="17"/>
                  </a:lnTo>
                  <a:lnTo>
                    <a:pt x="118" y="0"/>
                  </a:lnTo>
                  <a:lnTo>
                    <a:pt x="168" y="0"/>
                  </a:lnTo>
                  <a:lnTo>
                    <a:pt x="168" y="17"/>
                  </a:lnTo>
                  <a:close/>
                  <a:moveTo>
                    <a:pt x="51" y="17"/>
                  </a:moveTo>
                  <a:lnTo>
                    <a:pt x="0" y="17"/>
                  </a:lnTo>
                  <a:lnTo>
                    <a:pt x="0" y="0"/>
                  </a:lnTo>
                  <a:lnTo>
                    <a:pt x="51" y="0"/>
                  </a:lnTo>
                  <a:lnTo>
                    <a:pt x="51" y="17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1" name="Freeform 64"/>
            <p:cNvSpPr/>
            <p:nvPr/>
          </p:nvSpPr>
          <p:spPr bwMode="auto">
            <a:xfrm>
              <a:off x="5453966" y="2053463"/>
              <a:ext cx="34613" cy="35631"/>
            </a:xfrm>
            <a:custGeom>
              <a:avLst/>
              <a:gdLst>
                <a:gd name="T0" fmla="*/ 37 w 74"/>
                <a:gd name="T1" fmla="*/ 75 h 75"/>
                <a:gd name="T2" fmla="*/ 0 w 74"/>
                <a:gd name="T3" fmla="*/ 75 h 75"/>
                <a:gd name="T4" fmla="*/ 0 w 74"/>
                <a:gd name="T5" fmla="*/ 19 h 75"/>
                <a:gd name="T6" fmla="*/ 18 w 74"/>
                <a:gd name="T7" fmla="*/ 0 h 75"/>
                <a:gd name="T8" fmla="*/ 74 w 74"/>
                <a:gd name="T9" fmla="*/ 0 h 75"/>
                <a:gd name="T10" fmla="*/ 74 w 74"/>
                <a:gd name="T11" fmla="*/ 38 h 75"/>
                <a:gd name="T12" fmla="*/ 37 w 74"/>
                <a:gd name="T13" fmla="*/ 38 h 75"/>
                <a:gd name="T14" fmla="*/ 37 w 74"/>
                <a:gd name="T15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75">
                  <a:moveTo>
                    <a:pt x="37" y="75"/>
                  </a:moveTo>
                  <a:cubicBezTo>
                    <a:pt x="0" y="75"/>
                    <a:pt x="0" y="75"/>
                    <a:pt x="0" y="75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37" y="38"/>
                    <a:pt x="37" y="38"/>
                    <a:pt x="37" y="38"/>
                  </a:cubicBezTo>
                  <a:lnTo>
                    <a:pt x="37" y="75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2" name="Freeform 65"/>
            <p:cNvSpPr>
              <a:spLocks noEditPoints="1"/>
            </p:cNvSpPr>
            <p:nvPr/>
          </p:nvSpPr>
          <p:spPr bwMode="auto">
            <a:xfrm>
              <a:off x="5453966" y="2164427"/>
              <a:ext cx="17306" cy="718719"/>
            </a:xfrm>
            <a:custGeom>
              <a:avLst/>
              <a:gdLst>
                <a:gd name="T0" fmla="*/ 17 w 17"/>
                <a:gd name="T1" fmla="*/ 706 h 706"/>
                <a:gd name="T2" fmla="*/ 0 w 17"/>
                <a:gd name="T3" fmla="*/ 706 h 706"/>
                <a:gd name="T4" fmla="*/ 0 w 17"/>
                <a:gd name="T5" fmla="*/ 650 h 706"/>
                <a:gd name="T6" fmla="*/ 17 w 17"/>
                <a:gd name="T7" fmla="*/ 650 h 706"/>
                <a:gd name="T8" fmla="*/ 17 w 17"/>
                <a:gd name="T9" fmla="*/ 706 h 706"/>
                <a:gd name="T10" fmla="*/ 17 w 17"/>
                <a:gd name="T11" fmla="*/ 576 h 706"/>
                <a:gd name="T12" fmla="*/ 0 w 17"/>
                <a:gd name="T13" fmla="*/ 576 h 706"/>
                <a:gd name="T14" fmla="*/ 0 w 17"/>
                <a:gd name="T15" fmla="*/ 520 h 706"/>
                <a:gd name="T16" fmla="*/ 17 w 17"/>
                <a:gd name="T17" fmla="*/ 520 h 706"/>
                <a:gd name="T18" fmla="*/ 17 w 17"/>
                <a:gd name="T19" fmla="*/ 576 h 706"/>
                <a:gd name="T20" fmla="*/ 17 w 17"/>
                <a:gd name="T21" fmla="*/ 446 h 706"/>
                <a:gd name="T22" fmla="*/ 0 w 17"/>
                <a:gd name="T23" fmla="*/ 446 h 706"/>
                <a:gd name="T24" fmla="*/ 0 w 17"/>
                <a:gd name="T25" fmla="*/ 390 h 706"/>
                <a:gd name="T26" fmla="*/ 17 w 17"/>
                <a:gd name="T27" fmla="*/ 390 h 706"/>
                <a:gd name="T28" fmla="*/ 17 w 17"/>
                <a:gd name="T29" fmla="*/ 446 h 706"/>
                <a:gd name="T30" fmla="*/ 17 w 17"/>
                <a:gd name="T31" fmla="*/ 316 h 706"/>
                <a:gd name="T32" fmla="*/ 0 w 17"/>
                <a:gd name="T33" fmla="*/ 316 h 706"/>
                <a:gd name="T34" fmla="*/ 0 w 17"/>
                <a:gd name="T35" fmla="*/ 260 h 706"/>
                <a:gd name="T36" fmla="*/ 17 w 17"/>
                <a:gd name="T37" fmla="*/ 260 h 706"/>
                <a:gd name="T38" fmla="*/ 17 w 17"/>
                <a:gd name="T39" fmla="*/ 316 h 706"/>
                <a:gd name="T40" fmla="*/ 17 w 17"/>
                <a:gd name="T41" fmla="*/ 186 h 706"/>
                <a:gd name="T42" fmla="*/ 0 w 17"/>
                <a:gd name="T43" fmla="*/ 186 h 706"/>
                <a:gd name="T44" fmla="*/ 0 w 17"/>
                <a:gd name="T45" fmla="*/ 130 h 706"/>
                <a:gd name="T46" fmla="*/ 17 w 17"/>
                <a:gd name="T47" fmla="*/ 130 h 706"/>
                <a:gd name="T48" fmla="*/ 17 w 17"/>
                <a:gd name="T49" fmla="*/ 186 h 706"/>
                <a:gd name="T50" fmla="*/ 17 w 17"/>
                <a:gd name="T51" fmla="*/ 56 h 706"/>
                <a:gd name="T52" fmla="*/ 0 w 17"/>
                <a:gd name="T53" fmla="*/ 56 h 706"/>
                <a:gd name="T54" fmla="*/ 0 w 17"/>
                <a:gd name="T55" fmla="*/ 0 h 706"/>
                <a:gd name="T56" fmla="*/ 17 w 17"/>
                <a:gd name="T57" fmla="*/ 0 h 706"/>
                <a:gd name="T58" fmla="*/ 17 w 17"/>
                <a:gd name="T59" fmla="*/ 5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7" h="706">
                  <a:moveTo>
                    <a:pt x="17" y="706"/>
                  </a:moveTo>
                  <a:lnTo>
                    <a:pt x="0" y="706"/>
                  </a:lnTo>
                  <a:lnTo>
                    <a:pt x="0" y="650"/>
                  </a:lnTo>
                  <a:lnTo>
                    <a:pt x="17" y="650"/>
                  </a:lnTo>
                  <a:lnTo>
                    <a:pt x="17" y="706"/>
                  </a:lnTo>
                  <a:close/>
                  <a:moveTo>
                    <a:pt x="17" y="576"/>
                  </a:moveTo>
                  <a:lnTo>
                    <a:pt x="0" y="576"/>
                  </a:lnTo>
                  <a:lnTo>
                    <a:pt x="0" y="520"/>
                  </a:lnTo>
                  <a:lnTo>
                    <a:pt x="17" y="520"/>
                  </a:lnTo>
                  <a:lnTo>
                    <a:pt x="17" y="576"/>
                  </a:lnTo>
                  <a:close/>
                  <a:moveTo>
                    <a:pt x="17" y="446"/>
                  </a:moveTo>
                  <a:lnTo>
                    <a:pt x="0" y="446"/>
                  </a:lnTo>
                  <a:lnTo>
                    <a:pt x="0" y="390"/>
                  </a:lnTo>
                  <a:lnTo>
                    <a:pt x="17" y="390"/>
                  </a:lnTo>
                  <a:lnTo>
                    <a:pt x="17" y="446"/>
                  </a:lnTo>
                  <a:close/>
                  <a:moveTo>
                    <a:pt x="17" y="316"/>
                  </a:moveTo>
                  <a:lnTo>
                    <a:pt x="0" y="316"/>
                  </a:lnTo>
                  <a:lnTo>
                    <a:pt x="0" y="260"/>
                  </a:lnTo>
                  <a:lnTo>
                    <a:pt x="17" y="260"/>
                  </a:lnTo>
                  <a:lnTo>
                    <a:pt x="17" y="316"/>
                  </a:lnTo>
                  <a:close/>
                  <a:moveTo>
                    <a:pt x="17" y="186"/>
                  </a:moveTo>
                  <a:lnTo>
                    <a:pt x="0" y="186"/>
                  </a:lnTo>
                  <a:lnTo>
                    <a:pt x="0" y="130"/>
                  </a:lnTo>
                  <a:lnTo>
                    <a:pt x="17" y="130"/>
                  </a:lnTo>
                  <a:lnTo>
                    <a:pt x="17" y="186"/>
                  </a:lnTo>
                  <a:close/>
                  <a:moveTo>
                    <a:pt x="17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7" y="0"/>
                  </a:lnTo>
                  <a:lnTo>
                    <a:pt x="17" y="56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3" name="Freeform 66"/>
            <p:cNvSpPr/>
            <p:nvPr/>
          </p:nvSpPr>
          <p:spPr bwMode="auto">
            <a:xfrm>
              <a:off x="5453966" y="2958480"/>
              <a:ext cx="34613" cy="35631"/>
            </a:xfrm>
            <a:custGeom>
              <a:avLst/>
              <a:gdLst>
                <a:gd name="T0" fmla="*/ 74 w 74"/>
                <a:gd name="T1" fmla="*/ 75 h 75"/>
                <a:gd name="T2" fmla="*/ 18 w 74"/>
                <a:gd name="T3" fmla="*/ 75 h 75"/>
                <a:gd name="T4" fmla="*/ 0 w 74"/>
                <a:gd name="T5" fmla="*/ 56 h 75"/>
                <a:gd name="T6" fmla="*/ 0 w 74"/>
                <a:gd name="T7" fmla="*/ 0 h 75"/>
                <a:gd name="T8" fmla="*/ 37 w 74"/>
                <a:gd name="T9" fmla="*/ 0 h 75"/>
                <a:gd name="T10" fmla="*/ 37 w 74"/>
                <a:gd name="T11" fmla="*/ 38 h 75"/>
                <a:gd name="T12" fmla="*/ 74 w 74"/>
                <a:gd name="T13" fmla="*/ 38 h 75"/>
                <a:gd name="T14" fmla="*/ 74 w 74"/>
                <a:gd name="T15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75">
                  <a:moveTo>
                    <a:pt x="74" y="75"/>
                  </a:moveTo>
                  <a:cubicBezTo>
                    <a:pt x="18" y="75"/>
                    <a:pt x="18" y="75"/>
                    <a:pt x="18" y="75"/>
                  </a:cubicBezTo>
                  <a:cubicBezTo>
                    <a:pt x="8" y="75"/>
                    <a:pt x="0" y="67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74" y="38"/>
                    <a:pt x="74" y="38"/>
                    <a:pt x="74" y="38"/>
                  </a:cubicBezTo>
                  <a:lnTo>
                    <a:pt x="74" y="75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4" name="Freeform 67"/>
            <p:cNvSpPr>
              <a:spLocks noEditPoints="1"/>
            </p:cNvSpPr>
            <p:nvPr/>
          </p:nvSpPr>
          <p:spPr bwMode="auto">
            <a:xfrm>
              <a:off x="5560858" y="2976804"/>
              <a:ext cx="178153" cy="17306"/>
            </a:xfrm>
            <a:custGeom>
              <a:avLst/>
              <a:gdLst>
                <a:gd name="T0" fmla="*/ 175 w 175"/>
                <a:gd name="T1" fmla="*/ 17 h 17"/>
                <a:gd name="T2" fmla="*/ 122 w 175"/>
                <a:gd name="T3" fmla="*/ 17 h 17"/>
                <a:gd name="T4" fmla="*/ 122 w 175"/>
                <a:gd name="T5" fmla="*/ 0 h 17"/>
                <a:gd name="T6" fmla="*/ 175 w 175"/>
                <a:gd name="T7" fmla="*/ 0 h 17"/>
                <a:gd name="T8" fmla="*/ 175 w 175"/>
                <a:gd name="T9" fmla="*/ 17 h 17"/>
                <a:gd name="T10" fmla="*/ 52 w 175"/>
                <a:gd name="T11" fmla="*/ 17 h 17"/>
                <a:gd name="T12" fmla="*/ 0 w 175"/>
                <a:gd name="T13" fmla="*/ 17 h 17"/>
                <a:gd name="T14" fmla="*/ 0 w 175"/>
                <a:gd name="T15" fmla="*/ 0 h 17"/>
                <a:gd name="T16" fmla="*/ 52 w 175"/>
                <a:gd name="T17" fmla="*/ 0 h 17"/>
                <a:gd name="T18" fmla="*/ 52 w 17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5" h="17">
                  <a:moveTo>
                    <a:pt x="175" y="17"/>
                  </a:moveTo>
                  <a:lnTo>
                    <a:pt x="122" y="17"/>
                  </a:lnTo>
                  <a:lnTo>
                    <a:pt x="122" y="0"/>
                  </a:lnTo>
                  <a:lnTo>
                    <a:pt x="175" y="0"/>
                  </a:lnTo>
                  <a:lnTo>
                    <a:pt x="175" y="17"/>
                  </a:lnTo>
                  <a:close/>
                  <a:moveTo>
                    <a:pt x="52" y="17"/>
                  </a:moveTo>
                  <a:lnTo>
                    <a:pt x="0" y="17"/>
                  </a:lnTo>
                  <a:lnTo>
                    <a:pt x="0" y="0"/>
                  </a:lnTo>
                  <a:lnTo>
                    <a:pt x="52" y="0"/>
                  </a:lnTo>
                  <a:lnTo>
                    <a:pt x="52" y="17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5" name="Rectangle 68"/>
            <p:cNvSpPr>
              <a:spLocks noChangeArrowheads="1"/>
            </p:cNvSpPr>
            <p:nvPr/>
          </p:nvSpPr>
          <p:spPr bwMode="auto">
            <a:xfrm>
              <a:off x="5810271" y="2976804"/>
              <a:ext cx="26468" cy="17306"/>
            </a:xfrm>
            <a:prstGeom prst="rect">
              <a:avLst/>
            </a:pr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7" name="Freeform 90"/>
            <p:cNvSpPr>
              <a:spLocks noEditPoints="1"/>
            </p:cNvSpPr>
            <p:nvPr/>
          </p:nvSpPr>
          <p:spPr bwMode="auto">
            <a:xfrm>
              <a:off x="5577146" y="5711195"/>
              <a:ext cx="424513" cy="211747"/>
            </a:xfrm>
            <a:custGeom>
              <a:avLst/>
              <a:gdLst>
                <a:gd name="T0" fmla="*/ 302 w 898"/>
                <a:gd name="T1" fmla="*/ 86 h 446"/>
                <a:gd name="T2" fmla="*/ 371 w 898"/>
                <a:gd name="T3" fmla="*/ 80 h 446"/>
                <a:gd name="T4" fmla="*/ 340 w 898"/>
                <a:gd name="T5" fmla="*/ 0 h 446"/>
                <a:gd name="T6" fmla="*/ 26 w 898"/>
                <a:gd name="T7" fmla="*/ 0 h 446"/>
                <a:gd name="T8" fmla="*/ 37 w 898"/>
                <a:gd name="T9" fmla="*/ 163 h 446"/>
                <a:gd name="T10" fmla="*/ 37 w 898"/>
                <a:gd name="T11" fmla="*/ 168 h 446"/>
                <a:gd name="T12" fmla="*/ 0 w 898"/>
                <a:gd name="T13" fmla="*/ 446 h 446"/>
                <a:gd name="T14" fmla="*/ 898 w 898"/>
                <a:gd name="T15" fmla="*/ 446 h 446"/>
                <a:gd name="T16" fmla="*/ 895 w 898"/>
                <a:gd name="T17" fmla="*/ 441 h 446"/>
                <a:gd name="T18" fmla="*/ 782 w 898"/>
                <a:gd name="T19" fmla="*/ 378 h 446"/>
                <a:gd name="T20" fmla="*/ 673 w 898"/>
                <a:gd name="T21" fmla="*/ 353 h 446"/>
                <a:gd name="T22" fmla="*/ 654 w 898"/>
                <a:gd name="T23" fmla="*/ 409 h 446"/>
                <a:gd name="T24" fmla="*/ 619 w 898"/>
                <a:gd name="T25" fmla="*/ 397 h 446"/>
                <a:gd name="T26" fmla="*/ 637 w 898"/>
                <a:gd name="T27" fmla="*/ 340 h 446"/>
                <a:gd name="T28" fmla="*/ 577 w 898"/>
                <a:gd name="T29" fmla="*/ 312 h 446"/>
                <a:gd name="T30" fmla="*/ 545 w 898"/>
                <a:gd name="T31" fmla="*/ 372 h 446"/>
                <a:gd name="T32" fmla="*/ 512 w 898"/>
                <a:gd name="T33" fmla="*/ 355 h 446"/>
                <a:gd name="T34" fmla="*/ 544 w 898"/>
                <a:gd name="T35" fmla="*/ 293 h 446"/>
                <a:gd name="T36" fmla="*/ 497 w 898"/>
                <a:gd name="T37" fmla="*/ 258 h 446"/>
                <a:gd name="T38" fmla="*/ 450 w 898"/>
                <a:gd name="T39" fmla="*/ 308 h 446"/>
                <a:gd name="T40" fmla="*/ 423 w 898"/>
                <a:gd name="T41" fmla="*/ 282 h 446"/>
                <a:gd name="T42" fmla="*/ 470 w 898"/>
                <a:gd name="T43" fmla="*/ 232 h 446"/>
                <a:gd name="T44" fmla="*/ 434 w 898"/>
                <a:gd name="T45" fmla="*/ 188 h 446"/>
                <a:gd name="T46" fmla="*/ 360 w 898"/>
                <a:gd name="T47" fmla="*/ 227 h 446"/>
                <a:gd name="T48" fmla="*/ 342 w 898"/>
                <a:gd name="T49" fmla="*/ 194 h 446"/>
                <a:gd name="T50" fmla="*/ 412 w 898"/>
                <a:gd name="T51" fmla="*/ 158 h 446"/>
                <a:gd name="T52" fmla="*/ 388 w 898"/>
                <a:gd name="T53" fmla="*/ 116 h 446"/>
                <a:gd name="T54" fmla="*/ 305 w 898"/>
                <a:gd name="T55" fmla="*/ 123 h 446"/>
                <a:gd name="T56" fmla="*/ 302 w 898"/>
                <a:gd name="T57" fmla="*/ 86 h 446"/>
                <a:gd name="T58" fmla="*/ 188 w 898"/>
                <a:gd name="T59" fmla="*/ 305 h 446"/>
                <a:gd name="T60" fmla="*/ 94 w 898"/>
                <a:gd name="T61" fmla="*/ 211 h 446"/>
                <a:gd name="T62" fmla="*/ 188 w 898"/>
                <a:gd name="T63" fmla="*/ 117 h 446"/>
                <a:gd name="T64" fmla="*/ 282 w 898"/>
                <a:gd name="T65" fmla="*/ 211 h 446"/>
                <a:gd name="T66" fmla="*/ 188 w 898"/>
                <a:gd name="T67" fmla="*/ 305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98" h="446">
                  <a:moveTo>
                    <a:pt x="302" y="86"/>
                  </a:moveTo>
                  <a:cubicBezTo>
                    <a:pt x="371" y="80"/>
                    <a:pt x="371" y="80"/>
                    <a:pt x="371" y="80"/>
                  </a:cubicBezTo>
                  <a:cubicBezTo>
                    <a:pt x="360" y="55"/>
                    <a:pt x="350" y="29"/>
                    <a:pt x="34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7" y="163"/>
                    <a:pt x="37" y="163"/>
                    <a:pt x="37" y="163"/>
                  </a:cubicBezTo>
                  <a:cubicBezTo>
                    <a:pt x="38" y="165"/>
                    <a:pt x="37" y="167"/>
                    <a:pt x="37" y="168"/>
                  </a:cubicBezTo>
                  <a:cubicBezTo>
                    <a:pt x="37" y="170"/>
                    <a:pt x="10" y="297"/>
                    <a:pt x="0" y="446"/>
                  </a:cubicBezTo>
                  <a:cubicBezTo>
                    <a:pt x="898" y="446"/>
                    <a:pt x="898" y="446"/>
                    <a:pt x="898" y="446"/>
                  </a:cubicBezTo>
                  <a:cubicBezTo>
                    <a:pt x="897" y="445"/>
                    <a:pt x="896" y="443"/>
                    <a:pt x="895" y="441"/>
                  </a:cubicBezTo>
                  <a:cubicBezTo>
                    <a:pt x="874" y="408"/>
                    <a:pt x="836" y="387"/>
                    <a:pt x="782" y="378"/>
                  </a:cubicBezTo>
                  <a:cubicBezTo>
                    <a:pt x="746" y="372"/>
                    <a:pt x="709" y="364"/>
                    <a:pt x="673" y="353"/>
                  </a:cubicBezTo>
                  <a:cubicBezTo>
                    <a:pt x="654" y="409"/>
                    <a:pt x="654" y="409"/>
                    <a:pt x="654" y="409"/>
                  </a:cubicBezTo>
                  <a:cubicBezTo>
                    <a:pt x="619" y="397"/>
                    <a:pt x="619" y="397"/>
                    <a:pt x="619" y="397"/>
                  </a:cubicBezTo>
                  <a:cubicBezTo>
                    <a:pt x="637" y="340"/>
                    <a:pt x="637" y="340"/>
                    <a:pt x="637" y="340"/>
                  </a:cubicBezTo>
                  <a:cubicBezTo>
                    <a:pt x="617" y="333"/>
                    <a:pt x="596" y="323"/>
                    <a:pt x="577" y="312"/>
                  </a:cubicBezTo>
                  <a:cubicBezTo>
                    <a:pt x="545" y="372"/>
                    <a:pt x="545" y="372"/>
                    <a:pt x="545" y="372"/>
                  </a:cubicBezTo>
                  <a:cubicBezTo>
                    <a:pt x="512" y="355"/>
                    <a:pt x="512" y="355"/>
                    <a:pt x="512" y="355"/>
                  </a:cubicBezTo>
                  <a:cubicBezTo>
                    <a:pt x="544" y="293"/>
                    <a:pt x="544" y="293"/>
                    <a:pt x="544" y="293"/>
                  </a:cubicBezTo>
                  <a:cubicBezTo>
                    <a:pt x="528" y="283"/>
                    <a:pt x="513" y="271"/>
                    <a:pt x="497" y="258"/>
                  </a:cubicBezTo>
                  <a:cubicBezTo>
                    <a:pt x="450" y="308"/>
                    <a:pt x="450" y="308"/>
                    <a:pt x="450" y="308"/>
                  </a:cubicBezTo>
                  <a:cubicBezTo>
                    <a:pt x="423" y="282"/>
                    <a:pt x="423" y="282"/>
                    <a:pt x="423" y="282"/>
                  </a:cubicBezTo>
                  <a:cubicBezTo>
                    <a:pt x="470" y="232"/>
                    <a:pt x="470" y="232"/>
                    <a:pt x="470" y="232"/>
                  </a:cubicBezTo>
                  <a:cubicBezTo>
                    <a:pt x="458" y="219"/>
                    <a:pt x="445" y="204"/>
                    <a:pt x="434" y="188"/>
                  </a:cubicBezTo>
                  <a:cubicBezTo>
                    <a:pt x="360" y="227"/>
                    <a:pt x="360" y="227"/>
                    <a:pt x="360" y="227"/>
                  </a:cubicBezTo>
                  <a:cubicBezTo>
                    <a:pt x="342" y="194"/>
                    <a:pt x="342" y="194"/>
                    <a:pt x="342" y="194"/>
                  </a:cubicBezTo>
                  <a:cubicBezTo>
                    <a:pt x="412" y="158"/>
                    <a:pt x="412" y="158"/>
                    <a:pt x="412" y="158"/>
                  </a:cubicBezTo>
                  <a:cubicBezTo>
                    <a:pt x="404" y="145"/>
                    <a:pt x="396" y="131"/>
                    <a:pt x="388" y="116"/>
                  </a:cubicBezTo>
                  <a:cubicBezTo>
                    <a:pt x="305" y="123"/>
                    <a:pt x="305" y="123"/>
                    <a:pt x="305" y="123"/>
                  </a:cubicBezTo>
                  <a:lnTo>
                    <a:pt x="302" y="86"/>
                  </a:lnTo>
                  <a:close/>
                  <a:moveTo>
                    <a:pt x="188" y="305"/>
                  </a:moveTo>
                  <a:cubicBezTo>
                    <a:pt x="136" y="305"/>
                    <a:pt x="94" y="263"/>
                    <a:pt x="94" y="211"/>
                  </a:cubicBezTo>
                  <a:cubicBezTo>
                    <a:pt x="94" y="159"/>
                    <a:pt x="136" y="117"/>
                    <a:pt x="188" y="117"/>
                  </a:cubicBezTo>
                  <a:cubicBezTo>
                    <a:pt x="239" y="117"/>
                    <a:pt x="282" y="159"/>
                    <a:pt x="282" y="211"/>
                  </a:cubicBezTo>
                  <a:cubicBezTo>
                    <a:pt x="282" y="263"/>
                    <a:pt x="239" y="305"/>
                    <a:pt x="188" y="305"/>
                  </a:cubicBezTo>
                  <a:close/>
                </a:path>
              </a:pathLst>
            </a:custGeom>
            <a:solidFill>
              <a:srgbClr val="899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8" name="Freeform 91"/>
            <p:cNvSpPr/>
            <p:nvPr/>
          </p:nvSpPr>
          <p:spPr bwMode="auto">
            <a:xfrm>
              <a:off x="6165559" y="5941266"/>
              <a:ext cx="435711" cy="22396"/>
            </a:xfrm>
            <a:custGeom>
              <a:avLst/>
              <a:gdLst>
                <a:gd name="T0" fmla="*/ 0 w 920"/>
                <a:gd name="T1" fmla="*/ 49 h 49"/>
                <a:gd name="T2" fmla="*/ 918 w 920"/>
                <a:gd name="T3" fmla="*/ 49 h 49"/>
                <a:gd name="T4" fmla="*/ 916 w 920"/>
                <a:gd name="T5" fmla="*/ 0 h 49"/>
                <a:gd name="T6" fmla="*/ 1 w 920"/>
                <a:gd name="T7" fmla="*/ 0 h 49"/>
                <a:gd name="T8" fmla="*/ 0 w 920"/>
                <a:gd name="T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0" h="49">
                  <a:moveTo>
                    <a:pt x="0" y="49"/>
                  </a:moveTo>
                  <a:cubicBezTo>
                    <a:pt x="918" y="49"/>
                    <a:pt x="918" y="49"/>
                    <a:pt x="918" y="49"/>
                  </a:cubicBezTo>
                  <a:cubicBezTo>
                    <a:pt x="919" y="38"/>
                    <a:pt x="920" y="19"/>
                    <a:pt x="916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6"/>
                    <a:pt x="0" y="33"/>
                    <a:pt x="0" y="49"/>
                  </a:cubicBezTo>
                  <a:close/>
                </a:path>
              </a:pathLst>
            </a:cu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9" name="Oval 92"/>
            <p:cNvSpPr>
              <a:spLocks noChangeArrowheads="1"/>
            </p:cNvSpPr>
            <p:nvPr/>
          </p:nvSpPr>
          <p:spPr bwMode="auto">
            <a:xfrm>
              <a:off x="5639245" y="5784492"/>
              <a:ext cx="52937" cy="53955"/>
            </a:xfrm>
            <a:prstGeom prst="ellipse">
              <a:avLst/>
            </a:pr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0" name="Oval 93"/>
            <p:cNvSpPr>
              <a:spLocks noChangeArrowheads="1"/>
            </p:cNvSpPr>
            <p:nvPr/>
          </p:nvSpPr>
          <p:spPr bwMode="auto">
            <a:xfrm>
              <a:off x="6229694" y="5784492"/>
              <a:ext cx="52937" cy="53955"/>
            </a:xfrm>
            <a:prstGeom prst="ellipse">
              <a:avLst/>
            </a:pr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1" name="Freeform 94"/>
            <p:cNvSpPr>
              <a:spLocks noEditPoints="1"/>
            </p:cNvSpPr>
            <p:nvPr/>
          </p:nvSpPr>
          <p:spPr bwMode="auto">
            <a:xfrm>
              <a:off x="6167595" y="5711195"/>
              <a:ext cx="424513" cy="211747"/>
            </a:xfrm>
            <a:custGeom>
              <a:avLst/>
              <a:gdLst>
                <a:gd name="T0" fmla="*/ 302 w 898"/>
                <a:gd name="T1" fmla="*/ 86 h 446"/>
                <a:gd name="T2" fmla="*/ 371 w 898"/>
                <a:gd name="T3" fmla="*/ 80 h 446"/>
                <a:gd name="T4" fmla="*/ 340 w 898"/>
                <a:gd name="T5" fmla="*/ 0 h 446"/>
                <a:gd name="T6" fmla="*/ 26 w 898"/>
                <a:gd name="T7" fmla="*/ 0 h 446"/>
                <a:gd name="T8" fmla="*/ 37 w 898"/>
                <a:gd name="T9" fmla="*/ 163 h 446"/>
                <a:gd name="T10" fmla="*/ 37 w 898"/>
                <a:gd name="T11" fmla="*/ 168 h 446"/>
                <a:gd name="T12" fmla="*/ 0 w 898"/>
                <a:gd name="T13" fmla="*/ 446 h 446"/>
                <a:gd name="T14" fmla="*/ 898 w 898"/>
                <a:gd name="T15" fmla="*/ 446 h 446"/>
                <a:gd name="T16" fmla="*/ 895 w 898"/>
                <a:gd name="T17" fmla="*/ 441 h 446"/>
                <a:gd name="T18" fmla="*/ 782 w 898"/>
                <a:gd name="T19" fmla="*/ 378 h 446"/>
                <a:gd name="T20" fmla="*/ 673 w 898"/>
                <a:gd name="T21" fmla="*/ 353 h 446"/>
                <a:gd name="T22" fmla="*/ 654 w 898"/>
                <a:gd name="T23" fmla="*/ 409 h 446"/>
                <a:gd name="T24" fmla="*/ 619 w 898"/>
                <a:gd name="T25" fmla="*/ 397 h 446"/>
                <a:gd name="T26" fmla="*/ 637 w 898"/>
                <a:gd name="T27" fmla="*/ 340 h 446"/>
                <a:gd name="T28" fmla="*/ 576 w 898"/>
                <a:gd name="T29" fmla="*/ 312 h 446"/>
                <a:gd name="T30" fmla="*/ 545 w 898"/>
                <a:gd name="T31" fmla="*/ 372 h 446"/>
                <a:gd name="T32" fmla="*/ 512 w 898"/>
                <a:gd name="T33" fmla="*/ 355 h 446"/>
                <a:gd name="T34" fmla="*/ 544 w 898"/>
                <a:gd name="T35" fmla="*/ 293 h 446"/>
                <a:gd name="T36" fmla="*/ 497 w 898"/>
                <a:gd name="T37" fmla="*/ 258 h 446"/>
                <a:gd name="T38" fmla="*/ 450 w 898"/>
                <a:gd name="T39" fmla="*/ 308 h 446"/>
                <a:gd name="T40" fmla="*/ 422 w 898"/>
                <a:gd name="T41" fmla="*/ 282 h 446"/>
                <a:gd name="T42" fmla="*/ 470 w 898"/>
                <a:gd name="T43" fmla="*/ 232 h 446"/>
                <a:gd name="T44" fmla="*/ 433 w 898"/>
                <a:gd name="T45" fmla="*/ 188 h 446"/>
                <a:gd name="T46" fmla="*/ 360 w 898"/>
                <a:gd name="T47" fmla="*/ 227 h 446"/>
                <a:gd name="T48" fmla="*/ 342 w 898"/>
                <a:gd name="T49" fmla="*/ 194 h 446"/>
                <a:gd name="T50" fmla="*/ 412 w 898"/>
                <a:gd name="T51" fmla="*/ 158 h 446"/>
                <a:gd name="T52" fmla="*/ 388 w 898"/>
                <a:gd name="T53" fmla="*/ 116 h 446"/>
                <a:gd name="T54" fmla="*/ 305 w 898"/>
                <a:gd name="T55" fmla="*/ 123 h 446"/>
                <a:gd name="T56" fmla="*/ 302 w 898"/>
                <a:gd name="T57" fmla="*/ 86 h 446"/>
                <a:gd name="T58" fmla="*/ 187 w 898"/>
                <a:gd name="T59" fmla="*/ 305 h 446"/>
                <a:gd name="T60" fmla="*/ 93 w 898"/>
                <a:gd name="T61" fmla="*/ 211 h 446"/>
                <a:gd name="T62" fmla="*/ 187 w 898"/>
                <a:gd name="T63" fmla="*/ 117 h 446"/>
                <a:gd name="T64" fmla="*/ 282 w 898"/>
                <a:gd name="T65" fmla="*/ 211 h 446"/>
                <a:gd name="T66" fmla="*/ 187 w 898"/>
                <a:gd name="T67" fmla="*/ 305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98" h="446">
                  <a:moveTo>
                    <a:pt x="302" y="86"/>
                  </a:moveTo>
                  <a:cubicBezTo>
                    <a:pt x="371" y="80"/>
                    <a:pt x="371" y="80"/>
                    <a:pt x="371" y="80"/>
                  </a:cubicBezTo>
                  <a:cubicBezTo>
                    <a:pt x="360" y="55"/>
                    <a:pt x="349" y="29"/>
                    <a:pt x="34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7" y="163"/>
                    <a:pt x="37" y="163"/>
                    <a:pt x="37" y="163"/>
                  </a:cubicBezTo>
                  <a:cubicBezTo>
                    <a:pt x="37" y="165"/>
                    <a:pt x="37" y="167"/>
                    <a:pt x="37" y="168"/>
                  </a:cubicBezTo>
                  <a:cubicBezTo>
                    <a:pt x="37" y="170"/>
                    <a:pt x="10" y="297"/>
                    <a:pt x="0" y="446"/>
                  </a:cubicBezTo>
                  <a:cubicBezTo>
                    <a:pt x="898" y="446"/>
                    <a:pt x="898" y="446"/>
                    <a:pt x="898" y="446"/>
                  </a:cubicBezTo>
                  <a:cubicBezTo>
                    <a:pt x="897" y="445"/>
                    <a:pt x="896" y="443"/>
                    <a:pt x="895" y="441"/>
                  </a:cubicBezTo>
                  <a:cubicBezTo>
                    <a:pt x="874" y="408"/>
                    <a:pt x="836" y="387"/>
                    <a:pt x="782" y="378"/>
                  </a:cubicBezTo>
                  <a:cubicBezTo>
                    <a:pt x="746" y="372"/>
                    <a:pt x="709" y="364"/>
                    <a:pt x="673" y="353"/>
                  </a:cubicBezTo>
                  <a:cubicBezTo>
                    <a:pt x="654" y="409"/>
                    <a:pt x="654" y="409"/>
                    <a:pt x="654" y="409"/>
                  </a:cubicBezTo>
                  <a:cubicBezTo>
                    <a:pt x="619" y="397"/>
                    <a:pt x="619" y="397"/>
                    <a:pt x="619" y="397"/>
                  </a:cubicBezTo>
                  <a:cubicBezTo>
                    <a:pt x="637" y="340"/>
                    <a:pt x="637" y="340"/>
                    <a:pt x="637" y="340"/>
                  </a:cubicBezTo>
                  <a:cubicBezTo>
                    <a:pt x="617" y="333"/>
                    <a:pt x="596" y="323"/>
                    <a:pt x="576" y="312"/>
                  </a:cubicBezTo>
                  <a:cubicBezTo>
                    <a:pt x="545" y="372"/>
                    <a:pt x="545" y="372"/>
                    <a:pt x="545" y="372"/>
                  </a:cubicBezTo>
                  <a:cubicBezTo>
                    <a:pt x="512" y="355"/>
                    <a:pt x="512" y="355"/>
                    <a:pt x="512" y="355"/>
                  </a:cubicBezTo>
                  <a:cubicBezTo>
                    <a:pt x="544" y="293"/>
                    <a:pt x="544" y="293"/>
                    <a:pt x="544" y="293"/>
                  </a:cubicBezTo>
                  <a:cubicBezTo>
                    <a:pt x="528" y="283"/>
                    <a:pt x="512" y="271"/>
                    <a:pt x="497" y="258"/>
                  </a:cubicBezTo>
                  <a:cubicBezTo>
                    <a:pt x="450" y="308"/>
                    <a:pt x="450" y="308"/>
                    <a:pt x="450" y="308"/>
                  </a:cubicBezTo>
                  <a:cubicBezTo>
                    <a:pt x="422" y="282"/>
                    <a:pt x="422" y="282"/>
                    <a:pt x="422" y="282"/>
                  </a:cubicBezTo>
                  <a:cubicBezTo>
                    <a:pt x="470" y="232"/>
                    <a:pt x="470" y="232"/>
                    <a:pt x="470" y="232"/>
                  </a:cubicBezTo>
                  <a:cubicBezTo>
                    <a:pt x="457" y="219"/>
                    <a:pt x="445" y="204"/>
                    <a:pt x="433" y="188"/>
                  </a:cubicBezTo>
                  <a:cubicBezTo>
                    <a:pt x="360" y="227"/>
                    <a:pt x="360" y="227"/>
                    <a:pt x="360" y="227"/>
                  </a:cubicBezTo>
                  <a:cubicBezTo>
                    <a:pt x="342" y="194"/>
                    <a:pt x="342" y="194"/>
                    <a:pt x="342" y="194"/>
                  </a:cubicBezTo>
                  <a:cubicBezTo>
                    <a:pt x="412" y="158"/>
                    <a:pt x="412" y="158"/>
                    <a:pt x="412" y="158"/>
                  </a:cubicBezTo>
                  <a:cubicBezTo>
                    <a:pt x="404" y="145"/>
                    <a:pt x="396" y="131"/>
                    <a:pt x="388" y="116"/>
                  </a:cubicBezTo>
                  <a:cubicBezTo>
                    <a:pt x="305" y="123"/>
                    <a:pt x="305" y="123"/>
                    <a:pt x="305" y="123"/>
                  </a:cubicBezTo>
                  <a:lnTo>
                    <a:pt x="302" y="86"/>
                  </a:lnTo>
                  <a:close/>
                  <a:moveTo>
                    <a:pt x="187" y="305"/>
                  </a:moveTo>
                  <a:cubicBezTo>
                    <a:pt x="136" y="305"/>
                    <a:pt x="93" y="263"/>
                    <a:pt x="93" y="211"/>
                  </a:cubicBezTo>
                  <a:cubicBezTo>
                    <a:pt x="93" y="159"/>
                    <a:pt x="136" y="117"/>
                    <a:pt x="187" y="117"/>
                  </a:cubicBezTo>
                  <a:cubicBezTo>
                    <a:pt x="239" y="117"/>
                    <a:pt x="282" y="159"/>
                    <a:pt x="282" y="211"/>
                  </a:cubicBezTo>
                  <a:cubicBezTo>
                    <a:pt x="282" y="263"/>
                    <a:pt x="239" y="305"/>
                    <a:pt x="187" y="305"/>
                  </a:cubicBezTo>
                  <a:close/>
                </a:path>
              </a:pathLst>
            </a:custGeom>
            <a:solidFill>
              <a:srgbClr val="899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2" name="Freeform 95"/>
            <p:cNvSpPr/>
            <p:nvPr/>
          </p:nvSpPr>
          <p:spPr bwMode="auto">
            <a:xfrm>
              <a:off x="5575110" y="5941266"/>
              <a:ext cx="435711" cy="22396"/>
            </a:xfrm>
            <a:custGeom>
              <a:avLst/>
              <a:gdLst>
                <a:gd name="T0" fmla="*/ 0 w 920"/>
                <a:gd name="T1" fmla="*/ 49 h 49"/>
                <a:gd name="T2" fmla="*/ 918 w 920"/>
                <a:gd name="T3" fmla="*/ 49 h 49"/>
                <a:gd name="T4" fmla="*/ 916 w 920"/>
                <a:gd name="T5" fmla="*/ 0 h 49"/>
                <a:gd name="T6" fmla="*/ 2 w 920"/>
                <a:gd name="T7" fmla="*/ 0 h 49"/>
                <a:gd name="T8" fmla="*/ 0 w 920"/>
                <a:gd name="T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0" h="49">
                  <a:moveTo>
                    <a:pt x="0" y="49"/>
                  </a:moveTo>
                  <a:cubicBezTo>
                    <a:pt x="918" y="49"/>
                    <a:pt x="918" y="49"/>
                    <a:pt x="918" y="49"/>
                  </a:cubicBezTo>
                  <a:cubicBezTo>
                    <a:pt x="920" y="38"/>
                    <a:pt x="920" y="19"/>
                    <a:pt x="91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6"/>
                    <a:pt x="0" y="33"/>
                    <a:pt x="0" y="49"/>
                  </a:cubicBezTo>
                  <a:close/>
                </a:path>
              </a:pathLst>
            </a:cu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3" name="Freeform 96"/>
            <p:cNvSpPr/>
            <p:nvPr/>
          </p:nvSpPr>
          <p:spPr bwMode="auto">
            <a:xfrm>
              <a:off x="5974172" y="3088786"/>
              <a:ext cx="256540" cy="251450"/>
            </a:xfrm>
            <a:custGeom>
              <a:avLst/>
              <a:gdLst>
                <a:gd name="T0" fmla="*/ 256 w 542"/>
                <a:gd name="T1" fmla="*/ 517 h 530"/>
                <a:gd name="T2" fmla="*/ 542 w 542"/>
                <a:gd name="T3" fmla="*/ 390 h 530"/>
                <a:gd name="T4" fmla="*/ 487 w 542"/>
                <a:gd name="T5" fmla="*/ 385 h 530"/>
                <a:gd name="T6" fmla="*/ 471 w 542"/>
                <a:gd name="T7" fmla="*/ 366 h 530"/>
                <a:gd name="T8" fmla="*/ 471 w 542"/>
                <a:gd name="T9" fmla="*/ 161 h 530"/>
                <a:gd name="T10" fmla="*/ 155 w 542"/>
                <a:gd name="T11" fmla="*/ 0 h 530"/>
                <a:gd name="T12" fmla="*/ 90 w 542"/>
                <a:gd name="T13" fmla="*/ 369 h 530"/>
                <a:gd name="T14" fmla="*/ 73 w 542"/>
                <a:gd name="T15" fmla="*/ 385 h 530"/>
                <a:gd name="T16" fmla="*/ 0 w 542"/>
                <a:gd name="T17" fmla="*/ 392 h 530"/>
                <a:gd name="T18" fmla="*/ 256 w 542"/>
                <a:gd name="T19" fmla="*/ 517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2" h="530">
                  <a:moveTo>
                    <a:pt x="256" y="517"/>
                  </a:moveTo>
                  <a:cubicBezTo>
                    <a:pt x="408" y="530"/>
                    <a:pt x="504" y="437"/>
                    <a:pt x="542" y="390"/>
                  </a:cubicBezTo>
                  <a:cubicBezTo>
                    <a:pt x="487" y="385"/>
                    <a:pt x="487" y="385"/>
                    <a:pt x="487" y="385"/>
                  </a:cubicBezTo>
                  <a:cubicBezTo>
                    <a:pt x="478" y="384"/>
                    <a:pt x="471" y="376"/>
                    <a:pt x="471" y="366"/>
                  </a:cubicBezTo>
                  <a:cubicBezTo>
                    <a:pt x="471" y="161"/>
                    <a:pt x="471" y="161"/>
                    <a:pt x="471" y="161"/>
                  </a:cubicBezTo>
                  <a:cubicBezTo>
                    <a:pt x="319" y="138"/>
                    <a:pt x="216" y="63"/>
                    <a:pt x="155" y="0"/>
                  </a:cubicBezTo>
                  <a:cubicBezTo>
                    <a:pt x="90" y="369"/>
                    <a:pt x="90" y="369"/>
                    <a:pt x="90" y="369"/>
                  </a:cubicBezTo>
                  <a:cubicBezTo>
                    <a:pt x="89" y="378"/>
                    <a:pt x="82" y="384"/>
                    <a:pt x="73" y="385"/>
                  </a:cubicBezTo>
                  <a:cubicBezTo>
                    <a:pt x="52" y="386"/>
                    <a:pt x="27" y="389"/>
                    <a:pt x="0" y="392"/>
                  </a:cubicBezTo>
                  <a:cubicBezTo>
                    <a:pt x="31" y="430"/>
                    <a:pt x="108" y="503"/>
                    <a:pt x="256" y="517"/>
                  </a:cubicBez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4" name="Freeform 97"/>
            <p:cNvSpPr/>
            <p:nvPr/>
          </p:nvSpPr>
          <p:spPr bwMode="auto">
            <a:xfrm>
              <a:off x="6146217" y="3004290"/>
              <a:ext cx="145576" cy="89585"/>
            </a:xfrm>
            <a:custGeom>
              <a:avLst/>
              <a:gdLst>
                <a:gd name="T0" fmla="*/ 289 w 307"/>
                <a:gd name="T1" fmla="*/ 30 h 189"/>
                <a:gd name="T2" fmla="*/ 22 w 307"/>
                <a:gd name="T3" fmla="*/ 0 h 189"/>
                <a:gd name="T4" fmla="*/ 8 w 307"/>
                <a:gd name="T5" fmla="*/ 5 h 189"/>
                <a:gd name="T6" fmla="*/ 2 w 307"/>
                <a:gd name="T7" fmla="*/ 18 h 189"/>
                <a:gd name="T8" fmla="*/ 129 w 307"/>
                <a:gd name="T9" fmla="*/ 186 h 189"/>
                <a:gd name="T10" fmla="*/ 156 w 307"/>
                <a:gd name="T11" fmla="*/ 189 h 189"/>
                <a:gd name="T12" fmla="*/ 305 w 307"/>
                <a:gd name="T13" fmla="*/ 53 h 189"/>
                <a:gd name="T14" fmla="*/ 302 w 307"/>
                <a:gd name="T15" fmla="*/ 38 h 189"/>
                <a:gd name="T16" fmla="*/ 289 w 307"/>
                <a:gd name="T17" fmla="*/ 3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7" h="189">
                  <a:moveTo>
                    <a:pt x="289" y="3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7" y="0"/>
                    <a:pt x="12" y="1"/>
                    <a:pt x="8" y="5"/>
                  </a:cubicBezTo>
                  <a:cubicBezTo>
                    <a:pt x="4" y="8"/>
                    <a:pt x="2" y="13"/>
                    <a:pt x="2" y="18"/>
                  </a:cubicBezTo>
                  <a:cubicBezTo>
                    <a:pt x="0" y="68"/>
                    <a:pt x="25" y="167"/>
                    <a:pt x="129" y="186"/>
                  </a:cubicBezTo>
                  <a:cubicBezTo>
                    <a:pt x="138" y="188"/>
                    <a:pt x="147" y="189"/>
                    <a:pt x="156" y="189"/>
                  </a:cubicBezTo>
                  <a:cubicBezTo>
                    <a:pt x="244" y="189"/>
                    <a:pt x="291" y="103"/>
                    <a:pt x="305" y="53"/>
                  </a:cubicBezTo>
                  <a:cubicBezTo>
                    <a:pt x="307" y="48"/>
                    <a:pt x="306" y="42"/>
                    <a:pt x="302" y="38"/>
                  </a:cubicBezTo>
                  <a:cubicBezTo>
                    <a:pt x="299" y="33"/>
                    <a:pt x="295" y="30"/>
                    <a:pt x="289" y="30"/>
                  </a:cubicBezTo>
                  <a:close/>
                </a:path>
              </a:pathLst>
            </a:custGeom>
            <a:solidFill>
              <a:srgbClr val="FF8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5" name="Freeform 98"/>
            <p:cNvSpPr>
              <a:spLocks noEditPoints="1"/>
            </p:cNvSpPr>
            <p:nvPr/>
          </p:nvSpPr>
          <p:spPr bwMode="auto">
            <a:xfrm>
              <a:off x="5965010" y="2711102"/>
              <a:ext cx="422477" cy="439783"/>
            </a:xfrm>
            <a:custGeom>
              <a:avLst/>
              <a:gdLst>
                <a:gd name="T0" fmla="*/ 789 w 892"/>
                <a:gd name="T1" fmla="*/ 241 h 929"/>
                <a:gd name="T2" fmla="*/ 797 w 892"/>
                <a:gd name="T3" fmla="*/ 260 h 929"/>
                <a:gd name="T4" fmla="*/ 729 w 892"/>
                <a:gd name="T5" fmla="*/ 274 h 929"/>
                <a:gd name="T6" fmla="*/ 644 w 892"/>
                <a:gd name="T7" fmla="*/ 251 h 929"/>
                <a:gd name="T8" fmla="*/ 569 w 892"/>
                <a:gd name="T9" fmla="*/ 109 h 929"/>
                <a:gd name="T10" fmla="*/ 492 w 892"/>
                <a:gd name="T11" fmla="*/ 6 h 929"/>
                <a:gd name="T12" fmla="*/ 418 w 892"/>
                <a:gd name="T13" fmla="*/ 38 h 929"/>
                <a:gd name="T14" fmla="*/ 398 w 892"/>
                <a:gd name="T15" fmla="*/ 30 h 929"/>
                <a:gd name="T16" fmla="*/ 372 w 892"/>
                <a:gd name="T17" fmla="*/ 55 h 929"/>
                <a:gd name="T18" fmla="*/ 373 w 892"/>
                <a:gd name="T19" fmla="*/ 79 h 929"/>
                <a:gd name="T20" fmla="*/ 235 w 892"/>
                <a:gd name="T21" fmla="*/ 183 h 929"/>
                <a:gd name="T22" fmla="*/ 230 w 892"/>
                <a:gd name="T23" fmla="*/ 237 h 929"/>
                <a:gd name="T24" fmla="*/ 124 w 892"/>
                <a:gd name="T25" fmla="*/ 440 h 929"/>
                <a:gd name="T26" fmla="*/ 118 w 892"/>
                <a:gd name="T27" fmla="*/ 422 h 929"/>
                <a:gd name="T28" fmla="*/ 116 w 892"/>
                <a:gd name="T29" fmla="*/ 441 h 929"/>
                <a:gd name="T30" fmla="*/ 29 w 892"/>
                <a:gd name="T31" fmla="*/ 461 h 929"/>
                <a:gd name="T32" fmla="*/ 5 w 892"/>
                <a:gd name="T33" fmla="*/ 515 h 929"/>
                <a:gd name="T34" fmla="*/ 127 w 892"/>
                <a:gd name="T35" fmla="*/ 682 h 929"/>
                <a:gd name="T36" fmla="*/ 135 w 892"/>
                <a:gd name="T37" fmla="*/ 690 h 929"/>
                <a:gd name="T38" fmla="*/ 584 w 892"/>
                <a:gd name="T39" fmla="*/ 929 h 929"/>
                <a:gd name="T40" fmla="*/ 600 w 892"/>
                <a:gd name="T41" fmla="*/ 929 h 929"/>
                <a:gd name="T42" fmla="*/ 743 w 892"/>
                <a:gd name="T43" fmla="*/ 861 h 929"/>
                <a:gd name="T44" fmla="*/ 840 w 892"/>
                <a:gd name="T45" fmla="*/ 245 h 929"/>
                <a:gd name="T46" fmla="*/ 789 w 892"/>
                <a:gd name="T47" fmla="*/ 241 h 929"/>
                <a:gd name="T48" fmla="*/ 457 w 892"/>
                <a:gd name="T49" fmla="*/ 412 h 929"/>
                <a:gd name="T50" fmla="*/ 487 w 892"/>
                <a:gd name="T51" fmla="*/ 450 h 929"/>
                <a:gd name="T52" fmla="*/ 457 w 892"/>
                <a:gd name="T53" fmla="*/ 488 h 929"/>
                <a:gd name="T54" fmla="*/ 427 w 892"/>
                <a:gd name="T55" fmla="*/ 450 h 929"/>
                <a:gd name="T56" fmla="*/ 457 w 892"/>
                <a:gd name="T57" fmla="*/ 412 h 929"/>
                <a:gd name="T58" fmla="*/ 687 w 892"/>
                <a:gd name="T59" fmla="*/ 672 h 929"/>
                <a:gd name="T60" fmla="*/ 538 w 892"/>
                <a:gd name="T61" fmla="*/ 808 h 929"/>
                <a:gd name="T62" fmla="*/ 511 w 892"/>
                <a:gd name="T63" fmla="*/ 805 h 929"/>
                <a:gd name="T64" fmla="*/ 384 w 892"/>
                <a:gd name="T65" fmla="*/ 637 h 929"/>
                <a:gd name="T66" fmla="*/ 390 w 892"/>
                <a:gd name="T67" fmla="*/ 624 h 929"/>
                <a:gd name="T68" fmla="*/ 404 w 892"/>
                <a:gd name="T69" fmla="*/ 619 h 929"/>
                <a:gd name="T70" fmla="*/ 671 w 892"/>
                <a:gd name="T71" fmla="*/ 649 h 929"/>
                <a:gd name="T72" fmla="*/ 684 w 892"/>
                <a:gd name="T73" fmla="*/ 657 h 929"/>
                <a:gd name="T74" fmla="*/ 687 w 892"/>
                <a:gd name="T75" fmla="*/ 672 h 929"/>
                <a:gd name="T76" fmla="*/ 690 w 892"/>
                <a:gd name="T77" fmla="*/ 546 h 929"/>
                <a:gd name="T78" fmla="*/ 632 w 892"/>
                <a:gd name="T79" fmla="*/ 597 h 929"/>
                <a:gd name="T80" fmla="*/ 632 w 892"/>
                <a:gd name="T81" fmla="*/ 560 h 929"/>
                <a:gd name="T82" fmla="*/ 652 w 892"/>
                <a:gd name="T83" fmla="*/ 541 h 929"/>
                <a:gd name="T84" fmla="*/ 637 w 892"/>
                <a:gd name="T85" fmla="*/ 519 h 929"/>
                <a:gd name="T86" fmla="*/ 646 w 892"/>
                <a:gd name="T87" fmla="*/ 482 h 929"/>
                <a:gd name="T88" fmla="*/ 690 w 892"/>
                <a:gd name="T89" fmla="*/ 546 h 929"/>
                <a:gd name="T90" fmla="*/ 737 w 892"/>
                <a:gd name="T91" fmla="*/ 468 h 929"/>
                <a:gd name="T92" fmla="*/ 707 w 892"/>
                <a:gd name="T93" fmla="*/ 430 h 929"/>
                <a:gd name="T94" fmla="*/ 737 w 892"/>
                <a:gd name="T95" fmla="*/ 392 h 929"/>
                <a:gd name="T96" fmla="*/ 767 w 892"/>
                <a:gd name="T97" fmla="*/ 430 h 929"/>
                <a:gd name="T98" fmla="*/ 737 w 892"/>
                <a:gd name="T99" fmla="*/ 468 h 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92" h="929">
                  <a:moveTo>
                    <a:pt x="789" y="241"/>
                  </a:moveTo>
                  <a:cubicBezTo>
                    <a:pt x="797" y="260"/>
                    <a:pt x="797" y="260"/>
                    <a:pt x="797" y="260"/>
                  </a:cubicBezTo>
                  <a:cubicBezTo>
                    <a:pt x="776" y="269"/>
                    <a:pt x="752" y="274"/>
                    <a:pt x="729" y="274"/>
                  </a:cubicBezTo>
                  <a:cubicBezTo>
                    <a:pt x="699" y="274"/>
                    <a:pt x="669" y="266"/>
                    <a:pt x="644" y="251"/>
                  </a:cubicBezTo>
                  <a:cubicBezTo>
                    <a:pt x="612" y="231"/>
                    <a:pt x="574" y="191"/>
                    <a:pt x="569" y="109"/>
                  </a:cubicBezTo>
                  <a:cubicBezTo>
                    <a:pt x="565" y="52"/>
                    <a:pt x="537" y="14"/>
                    <a:pt x="492" y="6"/>
                  </a:cubicBezTo>
                  <a:cubicBezTo>
                    <a:pt x="460" y="0"/>
                    <a:pt x="429" y="13"/>
                    <a:pt x="418" y="38"/>
                  </a:cubicBezTo>
                  <a:cubicBezTo>
                    <a:pt x="398" y="30"/>
                    <a:pt x="398" y="30"/>
                    <a:pt x="398" y="30"/>
                  </a:cubicBezTo>
                  <a:cubicBezTo>
                    <a:pt x="388" y="42"/>
                    <a:pt x="380" y="50"/>
                    <a:pt x="372" y="55"/>
                  </a:cubicBezTo>
                  <a:cubicBezTo>
                    <a:pt x="373" y="79"/>
                    <a:pt x="373" y="79"/>
                    <a:pt x="373" y="79"/>
                  </a:cubicBezTo>
                  <a:cubicBezTo>
                    <a:pt x="368" y="80"/>
                    <a:pt x="245" y="89"/>
                    <a:pt x="235" y="183"/>
                  </a:cubicBezTo>
                  <a:cubicBezTo>
                    <a:pt x="233" y="201"/>
                    <a:pt x="232" y="219"/>
                    <a:pt x="230" y="237"/>
                  </a:cubicBezTo>
                  <a:cubicBezTo>
                    <a:pt x="224" y="326"/>
                    <a:pt x="218" y="411"/>
                    <a:pt x="124" y="440"/>
                  </a:cubicBezTo>
                  <a:cubicBezTo>
                    <a:pt x="118" y="422"/>
                    <a:pt x="118" y="422"/>
                    <a:pt x="118" y="422"/>
                  </a:cubicBezTo>
                  <a:cubicBezTo>
                    <a:pt x="116" y="441"/>
                    <a:pt x="116" y="441"/>
                    <a:pt x="116" y="441"/>
                  </a:cubicBezTo>
                  <a:cubicBezTo>
                    <a:pt x="116" y="441"/>
                    <a:pt x="62" y="434"/>
                    <a:pt x="29" y="461"/>
                  </a:cubicBezTo>
                  <a:cubicBezTo>
                    <a:pt x="14" y="473"/>
                    <a:pt x="7" y="491"/>
                    <a:pt x="5" y="515"/>
                  </a:cubicBezTo>
                  <a:cubicBezTo>
                    <a:pt x="0" y="611"/>
                    <a:pt x="126" y="681"/>
                    <a:pt x="127" y="682"/>
                  </a:cubicBezTo>
                  <a:cubicBezTo>
                    <a:pt x="131" y="684"/>
                    <a:pt x="133" y="686"/>
                    <a:pt x="135" y="690"/>
                  </a:cubicBezTo>
                  <a:cubicBezTo>
                    <a:pt x="140" y="699"/>
                    <a:pt x="268" y="929"/>
                    <a:pt x="584" y="929"/>
                  </a:cubicBezTo>
                  <a:cubicBezTo>
                    <a:pt x="589" y="929"/>
                    <a:pt x="595" y="929"/>
                    <a:pt x="600" y="929"/>
                  </a:cubicBezTo>
                  <a:cubicBezTo>
                    <a:pt x="658" y="927"/>
                    <a:pt x="705" y="905"/>
                    <a:pt x="743" y="861"/>
                  </a:cubicBezTo>
                  <a:cubicBezTo>
                    <a:pt x="892" y="688"/>
                    <a:pt x="840" y="250"/>
                    <a:pt x="840" y="245"/>
                  </a:cubicBezTo>
                  <a:cubicBezTo>
                    <a:pt x="824" y="238"/>
                    <a:pt x="804" y="239"/>
                    <a:pt x="789" y="241"/>
                  </a:cubicBezTo>
                  <a:close/>
                  <a:moveTo>
                    <a:pt x="457" y="412"/>
                  </a:moveTo>
                  <a:cubicBezTo>
                    <a:pt x="473" y="412"/>
                    <a:pt x="487" y="429"/>
                    <a:pt x="487" y="450"/>
                  </a:cubicBezTo>
                  <a:cubicBezTo>
                    <a:pt x="487" y="471"/>
                    <a:pt x="473" y="488"/>
                    <a:pt x="457" y="488"/>
                  </a:cubicBezTo>
                  <a:cubicBezTo>
                    <a:pt x="441" y="488"/>
                    <a:pt x="427" y="471"/>
                    <a:pt x="427" y="450"/>
                  </a:cubicBezTo>
                  <a:cubicBezTo>
                    <a:pt x="427" y="429"/>
                    <a:pt x="441" y="412"/>
                    <a:pt x="457" y="412"/>
                  </a:cubicBezTo>
                  <a:close/>
                  <a:moveTo>
                    <a:pt x="687" y="672"/>
                  </a:moveTo>
                  <a:cubicBezTo>
                    <a:pt x="673" y="722"/>
                    <a:pt x="626" y="808"/>
                    <a:pt x="538" y="808"/>
                  </a:cubicBezTo>
                  <a:cubicBezTo>
                    <a:pt x="529" y="808"/>
                    <a:pt x="520" y="807"/>
                    <a:pt x="511" y="805"/>
                  </a:cubicBezTo>
                  <a:cubicBezTo>
                    <a:pt x="407" y="786"/>
                    <a:pt x="382" y="687"/>
                    <a:pt x="384" y="637"/>
                  </a:cubicBezTo>
                  <a:cubicBezTo>
                    <a:pt x="384" y="632"/>
                    <a:pt x="386" y="627"/>
                    <a:pt x="390" y="624"/>
                  </a:cubicBezTo>
                  <a:cubicBezTo>
                    <a:pt x="394" y="620"/>
                    <a:pt x="399" y="619"/>
                    <a:pt x="404" y="619"/>
                  </a:cubicBezTo>
                  <a:cubicBezTo>
                    <a:pt x="671" y="649"/>
                    <a:pt x="671" y="649"/>
                    <a:pt x="671" y="649"/>
                  </a:cubicBezTo>
                  <a:cubicBezTo>
                    <a:pt x="677" y="649"/>
                    <a:pt x="681" y="652"/>
                    <a:pt x="684" y="657"/>
                  </a:cubicBezTo>
                  <a:cubicBezTo>
                    <a:pt x="688" y="661"/>
                    <a:pt x="689" y="667"/>
                    <a:pt x="687" y="672"/>
                  </a:cubicBezTo>
                  <a:close/>
                  <a:moveTo>
                    <a:pt x="690" y="546"/>
                  </a:moveTo>
                  <a:cubicBezTo>
                    <a:pt x="686" y="574"/>
                    <a:pt x="661" y="597"/>
                    <a:pt x="632" y="597"/>
                  </a:cubicBezTo>
                  <a:cubicBezTo>
                    <a:pt x="632" y="560"/>
                    <a:pt x="632" y="560"/>
                    <a:pt x="632" y="560"/>
                  </a:cubicBezTo>
                  <a:cubicBezTo>
                    <a:pt x="642" y="560"/>
                    <a:pt x="651" y="551"/>
                    <a:pt x="652" y="541"/>
                  </a:cubicBezTo>
                  <a:cubicBezTo>
                    <a:pt x="654" y="532"/>
                    <a:pt x="646" y="521"/>
                    <a:pt x="637" y="519"/>
                  </a:cubicBezTo>
                  <a:cubicBezTo>
                    <a:pt x="646" y="482"/>
                    <a:pt x="646" y="482"/>
                    <a:pt x="646" y="482"/>
                  </a:cubicBezTo>
                  <a:cubicBezTo>
                    <a:pt x="673" y="489"/>
                    <a:pt x="693" y="517"/>
                    <a:pt x="690" y="546"/>
                  </a:cubicBezTo>
                  <a:close/>
                  <a:moveTo>
                    <a:pt x="737" y="468"/>
                  </a:moveTo>
                  <a:cubicBezTo>
                    <a:pt x="720" y="468"/>
                    <a:pt x="707" y="451"/>
                    <a:pt x="707" y="430"/>
                  </a:cubicBezTo>
                  <a:cubicBezTo>
                    <a:pt x="707" y="409"/>
                    <a:pt x="720" y="392"/>
                    <a:pt x="737" y="392"/>
                  </a:cubicBezTo>
                  <a:cubicBezTo>
                    <a:pt x="753" y="392"/>
                    <a:pt x="767" y="409"/>
                    <a:pt x="767" y="430"/>
                  </a:cubicBezTo>
                  <a:cubicBezTo>
                    <a:pt x="767" y="451"/>
                    <a:pt x="753" y="468"/>
                    <a:pt x="737" y="468"/>
                  </a:cubicBez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6" name="Freeform 99"/>
            <p:cNvSpPr>
              <a:spLocks noEditPoints="1"/>
            </p:cNvSpPr>
            <p:nvPr/>
          </p:nvSpPr>
          <p:spPr bwMode="auto">
            <a:xfrm>
              <a:off x="5920217" y="2599120"/>
              <a:ext cx="490684" cy="321693"/>
            </a:xfrm>
            <a:custGeom>
              <a:avLst/>
              <a:gdLst>
                <a:gd name="T0" fmla="*/ 1010 w 1036"/>
                <a:gd name="T1" fmla="*/ 349 h 680"/>
                <a:gd name="T2" fmla="*/ 725 w 1036"/>
                <a:gd name="T3" fmla="*/ 50 h 680"/>
                <a:gd name="T4" fmla="*/ 226 w 1036"/>
                <a:gd name="T5" fmla="*/ 180 h 680"/>
                <a:gd name="T6" fmla="*/ 216 w 1036"/>
                <a:gd name="T7" fmla="*/ 184 h 680"/>
                <a:gd name="T8" fmla="*/ 25 w 1036"/>
                <a:gd name="T9" fmla="*/ 368 h 680"/>
                <a:gd name="T10" fmla="*/ 89 w 1036"/>
                <a:gd name="T11" fmla="*/ 680 h 680"/>
                <a:gd name="T12" fmla="*/ 101 w 1036"/>
                <a:gd name="T13" fmla="*/ 669 h 680"/>
                <a:gd name="T14" fmla="*/ 211 w 1036"/>
                <a:gd name="T15" fmla="*/ 640 h 680"/>
                <a:gd name="T16" fmla="*/ 288 w 1036"/>
                <a:gd name="T17" fmla="*/ 471 h 680"/>
                <a:gd name="T18" fmla="*/ 293 w 1036"/>
                <a:gd name="T19" fmla="*/ 416 h 680"/>
                <a:gd name="T20" fmla="*/ 466 w 1036"/>
                <a:gd name="T21" fmla="*/ 279 h 680"/>
                <a:gd name="T22" fmla="*/ 467 w 1036"/>
                <a:gd name="T23" fmla="*/ 292 h 680"/>
                <a:gd name="T24" fmla="*/ 493 w 1036"/>
                <a:gd name="T25" fmla="*/ 267 h 680"/>
                <a:gd name="T26" fmla="*/ 479 w 1036"/>
                <a:gd name="T27" fmla="*/ 260 h 680"/>
                <a:gd name="T28" fmla="*/ 594 w 1036"/>
                <a:gd name="T29" fmla="*/ 206 h 680"/>
                <a:gd name="T30" fmla="*/ 701 w 1036"/>
                <a:gd name="T31" fmla="*/ 344 h 680"/>
                <a:gd name="T32" fmla="*/ 758 w 1036"/>
                <a:gd name="T33" fmla="*/ 456 h 680"/>
                <a:gd name="T34" fmla="*/ 877 w 1036"/>
                <a:gd name="T35" fmla="*/ 463 h 680"/>
                <a:gd name="T36" fmla="*/ 884 w 1036"/>
                <a:gd name="T37" fmla="*/ 478 h 680"/>
                <a:gd name="T38" fmla="*/ 935 w 1036"/>
                <a:gd name="T39" fmla="*/ 482 h 680"/>
                <a:gd name="T40" fmla="*/ 935 w 1036"/>
                <a:gd name="T41" fmla="*/ 482 h 680"/>
                <a:gd name="T42" fmla="*/ 972 w 1036"/>
                <a:gd name="T43" fmla="*/ 478 h 680"/>
                <a:gd name="T44" fmla="*/ 980 w 1036"/>
                <a:gd name="T45" fmla="*/ 579 h 680"/>
                <a:gd name="T46" fmla="*/ 1010 w 1036"/>
                <a:gd name="T47" fmla="*/ 349 h 680"/>
                <a:gd name="T48" fmla="*/ 399 w 1036"/>
                <a:gd name="T49" fmla="*/ 268 h 680"/>
                <a:gd name="T50" fmla="*/ 255 w 1036"/>
                <a:gd name="T51" fmla="*/ 222 h 680"/>
                <a:gd name="T52" fmla="*/ 258 w 1036"/>
                <a:gd name="T53" fmla="*/ 185 h 680"/>
                <a:gd name="T54" fmla="*/ 415 w 1036"/>
                <a:gd name="T55" fmla="*/ 234 h 680"/>
                <a:gd name="T56" fmla="*/ 399 w 1036"/>
                <a:gd name="T57" fmla="*/ 268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36" h="680">
                  <a:moveTo>
                    <a:pt x="1010" y="349"/>
                  </a:moveTo>
                  <a:cubicBezTo>
                    <a:pt x="971" y="202"/>
                    <a:pt x="867" y="93"/>
                    <a:pt x="725" y="50"/>
                  </a:cubicBezTo>
                  <a:cubicBezTo>
                    <a:pt x="561" y="0"/>
                    <a:pt x="379" y="47"/>
                    <a:pt x="226" y="180"/>
                  </a:cubicBezTo>
                  <a:cubicBezTo>
                    <a:pt x="223" y="182"/>
                    <a:pt x="220" y="184"/>
                    <a:pt x="216" y="184"/>
                  </a:cubicBezTo>
                  <a:cubicBezTo>
                    <a:pt x="210" y="185"/>
                    <a:pt x="57" y="211"/>
                    <a:pt x="25" y="368"/>
                  </a:cubicBezTo>
                  <a:cubicBezTo>
                    <a:pt x="0" y="493"/>
                    <a:pt x="60" y="626"/>
                    <a:pt x="89" y="680"/>
                  </a:cubicBezTo>
                  <a:cubicBezTo>
                    <a:pt x="93" y="676"/>
                    <a:pt x="96" y="672"/>
                    <a:pt x="101" y="669"/>
                  </a:cubicBezTo>
                  <a:cubicBezTo>
                    <a:pt x="139" y="637"/>
                    <a:pt x="194" y="639"/>
                    <a:pt x="211" y="640"/>
                  </a:cubicBezTo>
                  <a:cubicBezTo>
                    <a:pt x="274" y="619"/>
                    <a:pt x="281" y="565"/>
                    <a:pt x="288" y="471"/>
                  </a:cubicBezTo>
                  <a:cubicBezTo>
                    <a:pt x="289" y="453"/>
                    <a:pt x="291" y="435"/>
                    <a:pt x="293" y="416"/>
                  </a:cubicBezTo>
                  <a:cubicBezTo>
                    <a:pt x="303" y="315"/>
                    <a:pt x="411" y="283"/>
                    <a:pt x="466" y="279"/>
                  </a:cubicBezTo>
                  <a:cubicBezTo>
                    <a:pt x="467" y="292"/>
                    <a:pt x="467" y="292"/>
                    <a:pt x="467" y="292"/>
                  </a:cubicBezTo>
                  <a:cubicBezTo>
                    <a:pt x="475" y="287"/>
                    <a:pt x="483" y="279"/>
                    <a:pt x="493" y="267"/>
                  </a:cubicBezTo>
                  <a:cubicBezTo>
                    <a:pt x="479" y="260"/>
                    <a:pt x="479" y="260"/>
                    <a:pt x="479" y="260"/>
                  </a:cubicBezTo>
                  <a:cubicBezTo>
                    <a:pt x="497" y="219"/>
                    <a:pt x="544" y="197"/>
                    <a:pt x="594" y="206"/>
                  </a:cubicBezTo>
                  <a:cubicBezTo>
                    <a:pt x="642" y="215"/>
                    <a:pt x="696" y="255"/>
                    <a:pt x="701" y="344"/>
                  </a:cubicBezTo>
                  <a:cubicBezTo>
                    <a:pt x="704" y="396"/>
                    <a:pt x="724" y="435"/>
                    <a:pt x="758" y="456"/>
                  </a:cubicBezTo>
                  <a:cubicBezTo>
                    <a:pt x="792" y="477"/>
                    <a:pt x="839" y="479"/>
                    <a:pt x="877" y="463"/>
                  </a:cubicBezTo>
                  <a:cubicBezTo>
                    <a:pt x="884" y="478"/>
                    <a:pt x="884" y="478"/>
                    <a:pt x="884" y="478"/>
                  </a:cubicBezTo>
                  <a:cubicBezTo>
                    <a:pt x="899" y="476"/>
                    <a:pt x="919" y="475"/>
                    <a:pt x="935" y="482"/>
                  </a:cubicBezTo>
                  <a:cubicBezTo>
                    <a:pt x="935" y="482"/>
                    <a:pt x="935" y="482"/>
                    <a:pt x="935" y="482"/>
                  </a:cubicBezTo>
                  <a:cubicBezTo>
                    <a:pt x="972" y="478"/>
                    <a:pt x="972" y="478"/>
                    <a:pt x="972" y="478"/>
                  </a:cubicBezTo>
                  <a:cubicBezTo>
                    <a:pt x="972" y="483"/>
                    <a:pt x="977" y="522"/>
                    <a:pt x="980" y="579"/>
                  </a:cubicBezTo>
                  <a:cubicBezTo>
                    <a:pt x="1006" y="529"/>
                    <a:pt x="1036" y="446"/>
                    <a:pt x="1010" y="349"/>
                  </a:cubicBezTo>
                  <a:close/>
                  <a:moveTo>
                    <a:pt x="399" y="268"/>
                  </a:moveTo>
                  <a:cubicBezTo>
                    <a:pt x="398" y="267"/>
                    <a:pt x="307" y="226"/>
                    <a:pt x="255" y="222"/>
                  </a:cubicBezTo>
                  <a:cubicBezTo>
                    <a:pt x="258" y="185"/>
                    <a:pt x="258" y="185"/>
                    <a:pt x="258" y="185"/>
                  </a:cubicBezTo>
                  <a:cubicBezTo>
                    <a:pt x="316" y="189"/>
                    <a:pt x="411" y="232"/>
                    <a:pt x="415" y="234"/>
                  </a:cubicBezTo>
                  <a:lnTo>
                    <a:pt x="399" y="268"/>
                  </a:lnTo>
                  <a:close/>
                </a:path>
              </a:pathLst>
            </a:custGeom>
            <a:solidFill>
              <a:srgbClr val="465A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7" name="Freeform 100"/>
            <p:cNvSpPr/>
            <p:nvPr/>
          </p:nvSpPr>
          <p:spPr bwMode="auto">
            <a:xfrm>
              <a:off x="5283957" y="4301243"/>
              <a:ext cx="219891" cy="235162"/>
            </a:xfrm>
            <a:custGeom>
              <a:avLst/>
              <a:gdLst>
                <a:gd name="T0" fmla="*/ 200 w 466"/>
                <a:gd name="T1" fmla="*/ 95 h 497"/>
                <a:gd name="T2" fmla="*/ 197 w 466"/>
                <a:gd name="T3" fmla="*/ 100 h 497"/>
                <a:gd name="T4" fmla="*/ 37 w 466"/>
                <a:gd name="T5" fmla="*/ 280 h 497"/>
                <a:gd name="T6" fmla="*/ 9 w 466"/>
                <a:gd name="T7" fmla="*/ 389 h 497"/>
                <a:gd name="T8" fmla="*/ 81 w 466"/>
                <a:gd name="T9" fmla="*/ 475 h 497"/>
                <a:gd name="T10" fmla="*/ 225 w 466"/>
                <a:gd name="T11" fmla="*/ 440 h 497"/>
                <a:gd name="T12" fmla="*/ 329 w 466"/>
                <a:gd name="T13" fmla="*/ 312 h 497"/>
                <a:gd name="T14" fmla="*/ 347 w 466"/>
                <a:gd name="T15" fmla="*/ 305 h 497"/>
                <a:gd name="T16" fmla="*/ 361 w 466"/>
                <a:gd name="T17" fmla="*/ 318 h 497"/>
                <a:gd name="T18" fmla="*/ 413 w 466"/>
                <a:gd name="T19" fmla="*/ 409 h 497"/>
                <a:gd name="T20" fmla="*/ 420 w 466"/>
                <a:gd name="T21" fmla="*/ 408 h 497"/>
                <a:gd name="T22" fmla="*/ 399 w 466"/>
                <a:gd name="T23" fmla="*/ 183 h 497"/>
                <a:gd name="T24" fmla="*/ 401 w 466"/>
                <a:gd name="T25" fmla="*/ 165 h 497"/>
                <a:gd name="T26" fmla="*/ 466 w 466"/>
                <a:gd name="T27" fmla="*/ 74 h 497"/>
                <a:gd name="T28" fmla="*/ 244 w 466"/>
                <a:gd name="T29" fmla="*/ 0 h 497"/>
                <a:gd name="T30" fmla="*/ 200 w 466"/>
                <a:gd name="T31" fmla="*/ 95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6" h="497">
                  <a:moveTo>
                    <a:pt x="200" y="95"/>
                  </a:moveTo>
                  <a:cubicBezTo>
                    <a:pt x="199" y="97"/>
                    <a:pt x="198" y="99"/>
                    <a:pt x="197" y="100"/>
                  </a:cubicBezTo>
                  <a:cubicBezTo>
                    <a:pt x="37" y="280"/>
                    <a:pt x="37" y="280"/>
                    <a:pt x="37" y="280"/>
                  </a:cubicBezTo>
                  <a:cubicBezTo>
                    <a:pt x="11" y="310"/>
                    <a:pt x="0" y="350"/>
                    <a:pt x="9" y="389"/>
                  </a:cubicBezTo>
                  <a:cubicBezTo>
                    <a:pt x="18" y="428"/>
                    <a:pt x="44" y="460"/>
                    <a:pt x="81" y="475"/>
                  </a:cubicBezTo>
                  <a:cubicBezTo>
                    <a:pt x="131" y="497"/>
                    <a:pt x="190" y="482"/>
                    <a:pt x="225" y="440"/>
                  </a:cubicBezTo>
                  <a:cubicBezTo>
                    <a:pt x="329" y="312"/>
                    <a:pt x="329" y="312"/>
                    <a:pt x="329" y="312"/>
                  </a:cubicBezTo>
                  <a:cubicBezTo>
                    <a:pt x="333" y="306"/>
                    <a:pt x="340" y="304"/>
                    <a:pt x="347" y="305"/>
                  </a:cubicBezTo>
                  <a:cubicBezTo>
                    <a:pt x="354" y="307"/>
                    <a:pt x="359" y="312"/>
                    <a:pt x="361" y="318"/>
                  </a:cubicBezTo>
                  <a:cubicBezTo>
                    <a:pt x="371" y="351"/>
                    <a:pt x="394" y="402"/>
                    <a:pt x="413" y="409"/>
                  </a:cubicBezTo>
                  <a:cubicBezTo>
                    <a:pt x="414" y="410"/>
                    <a:pt x="416" y="410"/>
                    <a:pt x="420" y="408"/>
                  </a:cubicBezTo>
                  <a:cubicBezTo>
                    <a:pt x="455" y="385"/>
                    <a:pt x="429" y="263"/>
                    <a:pt x="399" y="183"/>
                  </a:cubicBezTo>
                  <a:cubicBezTo>
                    <a:pt x="397" y="177"/>
                    <a:pt x="397" y="170"/>
                    <a:pt x="401" y="165"/>
                  </a:cubicBezTo>
                  <a:cubicBezTo>
                    <a:pt x="466" y="74"/>
                    <a:pt x="466" y="74"/>
                    <a:pt x="466" y="74"/>
                  </a:cubicBezTo>
                  <a:cubicBezTo>
                    <a:pt x="244" y="0"/>
                    <a:pt x="244" y="0"/>
                    <a:pt x="244" y="0"/>
                  </a:cubicBezTo>
                  <a:lnTo>
                    <a:pt x="200" y="95"/>
                  </a:ln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8" name="Freeform 101"/>
            <p:cNvSpPr>
              <a:spLocks noEditPoints="1"/>
            </p:cNvSpPr>
            <p:nvPr/>
          </p:nvSpPr>
          <p:spPr bwMode="auto">
            <a:xfrm>
              <a:off x="5376597" y="3276101"/>
              <a:ext cx="1480195" cy="1055683"/>
            </a:xfrm>
            <a:custGeom>
              <a:avLst/>
              <a:gdLst>
                <a:gd name="T0" fmla="*/ 3040 w 3126"/>
                <a:gd name="T1" fmla="*/ 522 h 2229"/>
                <a:gd name="T2" fmla="*/ 3031 w 3126"/>
                <a:gd name="T3" fmla="*/ 533 h 2229"/>
                <a:gd name="T4" fmla="*/ 3022 w 3126"/>
                <a:gd name="T5" fmla="*/ 535 h 2229"/>
                <a:gd name="T6" fmla="*/ 3016 w 3126"/>
                <a:gd name="T7" fmla="*/ 535 h 2229"/>
                <a:gd name="T8" fmla="*/ 2859 w 3126"/>
                <a:gd name="T9" fmla="*/ 489 h 2229"/>
                <a:gd name="T10" fmla="*/ 2846 w 3126"/>
                <a:gd name="T11" fmla="*/ 465 h 2229"/>
                <a:gd name="T12" fmla="*/ 2911 w 3126"/>
                <a:gd name="T13" fmla="*/ 245 h 2229"/>
                <a:gd name="T14" fmla="*/ 2852 w 3126"/>
                <a:gd name="T15" fmla="*/ 213 h 2229"/>
                <a:gd name="T16" fmla="*/ 2568 w 3126"/>
                <a:gd name="T17" fmla="*/ 769 h 2229"/>
                <a:gd name="T18" fmla="*/ 2535 w 3126"/>
                <a:gd name="T19" fmla="*/ 752 h 2229"/>
                <a:gd name="T20" fmla="*/ 2616 w 3126"/>
                <a:gd name="T21" fmla="*/ 593 h 2229"/>
                <a:gd name="T22" fmla="*/ 2463 w 3126"/>
                <a:gd name="T23" fmla="*/ 291 h 2229"/>
                <a:gd name="T24" fmla="*/ 2071 w 3126"/>
                <a:gd name="T25" fmla="*/ 22 h 2229"/>
                <a:gd name="T26" fmla="*/ 1847 w 3126"/>
                <a:gd name="T27" fmla="*/ 0 h 2229"/>
                <a:gd name="T28" fmla="*/ 1547 w 3126"/>
                <a:gd name="T29" fmla="*/ 160 h 2229"/>
                <a:gd name="T30" fmla="*/ 1514 w 3126"/>
                <a:gd name="T31" fmla="*/ 159 h 2229"/>
                <a:gd name="T32" fmla="*/ 1220 w 3126"/>
                <a:gd name="T33" fmla="*/ 3 h 2229"/>
                <a:gd name="T34" fmla="*/ 594 w 3126"/>
                <a:gd name="T35" fmla="*/ 358 h 2229"/>
                <a:gd name="T36" fmla="*/ 0 w 3126"/>
                <a:gd name="T37" fmla="*/ 2110 h 2229"/>
                <a:gd name="T38" fmla="*/ 358 w 3126"/>
                <a:gd name="T39" fmla="*/ 2229 h 2229"/>
                <a:gd name="T40" fmla="*/ 1034 w 3126"/>
                <a:gd name="T41" fmla="*/ 515 h 2229"/>
                <a:gd name="T42" fmla="*/ 1069 w 3126"/>
                <a:gd name="T43" fmla="*/ 528 h 2229"/>
                <a:gd name="T44" fmla="*/ 761 w 3126"/>
                <a:gd name="T45" fmla="*/ 1310 h 2229"/>
                <a:gd name="T46" fmla="*/ 734 w 3126"/>
                <a:gd name="T47" fmla="*/ 1844 h 2229"/>
                <a:gd name="T48" fmla="*/ 2067 w 3126"/>
                <a:gd name="T49" fmla="*/ 1844 h 2229"/>
                <a:gd name="T50" fmla="*/ 2185 w 3126"/>
                <a:gd name="T51" fmla="*/ 229 h 2229"/>
                <a:gd name="T52" fmla="*/ 2222 w 3126"/>
                <a:gd name="T53" fmla="*/ 230 h 2229"/>
                <a:gd name="T54" fmla="*/ 2192 w 3126"/>
                <a:gd name="T55" fmla="*/ 795 h 2229"/>
                <a:gd name="T56" fmla="*/ 2417 w 3126"/>
                <a:gd name="T57" fmla="*/ 1066 h 2229"/>
                <a:gd name="T58" fmla="*/ 2686 w 3126"/>
                <a:gd name="T59" fmla="*/ 1171 h 2229"/>
                <a:gd name="T60" fmla="*/ 2931 w 3126"/>
                <a:gd name="T61" fmla="*/ 966 h 2229"/>
                <a:gd name="T62" fmla="*/ 3126 w 3126"/>
                <a:gd name="T63" fmla="*/ 360 h 2229"/>
                <a:gd name="T64" fmla="*/ 3092 w 3126"/>
                <a:gd name="T65" fmla="*/ 342 h 2229"/>
                <a:gd name="T66" fmla="*/ 3040 w 3126"/>
                <a:gd name="T67" fmla="*/ 522 h 2229"/>
                <a:gd name="T68" fmla="*/ 1363 w 3126"/>
                <a:gd name="T69" fmla="*/ 1501 h 2229"/>
                <a:gd name="T70" fmla="*/ 1334 w 3126"/>
                <a:gd name="T71" fmla="*/ 1477 h 2229"/>
                <a:gd name="T72" fmla="*/ 1875 w 3126"/>
                <a:gd name="T73" fmla="*/ 716 h 2229"/>
                <a:gd name="T74" fmla="*/ 1907 w 3126"/>
                <a:gd name="T75" fmla="*/ 735 h 2229"/>
                <a:gd name="T76" fmla="*/ 1363 w 3126"/>
                <a:gd name="T77" fmla="*/ 1501 h 2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26" h="2229">
                  <a:moveTo>
                    <a:pt x="3040" y="522"/>
                  </a:moveTo>
                  <a:cubicBezTo>
                    <a:pt x="3038" y="527"/>
                    <a:pt x="3035" y="531"/>
                    <a:pt x="3031" y="533"/>
                  </a:cubicBezTo>
                  <a:cubicBezTo>
                    <a:pt x="3028" y="535"/>
                    <a:pt x="3025" y="535"/>
                    <a:pt x="3022" y="535"/>
                  </a:cubicBezTo>
                  <a:cubicBezTo>
                    <a:pt x="3020" y="535"/>
                    <a:pt x="3018" y="535"/>
                    <a:pt x="3016" y="535"/>
                  </a:cubicBezTo>
                  <a:cubicBezTo>
                    <a:pt x="2859" y="489"/>
                    <a:pt x="2859" y="489"/>
                    <a:pt x="2859" y="489"/>
                  </a:cubicBezTo>
                  <a:cubicBezTo>
                    <a:pt x="2849" y="486"/>
                    <a:pt x="2843" y="475"/>
                    <a:pt x="2846" y="465"/>
                  </a:cubicBezTo>
                  <a:cubicBezTo>
                    <a:pt x="2911" y="245"/>
                    <a:pt x="2911" y="245"/>
                    <a:pt x="2911" y="245"/>
                  </a:cubicBezTo>
                  <a:cubicBezTo>
                    <a:pt x="2852" y="213"/>
                    <a:pt x="2852" y="213"/>
                    <a:pt x="2852" y="213"/>
                  </a:cubicBezTo>
                  <a:cubicBezTo>
                    <a:pt x="2568" y="769"/>
                    <a:pt x="2568" y="769"/>
                    <a:pt x="2568" y="769"/>
                  </a:cubicBezTo>
                  <a:cubicBezTo>
                    <a:pt x="2535" y="752"/>
                    <a:pt x="2535" y="752"/>
                    <a:pt x="2535" y="752"/>
                  </a:cubicBezTo>
                  <a:cubicBezTo>
                    <a:pt x="2616" y="593"/>
                    <a:pt x="2616" y="593"/>
                    <a:pt x="2616" y="593"/>
                  </a:cubicBezTo>
                  <a:cubicBezTo>
                    <a:pt x="2463" y="291"/>
                    <a:pt x="2463" y="291"/>
                    <a:pt x="2463" y="291"/>
                  </a:cubicBezTo>
                  <a:cubicBezTo>
                    <a:pt x="2386" y="140"/>
                    <a:pt x="2240" y="39"/>
                    <a:pt x="2071" y="22"/>
                  </a:cubicBezTo>
                  <a:cubicBezTo>
                    <a:pt x="1847" y="0"/>
                    <a:pt x="1847" y="0"/>
                    <a:pt x="1847" y="0"/>
                  </a:cubicBezTo>
                  <a:cubicBezTo>
                    <a:pt x="1821" y="36"/>
                    <a:pt x="1721" y="160"/>
                    <a:pt x="1547" y="160"/>
                  </a:cubicBezTo>
                  <a:cubicBezTo>
                    <a:pt x="1536" y="160"/>
                    <a:pt x="1526" y="160"/>
                    <a:pt x="1514" y="159"/>
                  </a:cubicBezTo>
                  <a:cubicBezTo>
                    <a:pt x="1328" y="142"/>
                    <a:pt x="1243" y="37"/>
                    <a:pt x="1220" y="3"/>
                  </a:cubicBezTo>
                  <a:cubicBezTo>
                    <a:pt x="1013" y="32"/>
                    <a:pt x="701" y="117"/>
                    <a:pt x="594" y="358"/>
                  </a:cubicBezTo>
                  <a:cubicBezTo>
                    <a:pt x="431" y="729"/>
                    <a:pt x="50" y="1949"/>
                    <a:pt x="0" y="2110"/>
                  </a:cubicBezTo>
                  <a:cubicBezTo>
                    <a:pt x="358" y="2229"/>
                    <a:pt x="358" y="2229"/>
                    <a:pt x="358" y="2229"/>
                  </a:cubicBezTo>
                  <a:cubicBezTo>
                    <a:pt x="1034" y="515"/>
                    <a:pt x="1034" y="515"/>
                    <a:pt x="1034" y="515"/>
                  </a:cubicBezTo>
                  <a:cubicBezTo>
                    <a:pt x="1069" y="528"/>
                    <a:pt x="1069" y="528"/>
                    <a:pt x="1069" y="528"/>
                  </a:cubicBezTo>
                  <a:cubicBezTo>
                    <a:pt x="761" y="1310"/>
                    <a:pt x="761" y="1310"/>
                    <a:pt x="761" y="1310"/>
                  </a:cubicBezTo>
                  <a:cubicBezTo>
                    <a:pt x="734" y="1844"/>
                    <a:pt x="734" y="1844"/>
                    <a:pt x="734" y="1844"/>
                  </a:cubicBezTo>
                  <a:cubicBezTo>
                    <a:pt x="1336" y="1938"/>
                    <a:pt x="1966" y="1858"/>
                    <a:pt x="2067" y="1844"/>
                  </a:cubicBezTo>
                  <a:cubicBezTo>
                    <a:pt x="2140" y="1278"/>
                    <a:pt x="2184" y="239"/>
                    <a:pt x="2185" y="229"/>
                  </a:cubicBezTo>
                  <a:cubicBezTo>
                    <a:pt x="2222" y="230"/>
                    <a:pt x="2222" y="230"/>
                    <a:pt x="2222" y="230"/>
                  </a:cubicBezTo>
                  <a:cubicBezTo>
                    <a:pt x="2222" y="235"/>
                    <a:pt x="2211" y="480"/>
                    <a:pt x="2192" y="795"/>
                  </a:cubicBezTo>
                  <a:cubicBezTo>
                    <a:pt x="2417" y="1066"/>
                    <a:pt x="2417" y="1066"/>
                    <a:pt x="2417" y="1066"/>
                  </a:cubicBezTo>
                  <a:cubicBezTo>
                    <a:pt x="2483" y="1145"/>
                    <a:pt x="2583" y="1185"/>
                    <a:pt x="2686" y="1171"/>
                  </a:cubicBezTo>
                  <a:cubicBezTo>
                    <a:pt x="2800" y="1156"/>
                    <a:pt x="2896" y="1076"/>
                    <a:pt x="2931" y="966"/>
                  </a:cubicBezTo>
                  <a:cubicBezTo>
                    <a:pt x="3126" y="360"/>
                    <a:pt x="3126" y="360"/>
                    <a:pt x="3126" y="360"/>
                  </a:cubicBezTo>
                  <a:cubicBezTo>
                    <a:pt x="3092" y="342"/>
                    <a:pt x="3092" y="342"/>
                    <a:pt x="3092" y="342"/>
                  </a:cubicBezTo>
                  <a:lnTo>
                    <a:pt x="3040" y="522"/>
                  </a:lnTo>
                  <a:close/>
                  <a:moveTo>
                    <a:pt x="1363" y="1501"/>
                  </a:moveTo>
                  <a:cubicBezTo>
                    <a:pt x="1334" y="1477"/>
                    <a:pt x="1334" y="1477"/>
                    <a:pt x="1334" y="1477"/>
                  </a:cubicBezTo>
                  <a:cubicBezTo>
                    <a:pt x="1534" y="1239"/>
                    <a:pt x="1716" y="983"/>
                    <a:pt x="1875" y="716"/>
                  </a:cubicBezTo>
                  <a:cubicBezTo>
                    <a:pt x="1907" y="735"/>
                    <a:pt x="1907" y="735"/>
                    <a:pt x="1907" y="735"/>
                  </a:cubicBezTo>
                  <a:cubicBezTo>
                    <a:pt x="1747" y="1004"/>
                    <a:pt x="1564" y="1262"/>
                    <a:pt x="1363" y="1501"/>
                  </a:cubicBezTo>
                  <a:close/>
                </a:path>
              </a:pathLst>
            </a:cu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9" name="Freeform 102"/>
            <p:cNvSpPr/>
            <p:nvPr/>
          </p:nvSpPr>
          <p:spPr bwMode="auto">
            <a:xfrm>
              <a:off x="6796729" y="2656129"/>
              <a:ext cx="340017" cy="334927"/>
            </a:xfrm>
            <a:custGeom>
              <a:avLst/>
              <a:gdLst>
                <a:gd name="T0" fmla="*/ 465 w 718"/>
                <a:gd name="T1" fmla="*/ 14 h 707"/>
                <a:gd name="T2" fmla="*/ 371 w 718"/>
                <a:gd name="T3" fmla="*/ 0 h 707"/>
                <a:gd name="T4" fmla="*/ 211 w 718"/>
                <a:gd name="T5" fmla="*/ 42 h 707"/>
                <a:gd name="T6" fmla="*/ 51 w 718"/>
                <a:gd name="T7" fmla="*/ 241 h 707"/>
                <a:gd name="T8" fmla="*/ 278 w 718"/>
                <a:gd name="T9" fmla="*/ 655 h 707"/>
                <a:gd name="T10" fmla="*/ 693 w 718"/>
                <a:gd name="T11" fmla="*/ 428 h 707"/>
                <a:gd name="T12" fmla="*/ 665 w 718"/>
                <a:gd name="T13" fmla="*/ 174 h 707"/>
                <a:gd name="T14" fmla="*/ 465 w 718"/>
                <a:gd name="T15" fmla="*/ 14 h 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8" h="707">
                  <a:moveTo>
                    <a:pt x="465" y="14"/>
                  </a:moveTo>
                  <a:cubicBezTo>
                    <a:pt x="434" y="5"/>
                    <a:pt x="403" y="0"/>
                    <a:pt x="371" y="0"/>
                  </a:cubicBezTo>
                  <a:cubicBezTo>
                    <a:pt x="316" y="0"/>
                    <a:pt x="261" y="14"/>
                    <a:pt x="211" y="42"/>
                  </a:cubicBezTo>
                  <a:cubicBezTo>
                    <a:pt x="133" y="84"/>
                    <a:pt x="76" y="155"/>
                    <a:pt x="51" y="241"/>
                  </a:cubicBezTo>
                  <a:cubicBezTo>
                    <a:pt x="0" y="418"/>
                    <a:pt x="101" y="604"/>
                    <a:pt x="278" y="655"/>
                  </a:cubicBezTo>
                  <a:cubicBezTo>
                    <a:pt x="455" y="707"/>
                    <a:pt x="641" y="605"/>
                    <a:pt x="693" y="428"/>
                  </a:cubicBezTo>
                  <a:cubicBezTo>
                    <a:pt x="718" y="342"/>
                    <a:pt x="708" y="252"/>
                    <a:pt x="665" y="174"/>
                  </a:cubicBezTo>
                  <a:cubicBezTo>
                    <a:pt x="622" y="96"/>
                    <a:pt x="551" y="39"/>
                    <a:pt x="465" y="14"/>
                  </a:cubicBezTo>
                  <a:close/>
                </a:path>
              </a:pathLst>
            </a:cu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0" name="Freeform 103"/>
            <p:cNvSpPr/>
            <p:nvPr/>
          </p:nvSpPr>
          <p:spPr bwMode="auto">
            <a:xfrm>
              <a:off x="6743792" y="3040939"/>
              <a:ext cx="189351" cy="469305"/>
            </a:xfrm>
            <a:custGeom>
              <a:avLst/>
              <a:gdLst>
                <a:gd name="T0" fmla="*/ 278 w 400"/>
                <a:gd name="T1" fmla="*/ 0 h 990"/>
                <a:gd name="T2" fmla="*/ 200 w 400"/>
                <a:gd name="T3" fmla="*/ 271 h 990"/>
                <a:gd name="T4" fmla="*/ 223 w 400"/>
                <a:gd name="T5" fmla="*/ 286 h 990"/>
                <a:gd name="T6" fmla="*/ 230 w 400"/>
                <a:gd name="T7" fmla="*/ 342 h 990"/>
                <a:gd name="T8" fmla="*/ 158 w 400"/>
                <a:gd name="T9" fmla="*/ 413 h 990"/>
                <a:gd name="T10" fmla="*/ 0 w 400"/>
                <a:gd name="T11" fmla="*/ 954 h 990"/>
                <a:gd name="T12" fmla="*/ 122 w 400"/>
                <a:gd name="T13" fmla="*/ 990 h 990"/>
                <a:gd name="T14" fmla="*/ 203 w 400"/>
                <a:gd name="T15" fmla="*/ 713 h 990"/>
                <a:gd name="T16" fmla="*/ 180 w 400"/>
                <a:gd name="T17" fmla="*/ 670 h 990"/>
                <a:gd name="T18" fmla="*/ 233 w 400"/>
                <a:gd name="T19" fmla="*/ 392 h 990"/>
                <a:gd name="T20" fmla="*/ 303 w 400"/>
                <a:gd name="T21" fmla="*/ 370 h 990"/>
                <a:gd name="T22" fmla="*/ 400 w 400"/>
                <a:gd name="T23" fmla="*/ 36 h 990"/>
                <a:gd name="T24" fmla="*/ 338 w 400"/>
                <a:gd name="T25" fmla="*/ 22 h 990"/>
                <a:gd name="T26" fmla="*/ 278 w 400"/>
                <a:gd name="T27" fmla="*/ 0 h 9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0" h="990">
                  <a:moveTo>
                    <a:pt x="278" y="0"/>
                  </a:moveTo>
                  <a:cubicBezTo>
                    <a:pt x="200" y="271"/>
                    <a:pt x="200" y="271"/>
                    <a:pt x="200" y="271"/>
                  </a:cubicBezTo>
                  <a:cubicBezTo>
                    <a:pt x="209" y="274"/>
                    <a:pt x="217" y="279"/>
                    <a:pt x="223" y="286"/>
                  </a:cubicBezTo>
                  <a:cubicBezTo>
                    <a:pt x="235" y="300"/>
                    <a:pt x="237" y="319"/>
                    <a:pt x="230" y="342"/>
                  </a:cubicBezTo>
                  <a:cubicBezTo>
                    <a:pt x="219" y="375"/>
                    <a:pt x="188" y="398"/>
                    <a:pt x="158" y="413"/>
                  </a:cubicBezTo>
                  <a:cubicBezTo>
                    <a:pt x="0" y="954"/>
                    <a:pt x="0" y="954"/>
                    <a:pt x="0" y="954"/>
                  </a:cubicBezTo>
                  <a:cubicBezTo>
                    <a:pt x="122" y="990"/>
                    <a:pt x="122" y="990"/>
                    <a:pt x="122" y="990"/>
                  </a:cubicBezTo>
                  <a:cubicBezTo>
                    <a:pt x="203" y="713"/>
                    <a:pt x="203" y="713"/>
                    <a:pt x="203" y="713"/>
                  </a:cubicBezTo>
                  <a:cubicBezTo>
                    <a:pt x="192" y="700"/>
                    <a:pt x="185" y="685"/>
                    <a:pt x="180" y="670"/>
                  </a:cubicBezTo>
                  <a:cubicBezTo>
                    <a:pt x="161" y="608"/>
                    <a:pt x="170" y="449"/>
                    <a:pt x="233" y="392"/>
                  </a:cubicBezTo>
                  <a:cubicBezTo>
                    <a:pt x="247" y="379"/>
                    <a:pt x="271" y="366"/>
                    <a:pt x="303" y="370"/>
                  </a:cubicBezTo>
                  <a:cubicBezTo>
                    <a:pt x="400" y="36"/>
                    <a:pt x="400" y="36"/>
                    <a:pt x="400" y="36"/>
                  </a:cubicBezTo>
                  <a:cubicBezTo>
                    <a:pt x="379" y="33"/>
                    <a:pt x="359" y="28"/>
                    <a:pt x="338" y="22"/>
                  </a:cubicBezTo>
                  <a:cubicBezTo>
                    <a:pt x="318" y="16"/>
                    <a:pt x="298" y="9"/>
                    <a:pt x="278" y="0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1" name="Freeform 104"/>
            <p:cNvSpPr>
              <a:spLocks noEditPoints="1"/>
            </p:cNvSpPr>
            <p:nvPr/>
          </p:nvSpPr>
          <p:spPr bwMode="auto">
            <a:xfrm>
              <a:off x="6735648" y="2585886"/>
              <a:ext cx="491702" cy="484576"/>
            </a:xfrm>
            <a:custGeom>
              <a:avLst/>
              <a:gdLst>
                <a:gd name="T0" fmla="*/ 635 w 1039"/>
                <a:gd name="T1" fmla="*/ 20 h 1022"/>
                <a:gd name="T2" fmla="*/ 499 w 1039"/>
                <a:gd name="T3" fmla="*/ 0 h 1022"/>
                <a:gd name="T4" fmla="*/ 268 w 1039"/>
                <a:gd name="T5" fmla="*/ 60 h 1022"/>
                <a:gd name="T6" fmla="*/ 36 w 1039"/>
                <a:gd name="T7" fmla="*/ 348 h 1022"/>
                <a:gd name="T8" fmla="*/ 36 w 1039"/>
                <a:gd name="T9" fmla="*/ 348 h 1022"/>
                <a:gd name="T10" fmla="*/ 76 w 1039"/>
                <a:gd name="T11" fmla="*/ 716 h 1022"/>
                <a:gd name="T12" fmla="*/ 365 w 1039"/>
                <a:gd name="T13" fmla="*/ 948 h 1022"/>
                <a:gd name="T14" fmla="*/ 964 w 1039"/>
                <a:gd name="T15" fmla="*/ 619 h 1022"/>
                <a:gd name="T16" fmla="*/ 635 w 1039"/>
                <a:gd name="T17" fmla="*/ 20 h 1022"/>
                <a:gd name="T18" fmla="*/ 856 w 1039"/>
                <a:gd name="T19" fmla="*/ 588 h 1022"/>
                <a:gd name="T20" fmla="*/ 500 w 1039"/>
                <a:gd name="T21" fmla="*/ 855 h 1022"/>
                <a:gd name="T22" fmla="*/ 396 w 1039"/>
                <a:gd name="T23" fmla="*/ 840 h 1022"/>
                <a:gd name="T24" fmla="*/ 143 w 1039"/>
                <a:gd name="T25" fmla="*/ 379 h 1022"/>
                <a:gd name="T26" fmla="*/ 321 w 1039"/>
                <a:gd name="T27" fmla="*/ 158 h 1022"/>
                <a:gd name="T28" fmla="*/ 604 w 1039"/>
                <a:gd name="T29" fmla="*/ 127 h 1022"/>
                <a:gd name="T30" fmla="*/ 826 w 1039"/>
                <a:gd name="T31" fmla="*/ 305 h 1022"/>
                <a:gd name="T32" fmla="*/ 856 w 1039"/>
                <a:gd name="T33" fmla="*/ 588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39" h="1022">
                  <a:moveTo>
                    <a:pt x="635" y="20"/>
                  </a:moveTo>
                  <a:cubicBezTo>
                    <a:pt x="590" y="6"/>
                    <a:pt x="545" y="0"/>
                    <a:pt x="499" y="0"/>
                  </a:cubicBezTo>
                  <a:cubicBezTo>
                    <a:pt x="419" y="0"/>
                    <a:pt x="340" y="20"/>
                    <a:pt x="268" y="60"/>
                  </a:cubicBezTo>
                  <a:cubicBezTo>
                    <a:pt x="154" y="122"/>
                    <a:pt x="72" y="224"/>
                    <a:pt x="36" y="348"/>
                  </a:cubicBezTo>
                  <a:cubicBezTo>
                    <a:pt x="36" y="348"/>
                    <a:pt x="36" y="348"/>
                    <a:pt x="36" y="348"/>
                  </a:cubicBezTo>
                  <a:cubicBezTo>
                    <a:pt x="0" y="472"/>
                    <a:pt x="14" y="603"/>
                    <a:pt x="76" y="716"/>
                  </a:cubicBezTo>
                  <a:cubicBezTo>
                    <a:pt x="138" y="829"/>
                    <a:pt x="241" y="911"/>
                    <a:pt x="365" y="948"/>
                  </a:cubicBezTo>
                  <a:cubicBezTo>
                    <a:pt x="620" y="1022"/>
                    <a:pt x="889" y="875"/>
                    <a:pt x="964" y="619"/>
                  </a:cubicBezTo>
                  <a:cubicBezTo>
                    <a:pt x="1039" y="363"/>
                    <a:pt x="891" y="94"/>
                    <a:pt x="635" y="20"/>
                  </a:cubicBezTo>
                  <a:close/>
                  <a:moveTo>
                    <a:pt x="856" y="588"/>
                  </a:moveTo>
                  <a:cubicBezTo>
                    <a:pt x="809" y="750"/>
                    <a:pt x="661" y="855"/>
                    <a:pt x="500" y="855"/>
                  </a:cubicBezTo>
                  <a:cubicBezTo>
                    <a:pt x="465" y="855"/>
                    <a:pt x="430" y="850"/>
                    <a:pt x="396" y="840"/>
                  </a:cubicBezTo>
                  <a:cubicBezTo>
                    <a:pt x="199" y="783"/>
                    <a:pt x="86" y="576"/>
                    <a:pt x="143" y="379"/>
                  </a:cubicBezTo>
                  <a:cubicBezTo>
                    <a:pt x="171" y="284"/>
                    <a:pt x="234" y="206"/>
                    <a:pt x="321" y="158"/>
                  </a:cubicBezTo>
                  <a:cubicBezTo>
                    <a:pt x="408" y="110"/>
                    <a:pt x="509" y="99"/>
                    <a:pt x="604" y="127"/>
                  </a:cubicBezTo>
                  <a:cubicBezTo>
                    <a:pt x="699" y="155"/>
                    <a:pt x="778" y="218"/>
                    <a:pt x="826" y="305"/>
                  </a:cubicBezTo>
                  <a:cubicBezTo>
                    <a:pt x="873" y="392"/>
                    <a:pt x="884" y="492"/>
                    <a:pt x="856" y="588"/>
                  </a:cubicBezTo>
                  <a:close/>
                </a:path>
              </a:pathLst>
            </a:custGeom>
            <a:solidFill>
              <a:srgbClr val="899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2" name="Freeform 105"/>
            <p:cNvSpPr/>
            <p:nvPr/>
          </p:nvSpPr>
          <p:spPr bwMode="auto">
            <a:xfrm>
              <a:off x="6164541" y="3023633"/>
              <a:ext cx="105874" cy="58027"/>
            </a:xfrm>
            <a:custGeom>
              <a:avLst/>
              <a:gdLst>
                <a:gd name="T0" fmla="*/ 96 w 222"/>
                <a:gd name="T1" fmla="*/ 110 h 123"/>
                <a:gd name="T2" fmla="*/ 222 w 222"/>
                <a:gd name="T3" fmla="*/ 24 h 123"/>
                <a:gd name="T4" fmla="*/ 0 w 222"/>
                <a:gd name="T5" fmla="*/ 0 h 123"/>
                <a:gd name="T6" fmla="*/ 96 w 222"/>
                <a:gd name="T7" fmla="*/ 11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2" h="123">
                  <a:moveTo>
                    <a:pt x="96" y="110"/>
                  </a:moveTo>
                  <a:cubicBezTo>
                    <a:pt x="169" y="123"/>
                    <a:pt x="207" y="59"/>
                    <a:pt x="222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33"/>
                    <a:pt x="22" y="96"/>
                    <a:pt x="96" y="110"/>
                  </a:cubicBezTo>
                  <a:close/>
                </a:path>
              </a:pathLst>
            </a:custGeom>
            <a:solidFill>
              <a:srgbClr val="FF8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3" name="Freeform 106"/>
            <p:cNvSpPr/>
            <p:nvPr/>
          </p:nvSpPr>
          <p:spPr bwMode="auto">
            <a:xfrm>
              <a:off x="6732594" y="3183461"/>
              <a:ext cx="104856" cy="191387"/>
            </a:xfrm>
            <a:custGeom>
              <a:avLst/>
              <a:gdLst>
                <a:gd name="T0" fmla="*/ 137 w 221"/>
                <a:gd name="T1" fmla="*/ 131 h 404"/>
                <a:gd name="T2" fmla="*/ 113 w 221"/>
                <a:gd name="T3" fmla="*/ 137 h 404"/>
                <a:gd name="T4" fmla="*/ 105 w 221"/>
                <a:gd name="T5" fmla="*/ 101 h 404"/>
                <a:gd name="T6" fmla="*/ 217 w 221"/>
                <a:gd name="T7" fmla="*/ 31 h 404"/>
                <a:gd name="T8" fmla="*/ 217 w 221"/>
                <a:gd name="T9" fmla="*/ 10 h 404"/>
                <a:gd name="T10" fmla="*/ 161 w 221"/>
                <a:gd name="T11" fmla="*/ 4 h 404"/>
                <a:gd name="T12" fmla="*/ 57 w 221"/>
                <a:gd name="T13" fmla="*/ 86 h 404"/>
                <a:gd name="T14" fmla="*/ 0 w 221"/>
                <a:gd name="T15" fmla="*/ 373 h 404"/>
                <a:gd name="T16" fmla="*/ 57 w 221"/>
                <a:gd name="T17" fmla="*/ 404 h 404"/>
                <a:gd name="T18" fmla="*/ 137 w 221"/>
                <a:gd name="T19" fmla="*/ 131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04">
                  <a:moveTo>
                    <a:pt x="137" y="131"/>
                  </a:moveTo>
                  <a:cubicBezTo>
                    <a:pt x="124" y="135"/>
                    <a:pt x="114" y="137"/>
                    <a:pt x="113" y="137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32" y="95"/>
                    <a:pt x="204" y="72"/>
                    <a:pt x="217" y="31"/>
                  </a:cubicBezTo>
                  <a:cubicBezTo>
                    <a:pt x="219" y="25"/>
                    <a:pt x="221" y="15"/>
                    <a:pt x="217" y="10"/>
                  </a:cubicBezTo>
                  <a:cubicBezTo>
                    <a:pt x="214" y="6"/>
                    <a:pt x="202" y="0"/>
                    <a:pt x="161" y="4"/>
                  </a:cubicBezTo>
                  <a:cubicBezTo>
                    <a:pt x="111" y="10"/>
                    <a:pt x="80" y="34"/>
                    <a:pt x="57" y="86"/>
                  </a:cubicBezTo>
                  <a:cubicBezTo>
                    <a:pt x="20" y="170"/>
                    <a:pt x="9" y="277"/>
                    <a:pt x="0" y="373"/>
                  </a:cubicBezTo>
                  <a:cubicBezTo>
                    <a:pt x="57" y="404"/>
                    <a:pt x="57" y="404"/>
                    <a:pt x="57" y="404"/>
                  </a:cubicBezTo>
                  <a:lnTo>
                    <a:pt x="137" y="131"/>
                  </a:ln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4" name="Freeform 107"/>
            <p:cNvSpPr/>
            <p:nvPr/>
          </p:nvSpPr>
          <p:spPr bwMode="auto">
            <a:xfrm>
              <a:off x="5576128" y="4168901"/>
              <a:ext cx="797107" cy="1524988"/>
            </a:xfrm>
            <a:custGeom>
              <a:avLst/>
              <a:gdLst>
                <a:gd name="T0" fmla="*/ 944 w 1685"/>
                <a:gd name="T1" fmla="*/ 40 h 3218"/>
                <a:gd name="T2" fmla="*/ 354 w 1685"/>
                <a:gd name="T3" fmla="*/ 2 h 3218"/>
                <a:gd name="T4" fmla="*/ 166 w 1685"/>
                <a:gd name="T5" fmla="*/ 1608 h 3218"/>
                <a:gd name="T6" fmla="*/ 0 w 1685"/>
                <a:gd name="T7" fmla="*/ 3218 h 3218"/>
                <a:gd name="T8" fmla="*/ 8 w 1685"/>
                <a:gd name="T9" fmla="*/ 3218 h 3218"/>
                <a:gd name="T10" fmla="*/ 356 w 1685"/>
                <a:gd name="T11" fmla="*/ 3218 h 3218"/>
                <a:gd name="T12" fmla="*/ 504 w 1685"/>
                <a:gd name="T13" fmla="*/ 3218 h 3218"/>
                <a:gd name="T14" fmla="*/ 865 w 1685"/>
                <a:gd name="T15" fmla="*/ 411 h 3218"/>
                <a:gd name="T16" fmla="*/ 880 w 1685"/>
                <a:gd name="T17" fmla="*/ 395 h 3218"/>
                <a:gd name="T18" fmla="*/ 1179 w 1685"/>
                <a:gd name="T19" fmla="*/ 339 h 3218"/>
                <a:gd name="T20" fmla="*/ 1186 w 1685"/>
                <a:gd name="T21" fmla="*/ 376 h 3218"/>
                <a:gd name="T22" fmla="*/ 1012 w 1685"/>
                <a:gd name="T23" fmla="*/ 409 h 3218"/>
                <a:gd name="T24" fmla="*/ 1144 w 1685"/>
                <a:gd name="T25" fmla="*/ 3218 h 3218"/>
                <a:gd name="T26" fmla="*/ 1255 w 1685"/>
                <a:gd name="T27" fmla="*/ 3218 h 3218"/>
                <a:gd name="T28" fmla="*/ 1603 w 1685"/>
                <a:gd name="T29" fmla="*/ 3218 h 3218"/>
                <a:gd name="T30" fmla="*/ 1685 w 1685"/>
                <a:gd name="T31" fmla="*/ 3218 h 3218"/>
                <a:gd name="T32" fmla="*/ 1608 w 1685"/>
                <a:gd name="T33" fmla="*/ 0 h 3218"/>
                <a:gd name="T34" fmla="*/ 944 w 1685"/>
                <a:gd name="T35" fmla="*/ 40 h 3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85" h="3218">
                  <a:moveTo>
                    <a:pt x="944" y="40"/>
                  </a:moveTo>
                  <a:cubicBezTo>
                    <a:pt x="759" y="40"/>
                    <a:pt x="556" y="30"/>
                    <a:pt x="354" y="2"/>
                  </a:cubicBezTo>
                  <a:cubicBezTo>
                    <a:pt x="200" y="345"/>
                    <a:pt x="166" y="1595"/>
                    <a:pt x="166" y="1608"/>
                  </a:cubicBezTo>
                  <a:cubicBezTo>
                    <a:pt x="0" y="3218"/>
                    <a:pt x="0" y="3218"/>
                    <a:pt x="0" y="3218"/>
                  </a:cubicBezTo>
                  <a:cubicBezTo>
                    <a:pt x="8" y="3218"/>
                    <a:pt x="8" y="3218"/>
                    <a:pt x="8" y="3218"/>
                  </a:cubicBezTo>
                  <a:cubicBezTo>
                    <a:pt x="356" y="3218"/>
                    <a:pt x="356" y="3218"/>
                    <a:pt x="356" y="3218"/>
                  </a:cubicBezTo>
                  <a:cubicBezTo>
                    <a:pt x="504" y="3218"/>
                    <a:pt x="504" y="3218"/>
                    <a:pt x="504" y="3218"/>
                  </a:cubicBezTo>
                  <a:cubicBezTo>
                    <a:pt x="865" y="411"/>
                    <a:pt x="865" y="411"/>
                    <a:pt x="865" y="411"/>
                  </a:cubicBezTo>
                  <a:cubicBezTo>
                    <a:pt x="866" y="403"/>
                    <a:pt x="872" y="397"/>
                    <a:pt x="880" y="395"/>
                  </a:cubicBezTo>
                  <a:cubicBezTo>
                    <a:pt x="1179" y="339"/>
                    <a:pt x="1179" y="339"/>
                    <a:pt x="1179" y="339"/>
                  </a:cubicBezTo>
                  <a:cubicBezTo>
                    <a:pt x="1186" y="376"/>
                    <a:pt x="1186" y="376"/>
                    <a:pt x="1186" y="376"/>
                  </a:cubicBezTo>
                  <a:cubicBezTo>
                    <a:pt x="1012" y="409"/>
                    <a:pt x="1012" y="409"/>
                    <a:pt x="1012" y="409"/>
                  </a:cubicBezTo>
                  <a:cubicBezTo>
                    <a:pt x="1144" y="3218"/>
                    <a:pt x="1144" y="3218"/>
                    <a:pt x="1144" y="3218"/>
                  </a:cubicBezTo>
                  <a:cubicBezTo>
                    <a:pt x="1255" y="3218"/>
                    <a:pt x="1255" y="3218"/>
                    <a:pt x="1255" y="3218"/>
                  </a:cubicBezTo>
                  <a:cubicBezTo>
                    <a:pt x="1603" y="3218"/>
                    <a:pt x="1603" y="3218"/>
                    <a:pt x="1603" y="3218"/>
                  </a:cubicBezTo>
                  <a:cubicBezTo>
                    <a:pt x="1685" y="3218"/>
                    <a:pt x="1685" y="3218"/>
                    <a:pt x="1685" y="3218"/>
                  </a:cubicBezTo>
                  <a:cubicBezTo>
                    <a:pt x="1608" y="0"/>
                    <a:pt x="1608" y="0"/>
                    <a:pt x="1608" y="0"/>
                  </a:cubicBezTo>
                  <a:cubicBezTo>
                    <a:pt x="1499" y="14"/>
                    <a:pt x="1247" y="40"/>
                    <a:pt x="944" y="40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5" name="Freeform 108"/>
            <p:cNvSpPr/>
            <p:nvPr/>
          </p:nvSpPr>
          <p:spPr bwMode="auto">
            <a:xfrm>
              <a:off x="6838468" y="3233344"/>
              <a:ext cx="85513" cy="143540"/>
            </a:xfrm>
            <a:custGeom>
              <a:avLst/>
              <a:gdLst>
                <a:gd name="T0" fmla="*/ 90 w 181"/>
                <a:gd name="T1" fmla="*/ 0 h 302"/>
                <a:gd name="T2" fmla="*/ 58 w 181"/>
                <a:gd name="T3" fmla="*/ 14 h 302"/>
                <a:gd name="T4" fmla="*/ 16 w 181"/>
                <a:gd name="T5" fmla="*/ 252 h 302"/>
                <a:gd name="T6" fmla="*/ 60 w 181"/>
                <a:gd name="T7" fmla="*/ 301 h 302"/>
                <a:gd name="T8" fmla="*/ 93 w 181"/>
                <a:gd name="T9" fmla="*/ 278 h 302"/>
                <a:gd name="T10" fmla="*/ 93 w 181"/>
                <a:gd name="T11" fmla="*/ 278 h 302"/>
                <a:gd name="T12" fmla="*/ 165 w 181"/>
                <a:gd name="T13" fmla="*/ 64 h 302"/>
                <a:gd name="T14" fmla="*/ 117 w 181"/>
                <a:gd name="T15" fmla="*/ 6 h 302"/>
                <a:gd name="T16" fmla="*/ 90 w 181"/>
                <a:gd name="T17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302">
                  <a:moveTo>
                    <a:pt x="90" y="0"/>
                  </a:moveTo>
                  <a:cubicBezTo>
                    <a:pt x="78" y="0"/>
                    <a:pt x="67" y="5"/>
                    <a:pt x="58" y="14"/>
                  </a:cubicBezTo>
                  <a:cubicBezTo>
                    <a:pt x="9" y="58"/>
                    <a:pt x="0" y="201"/>
                    <a:pt x="16" y="252"/>
                  </a:cubicBezTo>
                  <a:cubicBezTo>
                    <a:pt x="23" y="277"/>
                    <a:pt x="41" y="302"/>
                    <a:pt x="60" y="301"/>
                  </a:cubicBezTo>
                  <a:cubicBezTo>
                    <a:pt x="72" y="300"/>
                    <a:pt x="84" y="288"/>
                    <a:pt x="93" y="278"/>
                  </a:cubicBezTo>
                  <a:cubicBezTo>
                    <a:pt x="93" y="278"/>
                    <a:pt x="93" y="278"/>
                    <a:pt x="93" y="278"/>
                  </a:cubicBezTo>
                  <a:cubicBezTo>
                    <a:pt x="132" y="234"/>
                    <a:pt x="181" y="132"/>
                    <a:pt x="165" y="64"/>
                  </a:cubicBezTo>
                  <a:cubicBezTo>
                    <a:pt x="159" y="36"/>
                    <a:pt x="143" y="17"/>
                    <a:pt x="117" y="6"/>
                  </a:cubicBezTo>
                  <a:cubicBezTo>
                    <a:pt x="107" y="2"/>
                    <a:pt x="98" y="0"/>
                    <a:pt x="90" y="0"/>
                  </a:cubicBez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6" name="Oval 109"/>
            <p:cNvSpPr>
              <a:spLocks noChangeArrowheads="1"/>
            </p:cNvSpPr>
            <p:nvPr/>
          </p:nvSpPr>
          <p:spPr bwMode="auto">
            <a:xfrm>
              <a:off x="6299937" y="2896381"/>
              <a:ext cx="28504" cy="36649"/>
            </a:xfrm>
            <a:prstGeom prst="ellipse">
              <a:avLst/>
            </a:pr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7" name="Oval 110"/>
            <p:cNvSpPr>
              <a:spLocks noChangeArrowheads="1"/>
            </p:cNvSpPr>
            <p:nvPr/>
          </p:nvSpPr>
          <p:spPr bwMode="auto">
            <a:xfrm>
              <a:off x="6167595" y="2906561"/>
              <a:ext cx="28504" cy="35631"/>
            </a:xfrm>
            <a:prstGeom prst="ellipse">
              <a:avLst/>
            </a:pr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8" name="Freeform 111"/>
            <p:cNvSpPr>
              <a:spLocks noEditPoints="1"/>
            </p:cNvSpPr>
            <p:nvPr/>
          </p:nvSpPr>
          <p:spPr bwMode="auto">
            <a:xfrm>
              <a:off x="6146217" y="3004290"/>
              <a:ext cx="145576" cy="89585"/>
            </a:xfrm>
            <a:custGeom>
              <a:avLst/>
              <a:gdLst>
                <a:gd name="T0" fmla="*/ 289 w 307"/>
                <a:gd name="T1" fmla="*/ 30 h 189"/>
                <a:gd name="T2" fmla="*/ 22 w 307"/>
                <a:gd name="T3" fmla="*/ 0 h 189"/>
                <a:gd name="T4" fmla="*/ 8 w 307"/>
                <a:gd name="T5" fmla="*/ 5 h 189"/>
                <a:gd name="T6" fmla="*/ 2 w 307"/>
                <a:gd name="T7" fmla="*/ 18 h 189"/>
                <a:gd name="T8" fmla="*/ 129 w 307"/>
                <a:gd name="T9" fmla="*/ 186 h 189"/>
                <a:gd name="T10" fmla="*/ 156 w 307"/>
                <a:gd name="T11" fmla="*/ 189 h 189"/>
                <a:gd name="T12" fmla="*/ 305 w 307"/>
                <a:gd name="T13" fmla="*/ 53 h 189"/>
                <a:gd name="T14" fmla="*/ 302 w 307"/>
                <a:gd name="T15" fmla="*/ 38 h 189"/>
                <a:gd name="T16" fmla="*/ 289 w 307"/>
                <a:gd name="T17" fmla="*/ 30 h 189"/>
                <a:gd name="T18" fmla="*/ 136 w 307"/>
                <a:gd name="T19" fmla="*/ 150 h 189"/>
                <a:gd name="T20" fmla="*/ 40 w 307"/>
                <a:gd name="T21" fmla="*/ 40 h 189"/>
                <a:gd name="T22" fmla="*/ 262 w 307"/>
                <a:gd name="T23" fmla="*/ 64 h 189"/>
                <a:gd name="T24" fmla="*/ 136 w 307"/>
                <a:gd name="T25" fmla="*/ 15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7" h="189">
                  <a:moveTo>
                    <a:pt x="289" y="3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7" y="0"/>
                    <a:pt x="12" y="1"/>
                    <a:pt x="8" y="5"/>
                  </a:cubicBezTo>
                  <a:cubicBezTo>
                    <a:pt x="4" y="8"/>
                    <a:pt x="2" y="13"/>
                    <a:pt x="2" y="18"/>
                  </a:cubicBezTo>
                  <a:cubicBezTo>
                    <a:pt x="0" y="68"/>
                    <a:pt x="25" y="167"/>
                    <a:pt x="129" y="186"/>
                  </a:cubicBezTo>
                  <a:cubicBezTo>
                    <a:pt x="138" y="188"/>
                    <a:pt x="147" y="189"/>
                    <a:pt x="156" y="189"/>
                  </a:cubicBezTo>
                  <a:cubicBezTo>
                    <a:pt x="244" y="189"/>
                    <a:pt x="291" y="103"/>
                    <a:pt x="305" y="53"/>
                  </a:cubicBezTo>
                  <a:cubicBezTo>
                    <a:pt x="307" y="48"/>
                    <a:pt x="306" y="42"/>
                    <a:pt x="302" y="38"/>
                  </a:cubicBezTo>
                  <a:cubicBezTo>
                    <a:pt x="299" y="33"/>
                    <a:pt x="295" y="30"/>
                    <a:pt x="289" y="30"/>
                  </a:cubicBezTo>
                  <a:close/>
                  <a:moveTo>
                    <a:pt x="136" y="150"/>
                  </a:moveTo>
                  <a:cubicBezTo>
                    <a:pt x="62" y="136"/>
                    <a:pt x="45" y="73"/>
                    <a:pt x="40" y="40"/>
                  </a:cubicBezTo>
                  <a:cubicBezTo>
                    <a:pt x="262" y="64"/>
                    <a:pt x="262" y="64"/>
                    <a:pt x="262" y="64"/>
                  </a:cubicBezTo>
                  <a:cubicBezTo>
                    <a:pt x="247" y="99"/>
                    <a:pt x="209" y="163"/>
                    <a:pt x="136" y="150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9" name="Freeform 112"/>
            <p:cNvSpPr/>
            <p:nvPr/>
          </p:nvSpPr>
          <p:spPr bwMode="auto">
            <a:xfrm>
              <a:off x="6147235" y="2691759"/>
              <a:ext cx="195459" cy="148630"/>
            </a:xfrm>
            <a:custGeom>
              <a:avLst/>
              <a:gdLst>
                <a:gd name="T0" fmla="*/ 108 w 413"/>
                <a:gd name="T1" fmla="*/ 46 h 314"/>
                <a:gd name="T2" fmla="*/ 185 w 413"/>
                <a:gd name="T3" fmla="*/ 149 h 314"/>
                <a:gd name="T4" fmla="*/ 260 w 413"/>
                <a:gd name="T5" fmla="*/ 291 h 314"/>
                <a:gd name="T6" fmla="*/ 345 w 413"/>
                <a:gd name="T7" fmla="*/ 314 h 314"/>
                <a:gd name="T8" fmla="*/ 413 w 413"/>
                <a:gd name="T9" fmla="*/ 300 h 314"/>
                <a:gd name="T10" fmla="*/ 398 w 413"/>
                <a:gd name="T11" fmla="*/ 266 h 314"/>
                <a:gd name="T12" fmla="*/ 279 w 413"/>
                <a:gd name="T13" fmla="*/ 259 h 314"/>
                <a:gd name="T14" fmla="*/ 222 w 413"/>
                <a:gd name="T15" fmla="*/ 147 h 314"/>
                <a:gd name="T16" fmla="*/ 115 w 413"/>
                <a:gd name="T17" fmla="*/ 9 h 314"/>
                <a:gd name="T18" fmla="*/ 0 w 413"/>
                <a:gd name="T19" fmla="*/ 63 h 314"/>
                <a:gd name="T20" fmla="*/ 34 w 413"/>
                <a:gd name="T21" fmla="*/ 78 h 314"/>
                <a:gd name="T22" fmla="*/ 108 w 413"/>
                <a:gd name="T23" fmla="*/ 46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3" h="314">
                  <a:moveTo>
                    <a:pt x="108" y="46"/>
                  </a:moveTo>
                  <a:cubicBezTo>
                    <a:pt x="153" y="54"/>
                    <a:pt x="181" y="92"/>
                    <a:pt x="185" y="149"/>
                  </a:cubicBezTo>
                  <a:cubicBezTo>
                    <a:pt x="190" y="231"/>
                    <a:pt x="228" y="271"/>
                    <a:pt x="260" y="291"/>
                  </a:cubicBezTo>
                  <a:cubicBezTo>
                    <a:pt x="285" y="306"/>
                    <a:pt x="315" y="314"/>
                    <a:pt x="345" y="314"/>
                  </a:cubicBezTo>
                  <a:cubicBezTo>
                    <a:pt x="368" y="314"/>
                    <a:pt x="392" y="309"/>
                    <a:pt x="413" y="300"/>
                  </a:cubicBezTo>
                  <a:cubicBezTo>
                    <a:pt x="398" y="266"/>
                    <a:pt x="398" y="266"/>
                    <a:pt x="398" y="266"/>
                  </a:cubicBezTo>
                  <a:cubicBezTo>
                    <a:pt x="360" y="282"/>
                    <a:pt x="313" y="280"/>
                    <a:pt x="279" y="259"/>
                  </a:cubicBezTo>
                  <a:cubicBezTo>
                    <a:pt x="245" y="238"/>
                    <a:pt x="225" y="199"/>
                    <a:pt x="222" y="147"/>
                  </a:cubicBezTo>
                  <a:cubicBezTo>
                    <a:pt x="217" y="58"/>
                    <a:pt x="163" y="18"/>
                    <a:pt x="115" y="9"/>
                  </a:cubicBezTo>
                  <a:cubicBezTo>
                    <a:pt x="65" y="0"/>
                    <a:pt x="18" y="22"/>
                    <a:pt x="0" y="63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45" y="53"/>
                    <a:pt x="76" y="40"/>
                    <a:pt x="108" y="46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20" name="Freeform 113"/>
            <p:cNvSpPr/>
            <p:nvPr/>
          </p:nvSpPr>
          <p:spPr bwMode="auto">
            <a:xfrm>
              <a:off x="6041361" y="2686669"/>
              <a:ext cx="75333" cy="38685"/>
            </a:xfrm>
            <a:custGeom>
              <a:avLst/>
              <a:gdLst>
                <a:gd name="T0" fmla="*/ 0 w 160"/>
                <a:gd name="T1" fmla="*/ 37 h 83"/>
                <a:gd name="T2" fmla="*/ 144 w 160"/>
                <a:gd name="T3" fmla="*/ 83 h 83"/>
                <a:gd name="T4" fmla="*/ 160 w 160"/>
                <a:gd name="T5" fmla="*/ 49 h 83"/>
                <a:gd name="T6" fmla="*/ 3 w 160"/>
                <a:gd name="T7" fmla="*/ 0 h 83"/>
                <a:gd name="T8" fmla="*/ 0 w 160"/>
                <a:gd name="T9" fmla="*/ 37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7"/>
                  </a:moveTo>
                  <a:cubicBezTo>
                    <a:pt x="52" y="41"/>
                    <a:pt x="143" y="82"/>
                    <a:pt x="144" y="83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6" y="47"/>
                    <a:pt x="61" y="4"/>
                    <a:pt x="3" y="0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21" name="Freeform 114"/>
            <p:cNvSpPr/>
            <p:nvPr/>
          </p:nvSpPr>
          <p:spPr bwMode="auto">
            <a:xfrm>
              <a:off x="6264307" y="2939137"/>
              <a:ext cx="28504" cy="54973"/>
            </a:xfrm>
            <a:custGeom>
              <a:avLst/>
              <a:gdLst>
                <a:gd name="T0" fmla="*/ 14 w 61"/>
                <a:gd name="T1" fmla="*/ 0 h 115"/>
                <a:gd name="T2" fmla="*/ 5 w 61"/>
                <a:gd name="T3" fmla="*/ 37 h 115"/>
                <a:gd name="T4" fmla="*/ 20 w 61"/>
                <a:gd name="T5" fmla="*/ 59 h 115"/>
                <a:gd name="T6" fmla="*/ 0 w 61"/>
                <a:gd name="T7" fmla="*/ 78 h 115"/>
                <a:gd name="T8" fmla="*/ 0 w 61"/>
                <a:gd name="T9" fmla="*/ 115 h 115"/>
                <a:gd name="T10" fmla="*/ 58 w 61"/>
                <a:gd name="T11" fmla="*/ 64 h 115"/>
                <a:gd name="T12" fmla="*/ 14 w 61"/>
                <a:gd name="T13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115">
                  <a:moveTo>
                    <a:pt x="14" y="0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14" y="39"/>
                    <a:pt x="22" y="50"/>
                    <a:pt x="20" y="59"/>
                  </a:cubicBezTo>
                  <a:cubicBezTo>
                    <a:pt x="19" y="69"/>
                    <a:pt x="10" y="78"/>
                    <a:pt x="0" y="78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29" y="115"/>
                    <a:pt x="54" y="92"/>
                    <a:pt x="58" y="64"/>
                  </a:cubicBezTo>
                  <a:cubicBezTo>
                    <a:pt x="61" y="35"/>
                    <a:pt x="41" y="7"/>
                    <a:pt x="14" y="0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22" name="Freeform 115"/>
            <p:cNvSpPr>
              <a:spLocks noEditPoints="1"/>
            </p:cNvSpPr>
            <p:nvPr/>
          </p:nvSpPr>
          <p:spPr bwMode="auto">
            <a:xfrm>
              <a:off x="5264615" y="2560435"/>
              <a:ext cx="1982077" cy="3421552"/>
            </a:xfrm>
            <a:custGeom>
              <a:avLst/>
              <a:gdLst>
                <a:gd name="T0" fmla="*/ 3367 w 4187"/>
                <a:gd name="T1" fmla="*/ 1001 h 7225"/>
                <a:gd name="T2" fmla="*/ 2873 w 4187"/>
                <a:gd name="T3" fmla="*/ 2064 h 7225"/>
                <a:gd name="T4" fmla="*/ 2064 w 4187"/>
                <a:gd name="T5" fmla="*/ 1285 h 7225"/>
                <a:gd name="T6" fmla="*/ 2120 w 4187"/>
                <a:gd name="T7" fmla="*/ 96 h 7225"/>
                <a:gd name="T8" fmla="*/ 1584 w 4187"/>
                <a:gd name="T9" fmla="*/ 1031 h 7225"/>
                <a:gd name="T10" fmla="*/ 207 w 4187"/>
                <a:gd name="T11" fmla="*/ 3652 h 7225"/>
                <a:gd name="T12" fmla="*/ 106 w 4187"/>
                <a:gd name="T13" fmla="*/ 4187 h 7225"/>
                <a:gd name="T14" fmla="*/ 479 w 4187"/>
                <a:gd name="T15" fmla="*/ 4116 h 7225"/>
                <a:gd name="T16" fmla="*/ 622 w 4187"/>
                <a:gd name="T17" fmla="*/ 3771 h 7225"/>
                <a:gd name="T18" fmla="*/ 786 w 4187"/>
                <a:gd name="T19" fmla="*/ 5003 h 7225"/>
                <a:gd name="T20" fmla="*/ 659 w 4187"/>
                <a:gd name="T21" fmla="*/ 6817 h 7225"/>
                <a:gd name="T22" fmla="*/ 1586 w 4187"/>
                <a:gd name="T23" fmla="*/ 7075 h 7225"/>
                <a:gd name="T24" fmla="*/ 1558 w 4187"/>
                <a:gd name="T25" fmla="*/ 3827 h 7225"/>
                <a:gd name="T26" fmla="*/ 1906 w 4187"/>
                <a:gd name="T27" fmla="*/ 6817 h 7225"/>
                <a:gd name="T28" fmla="*/ 2833 w 4187"/>
                <a:gd name="T29" fmla="*/ 7075 h 7225"/>
                <a:gd name="T30" fmla="*/ 2380 w 4187"/>
                <a:gd name="T31" fmla="*/ 6635 h 7225"/>
                <a:gd name="T32" fmla="*/ 2624 w 4187"/>
                <a:gd name="T33" fmla="*/ 2602 h 7225"/>
                <a:gd name="T34" fmla="*/ 3393 w 4187"/>
                <a:gd name="T35" fmla="*/ 1846 h 7225"/>
                <a:gd name="T36" fmla="*/ 3444 w 4187"/>
                <a:gd name="T37" fmla="*/ 1725 h 7225"/>
                <a:gd name="T38" fmla="*/ 4107 w 4187"/>
                <a:gd name="T39" fmla="*/ 684 h 7225"/>
                <a:gd name="T40" fmla="*/ 3317 w 4187"/>
                <a:gd name="T41" fmla="*/ 1347 h 7225"/>
                <a:gd name="T42" fmla="*/ 3100 w 4187"/>
                <a:gd name="T43" fmla="*/ 1689 h 7225"/>
                <a:gd name="T44" fmla="*/ 1508 w 4187"/>
                <a:gd name="T45" fmla="*/ 780 h 7225"/>
                <a:gd name="T46" fmla="*/ 1852 w 4187"/>
                <a:gd name="T47" fmla="*/ 398 h 7225"/>
                <a:gd name="T48" fmla="*/ 1485 w 4187"/>
                <a:gd name="T49" fmla="*/ 751 h 7225"/>
                <a:gd name="T50" fmla="*/ 2109 w 4187"/>
                <a:gd name="T51" fmla="*/ 132 h 7225"/>
                <a:gd name="T52" fmla="*/ 2222 w 4187"/>
                <a:gd name="T53" fmla="*/ 1180 h 7225"/>
                <a:gd name="T54" fmla="*/ 1588 w 4187"/>
                <a:gd name="T55" fmla="*/ 1486 h 7225"/>
                <a:gd name="T56" fmla="*/ 2040 w 4187"/>
                <a:gd name="T57" fmla="*/ 1507 h 7225"/>
                <a:gd name="T58" fmla="*/ 438 w 4187"/>
                <a:gd name="T59" fmla="*/ 3860 h 7225"/>
                <a:gd name="T60" fmla="*/ 368 w 4187"/>
                <a:gd name="T61" fmla="*/ 3989 h 7225"/>
                <a:gd name="T62" fmla="*/ 236 w 4187"/>
                <a:gd name="T63" fmla="*/ 3777 h 7225"/>
                <a:gd name="T64" fmla="*/ 1571 w 4187"/>
                <a:gd name="T65" fmla="*/ 7138 h 7225"/>
                <a:gd name="T66" fmla="*/ 1047 w 4187"/>
                <a:gd name="T67" fmla="*/ 6770 h 7225"/>
                <a:gd name="T68" fmla="*/ 1129 w 4187"/>
                <a:gd name="T69" fmla="*/ 6886 h 7225"/>
                <a:gd name="T70" fmla="*/ 1171 w 4187"/>
                <a:gd name="T71" fmla="*/ 7009 h 7225"/>
                <a:gd name="T72" fmla="*/ 1313 w 4187"/>
                <a:gd name="T73" fmla="*/ 7063 h 7225"/>
                <a:gd name="T74" fmla="*/ 659 w 4187"/>
                <a:gd name="T75" fmla="*/ 7100 h 7225"/>
                <a:gd name="T76" fmla="*/ 1030 w 4187"/>
                <a:gd name="T77" fmla="*/ 6734 h 7225"/>
                <a:gd name="T78" fmla="*/ 2820 w 4187"/>
                <a:gd name="T79" fmla="*/ 7187 h 7225"/>
                <a:gd name="T80" fmla="*/ 2318 w 4187"/>
                <a:gd name="T81" fmla="*/ 6812 h 7225"/>
                <a:gd name="T82" fmla="*/ 2328 w 4187"/>
                <a:gd name="T83" fmla="*/ 6936 h 7225"/>
                <a:gd name="T84" fmla="*/ 2451 w 4187"/>
                <a:gd name="T85" fmla="*/ 7026 h 7225"/>
                <a:gd name="T86" fmla="*/ 2579 w 4187"/>
                <a:gd name="T87" fmla="*/ 7007 h 7225"/>
                <a:gd name="T88" fmla="*/ 1943 w 4187"/>
                <a:gd name="T89" fmla="*/ 6822 h 7225"/>
                <a:gd name="T90" fmla="*/ 2208 w 4187"/>
                <a:gd name="T91" fmla="*/ 6740 h 7225"/>
                <a:gd name="T92" fmla="*/ 1912 w 4187"/>
                <a:gd name="T93" fmla="*/ 6616 h 7225"/>
                <a:gd name="T94" fmla="*/ 1537 w 4187"/>
                <a:gd name="T95" fmla="*/ 3793 h 7225"/>
                <a:gd name="T96" fmla="*/ 657 w 4187"/>
                <a:gd name="T97" fmla="*/ 6616 h 7225"/>
                <a:gd name="T98" fmla="*/ 2342 w 4187"/>
                <a:gd name="T99" fmla="*/ 6616 h 7225"/>
                <a:gd name="T100" fmla="*/ 2428 w 4187"/>
                <a:gd name="T101" fmla="*/ 2307 h 7225"/>
                <a:gd name="T102" fmla="*/ 997 w 4187"/>
                <a:gd name="T103" fmla="*/ 2822 h 7225"/>
                <a:gd name="T104" fmla="*/ 830 w 4187"/>
                <a:gd name="T105" fmla="*/ 1870 h 7225"/>
                <a:gd name="T106" fmla="*/ 2307 w 4187"/>
                <a:gd name="T107" fmla="*/ 1534 h 7225"/>
                <a:gd name="T108" fmla="*/ 3088 w 4187"/>
                <a:gd name="T109" fmla="*/ 1725 h 7225"/>
                <a:gd name="T110" fmla="*/ 3258 w 4187"/>
                <a:gd name="T111" fmla="*/ 2047 h 7225"/>
                <a:gd name="T112" fmla="*/ 3488 w 4187"/>
                <a:gd name="T113" fmla="*/ 1486 h 7225"/>
                <a:gd name="T114" fmla="*/ 3381 w 4187"/>
                <a:gd name="T115" fmla="*/ 1436 h 7225"/>
                <a:gd name="T116" fmla="*/ 3356 w 4187"/>
                <a:gd name="T117" fmla="*/ 1408 h 7225"/>
                <a:gd name="T118" fmla="*/ 3281 w 4187"/>
                <a:gd name="T119" fmla="*/ 1429 h 7225"/>
                <a:gd name="T120" fmla="*/ 3461 w 4187"/>
                <a:gd name="T121" fmla="*/ 1038 h 7225"/>
                <a:gd name="T122" fmla="*/ 3183 w 4187"/>
                <a:gd name="T123" fmla="*/ 771 h 7225"/>
                <a:gd name="T124" fmla="*/ 3742 w 4187"/>
                <a:gd name="T125" fmla="*/ 75 h 7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187" h="7225">
                  <a:moveTo>
                    <a:pt x="3753" y="39"/>
                  </a:moveTo>
                  <a:cubicBezTo>
                    <a:pt x="3619" y="0"/>
                    <a:pt x="3479" y="15"/>
                    <a:pt x="3357" y="82"/>
                  </a:cubicBezTo>
                  <a:cubicBezTo>
                    <a:pt x="3235" y="149"/>
                    <a:pt x="3146" y="259"/>
                    <a:pt x="3107" y="393"/>
                  </a:cubicBezTo>
                  <a:cubicBezTo>
                    <a:pt x="3068" y="526"/>
                    <a:pt x="3084" y="667"/>
                    <a:pt x="3150" y="789"/>
                  </a:cubicBezTo>
                  <a:cubicBezTo>
                    <a:pt x="3201" y="881"/>
                    <a:pt x="3276" y="954"/>
                    <a:pt x="3367" y="1001"/>
                  </a:cubicBezTo>
                  <a:cubicBezTo>
                    <a:pt x="3285" y="1282"/>
                    <a:pt x="3285" y="1282"/>
                    <a:pt x="3285" y="1282"/>
                  </a:cubicBezTo>
                  <a:cubicBezTo>
                    <a:pt x="3276" y="1282"/>
                    <a:pt x="3266" y="1282"/>
                    <a:pt x="3257" y="1283"/>
                  </a:cubicBezTo>
                  <a:cubicBezTo>
                    <a:pt x="3194" y="1290"/>
                    <a:pt x="3151" y="1323"/>
                    <a:pt x="3123" y="1387"/>
                  </a:cubicBezTo>
                  <a:cubicBezTo>
                    <a:pt x="3082" y="1479"/>
                    <a:pt x="3071" y="1593"/>
                    <a:pt x="3062" y="1694"/>
                  </a:cubicBezTo>
                  <a:cubicBezTo>
                    <a:pt x="2873" y="2064"/>
                    <a:pt x="2873" y="2064"/>
                    <a:pt x="2873" y="2064"/>
                  </a:cubicBezTo>
                  <a:cubicBezTo>
                    <a:pt x="2732" y="1786"/>
                    <a:pt x="2732" y="1786"/>
                    <a:pt x="2732" y="1786"/>
                  </a:cubicBezTo>
                  <a:cubicBezTo>
                    <a:pt x="2650" y="1623"/>
                    <a:pt x="2492" y="1515"/>
                    <a:pt x="2311" y="1497"/>
                  </a:cubicBezTo>
                  <a:cubicBezTo>
                    <a:pt x="2006" y="1466"/>
                    <a:pt x="2006" y="1466"/>
                    <a:pt x="2006" y="1466"/>
                  </a:cubicBezTo>
                  <a:cubicBezTo>
                    <a:pt x="2006" y="1283"/>
                    <a:pt x="2006" y="1283"/>
                    <a:pt x="2006" y="1283"/>
                  </a:cubicBezTo>
                  <a:cubicBezTo>
                    <a:pt x="2025" y="1284"/>
                    <a:pt x="2044" y="1285"/>
                    <a:pt x="2064" y="1285"/>
                  </a:cubicBezTo>
                  <a:cubicBezTo>
                    <a:pt x="2069" y="1285"/>
                    <a:pt x="2074" y="1285"/>
                    <a:pt x="2080" y="1285"/>
                  </a:cubicBezTo>
                  <a:cubicBezTo>
                    <a:pt x="2148" y="1284"/>
                    <a:pt x="2206" y="1256"/>
                    <a:pt x="2250" y="1204"/>
                  </a:cubicBezTo>
                  <a:cubicBezTo>
                    <a:pt x="2350" y="1090"/>
                    <a:pt x="2367" y="877"/>
                    <a:pt x="2366" y="727"/>
                  </a:cubicBezTo>
                  <a:cubicBezTo>
                    <a:pt x="2387" y="699"/>
                    <a:pt x="2472" y="579"/>
                    <a:pt x="2430" y="421"/>
                  </a:cubicBezTo>
                  <a:cubicBezTo>
                    <a:pt x="2388" y="264"/>
                    <a:pt x="2273" y="143"/>
                    <a:pt x="2120" y="96"/>
                  </a:cubicBezTo>
                  <a:cubicBezTo>
                    <a:pt x="1944" y="42"/>
                    <a:pt x="1751" y="91"/>
                    <a:pt x="1589" y="231"/>
                  </a:cubicBezTo>
                  <a:cubicBezTo>
                    <a:pt x="1558" y="237"/>
                    <a:pt x="1406" y="278"/>
                    <a:pt x="1373" y="443"/>
                  </a:cubicBezTo>
                  <a:cubicBezTo>
                    <a:pt x="1341" y="603"/>
                    <a:pt x="1431" y="766"/>
                    <a:pt x="1452" y="802"/>
                  </a:cubicBezTo>
                  <a:cubicBezTo>
                    <a:pt x="1450" y="811"/>
                    <a:pt x="1448" y="821"/>
                    <a:pt x="1447" y="832"/>
                  </a:cubicBezTo>
                  <a:cubicBezTo>
                    <a:pt x="1441" y="941"/>
                    <a:pt x="1558" y="1016"/>
                    <a:pt x="1584" y="1031"/>
                  </a:cubicBezTo>
                  <a:cubicBezTo>
                    <a:pt x="1589" y="1040"/>
                    <a:pt x="1601" y="1058"/>
                    <a:pt x="1621" y="1082"/>
                  </a:cubicBezTo>
                  <a:cubicBezTo>
                    <a:pt x="1554" y="1466"/>
                    <a:pt x="1554" y="1466"/>
                    <a:pt x="1554" y="1466"/>
                  </a:cubicBezTo>
                  <a:cubicBezTo>
                    <a:pt x="1360" y="1482"/>
                    <a:pt x="930" y="1552"/>
                    <a:pt x="796" y="1855"/>
                  </a:cubicBezTo>
                  <a:cubicBezTo>
                    <a:pt x="621" y="2252"/>
                    <a:pt x="199" y="3615"/>
                    <a:pt x="195" y="3629"/>
                  </a:cubicBezTo>
                  <a:cubicBezTo>
                    <a:pt x="192" y="3638"/>
                    <a:pt x="197" y="3649"/>
                    <a:pt x="207" y="3652"/>
                  </a:cubicBezTo>
                  <a:cubicBezTo>
                    <a:pt x="247" y="3665"/>
                    <a:pt x="247" y="3665"/>
                    <a:pt x="247" y="3665"/>
                  </a:cubicBezTo>
                  <a:cubicBezTo>
                    <a:pt x="206" y="3754"/>
                    <a:pt x="206" y="3754"/>
                    <a:pt x="206" y="3754"/>
                  </a:cubicBezTo>
                  <a:cubicBezTo>
                    <a:pt x="48" y="3933"/>
                    <a:pt x="48" y="3933"/>
                    <a:pt x="48" y="3933"/>
                  </a:cubicBezTo>
                  <a:cubicBezTo>
                    <a:pt x="14" y="3972"/>
                    <a:pt x="0" y="4023"/>
                    <a:pt x="12" y="4074"/>
                  </a:cubicBezTo>
                  <a:cubicBezTo>
                    <a:pt x="23" y="4125"/>
                    <a:pt x="58" y="4166"/>
                    <a:pt x="106" y="4187"/>
                  </a:cubicBezTo>
                  <a:cubicBezTo>
                    <a:pt x="126" y="4195"/>
                    <a:pt x="147" y="4199"/>
                    <a:pt x="168" y="4199"/>
                  </a:cubicBezTo>
                  <a:cubicBezTo>
                    <a:pt x="215" y="4199"/>
                    <a:pt x="262" y="4178"/>
                    <a:pt x="293" y="4140"/>
                  </a:cubicBezTo>
                  <a:cubicBezTo>
                    <a:pt x="376" y="4038"/>
                    <a:pt x="376" y="4038"/>
                    <a:pt x="376" y="4038"/>
                  </a:cubicBezTo>
                  <a:cubicBezTo>
                    <a:pt x="388" y="4069"/>
                    <a:pt x="410" y="4110"/>
                    <a:pt x="439" y="4121"/>
                  </a:cubicBezTo>
                  <a:cubicBezTo>
                    <a:pt x="452" y="4126"/>
                    <a:pt x="467" y="4124"/>
                    <a:pt x="479" y="4116"/>
                  </a:cubicBezTo>
                  <a:cubicBezTo>
                    <a:pt x="547" y="4072"/>
                    <a:pt x="495" y="3908"/>
                    <a:pt x="476" y="3856"/>
                  </a:cubicBezTo>
                  <a:cubicBezTo>
                    <a:pt x="542" y="3763"/>
                    <a:pt x="542" y="3763"/>
                    <a:pt x="542" y="3763"/>
                  </a:cubicBezTo>
                  <a:cubicBezTo>
                    <a:pt x="599" y="3782"/>
                    <a:pt x="599" y="3782"/>
                    <a:pt x="599" y="3782"/>
                  </a:cubicBezTo>
                  <a:cubicBezTo>
                    <a:pt x="600" y="3783"/>
                    <a:pt x="602" y="3783"/>
                    <a:pt x="604" y="3783"/>
                  </a:cubicBezTo>
                  <a:cubicBezTo>
                    <a:pt x="612" y="3783"/>
                    <a:pt x="619" y="3779"/>
                    <a:pt x="622" y="3771"/>
                  </a:cubicBezTo>
                  <a:cubicBezTo>
                    <a:pt x="954" y="2930"/>
                    <a:pt x="954" y="2930"/>
                    <a:pt x="954" y="2930"/>
                  </a:cubicBezTo>
                  <a:cubicBezTo>
                    <a:pt x="932" y="3371"/>
                    <a:pt x="932" y="3371"/>
                    <a:pt x="932" y="3371"/>
                  </a:cubicBezTo>
                  <a:cubicBezTo>
                    <a:pt x="931" y="3381"/>
                    <a:pt x="938" y="3389"/>
                    <a:pt x="947" y="3391"/>
                  </a:cubicBezTo>
                  <a:cubicBezTo>
                    <a:pt x="956" y="3392"/>
                    <a:pt x="964" y="3393"/>
                    <a:pt x="973" y="3394"/>
                  </a:cubicBezTo>
                  <a:cubicBezTo>
                    <a:pt x="820" y="3758"/>
                    <a:pt x="787" y="4953"/>
                    <a:pt x="786" y="5003"/>
                  </a:cubicBezTo>
                  <a:cubicBezTo>
                    <a:pt x="618" y="6633"/>
                    <a:pt x="618" y="6633"/>
                    <a:pt x="618" y="6633"/>
                  </a:cubicBezTo>
                  <a:cubicBezTo>
                    <a:pt x="617" y="6638"/>
                    <a:pt x="619" y="6644"/>
                    <a:pt x="622" y="6648"/>
                  </a:cubicBezTo>
                  <a:cubicBezTo>
                    <a:pt x="626" y="6652"/>
                    <a:pt x="631" y="6654"/>
                    <a:pt x="636" y="6654"/>
                  </a:cubicBezTo>
                  <a:cubicBezTo>
                    <a:pt x="648" y="6654"/>
                    <a:pt x="648" y="6654"/>
                    <a:pt x="648" y="6654"/>
                  </a:cubicBezTo>
                  <a:cubicBezTo>
                    <a:pt x="659" y="6817"/>
                    <a:pt x="659" y="6817"/>
                    <a:pt x="659" y="6817"/>
                  </a:cubicBezTo>
                  <a:cubicBezTo>
                    <a:pt x="654" y="6841"/>
                    <a:pt x="618" y="7024"/>
                    <a:pt x="618" y="7206"/>
                  </a:cubicBezTo>
                  <a:cubicBezTo>
                    <a:pt x="618" y="7216"/>
                    <a:pt x="626" y="7225"/>
                    <a:pt x="636" y="7225"/>
                  </a:cubicBezTo>
                  <a:cubicBezTo>
                    <a:pt x="1589" y="7225"/>
                    <a:pt x="1589" y="7225"/>
                    <a:pt x="1589" y="7225"/>
                  </a:cubicBezTo>
                  <a:cubicBezTo>
                    <a:pt x="1597" y="7225"/>
                    <a:pt x="1605" y="7219"/>
                    <a:pt x="1607" y="7211"/>
                  </a:cubicBezTo>
                  <a:cubicBezTo>
                    <a:pt x="1608" y="7208"/>
                    <a:pt x="1626" y="7137"/>
                    <a:pt x="1586" y="7075"/>
                  </a:cubicBezTo>
                  <a:cubicBezTo>
                    <a:pt x="1559" y="7033"/>
                    <a:pt x="1512" y="7006"/>
                    <a:pt x="1447" y="6995"/>
                  </a:cubicBezTo>
                  <a:cubicBezTo>
                    <a:pt x="1291" y="6969"/>
                    <a:pt x="1122" y="6907"/>
                    <a:pt x="1039" y="6654"/>
                  </a:cubicBezTo>
                  <a:cubicBezTo>
                    <a:pt x="1177" y="6654"/>
                    <a:pt x="1177" y="6654"/>
                    <a:pt x="1177" y="6654"/>
                  </a:cubicBezTo>
                  <a:cubicBezTo>
                    <a:pt x="1186" y="6654"/>
                    <a:pt x="1194" y="6647"/>
                    <a:pt x="1196" y="6638"/>
                  </a:cubicBezTo>
                  <a:cubicBezTo>
                    <a:pt x="1558" y="3827"/>
                    <a:pt x="1558" y="3827"/>
                    <a:pt x="1558" y="3827"/>
                  </a:cubicBezTo>
                  <a:cubicBezTo>
                    <a:pt x="1632" y="3814"/>
                    <a:pt x="1632" y="3814"/>
                    <a:pt x="1632" y="3814"/>
                  </a:cubicBezTo>
                  <a:cubicBezTo>
                    <a:pt x="1765" y="6636"/>
                    <a:pt x="1765" y="6636"/>
                    <a:pt x="1765" y="6636"/>
                  </a:cubicBezTo>
                  <a:cubicBezTo>
                    <a:pt x="1765" y="6646"/>
                    <a:pt x="1773" y="6654"/>
                    <a:pt x="1783" y="6654"/>
                  </a:cubicBezTo>
                  <a:cubicBezTo>
                    <a:pt x="1895" y="6654"/>
                    <a:pt x="1895" y="6654"/>
                    <a:pt x="1895" y="6654"/>
                  </a:cubicBezTo>
                  <a:cubicBezTo>
                    <a:pt x="1906" y="6817"/>
                    <a:pt x="1906" y="6817"/>
                    <a:pt x="1906" y="6817"/>
                  </a:cubicBezTo>
                  <a:cubicBezTo>
                    <a:pt x="1901" y="6841"/>
                    <a:pt x="1864" y="7024"/>
                    <a:pt x="1864" y="7206"/>
                  </a:cubicBezTo>
                  <a:cubicBezTo>
                    <a:pt x="1864" y="7216"/>
                    <a:pt x="1873" y="7225"/>
                    <a:pt x="1883" y="7225"/>
                  </a:cubicBezTo>
                  <a:cubicBezTo>
                    <a:pt x="2836" y="7225"/>
                    <a:pt x="2836" y="7225"/>
                    <a:pt x="2836" y="7225"/>
                  </a:cubicBezTo>
                  <a:cubicBezTo>
                    <a:pt x="2844" y="7225"/>
                    <a:pt x="2852" y="7219"/>
                    <a:pt x="2854" y="7211"/>
                  </a:cubicBezTo>
                  <a:cubicBezTo>
                    <a:pt x="2855" y="7208"/>
                    <a:pt x="2873" y="7137"/>
                    <a:pt x="2833" y="7075"/>
                  </a:cubicBezTo>
                  <a:cubicBezTo>
                    <a:pt x="2805" y="7033"/>
                    <a:pt x="2759" y="7006"/>
                    <a:pt x="2694" y="6995"/>
                  </a:cubicBezTo>
                  <a:cubicBezTo>
                    <a:pt x="2538" y="6969"/>
                    <a:pt x="2369" y="6907"/>
                    <a:pt x="2286" y="6654"/>
                  </a:cubicBezTo>
                  <a:cubicBezTo>
                    <a:pt x="2361" y="6654"/>
                    <a:pt x="2361" y="6654"/>
                    <a:pt x="2361" y="6654"/>
                  </a:cubicBezTo>
                  <a:cubicBezTo>
                    <a:pt x="2366" y="6654"/>
                    <a:pt x="2371" y="6652"/>
                    <a:pt x="2375" y="6648"/>
                  </a:cubicBezTo>
                  <a:cubicBezTo>
                    <a:pt x="2378" y="6645"/>
                    <a:pt x="2380" y="6640"/>
                    <a:pt x="2380" y="6635"/>
                  </a:cubicBezTo>
                  <a:cubicBezTo>
                    <a:pt x="2302" y="3394"/>
                    <a:pt x="2302" y="3394"/>
                    <a:pt x="2302" y="3394"/>
                  </a:cubicBezTo>
                  <a:cubicBezTo>
                    <a:pt x="2314" y="3392"/>
                    <a:pt x="2322" y="3391"/>
                    <a:pt x="2323" y="3391"/>
                  </a:cubicBezTo>
                  <a:cubicBezTo>
                    <a:pt x="2331" y="3389"/>
                    <a:pt x="2337" y="3383"/>
                    <a:pt x="2338" y="3375"/>
                  </a:cubicBezTo>
                  <a:cubicBezTo>
                    <a:pt x="2375" y="3096"/>
                    <a:pt x="2404" y="2696"/>
                    <a:pt x="2425" y="2362"/>
                  </a:cubicBezTo>
                  <a:cubicBezTo>
                    <a:pt x="2624" y="2602"/>
                    <a:pt x="2624" y="2602"/>
                    <a:pt x="2624" y="2602"/>
                  </a:cubicBezTo>
                  <a:cubicBezTo>
                    <a:pt x="2688" y="2680"/>
                    <a:pt x="2783" y="2723"/>
                    <a:pt x="2882" y="2723"/>
                  </a:cubicBezTo>
                  <a:cubicBezTo>
                    <a:pt x="2897" y="2723"/>
                    <a:pt x="2912" y="2722"/>
                    <a:pt x="2927" y="2720"/>
                  </a:cubicBezTo>
                  <a:cubicBezTo>
                    <a:pt x="3055" y="2703"/>
                    <a:pt x="3163" y="2613"/>
                    <a:pt x="3203" y="2490"/>
                  </a:cubicBezTo>
                  <a:cubicBezTo>
                    <a:pt x="3402" y="1869"/>
                    <a:pt x="3402" y="1869"/>
                    <a:pt x="3402" y="1869"/>
                  </a:cubicBezTo>
                  <a:cubicBezTo>
                    <a:pt x="3405" y="1860"/>
                    <a:pt x="3401" y="1851"/>
                    <a:pt x="3393" y="1846"/>
                  </a:cubicBezTo>
                  <a:cubicBezTo>
                    <a:pt x="3339" y="1817"/>
                    <a:pt x="3339" y="1817"/>
                    <a:pt x="3339" y="1817"/>
                  </a:cubicBezTo>
                  <a:cubicBezTo>
                    <a:pt x="3357" y="1755"/>
                    <a:pt x="3357" y="1755"/>
                    <a:pt x="3357" y="1755"/>
                  </a:cubicBezTo>
                  <a:cubicBezTo>
                    <a:pt x="3364" y="1758"/>
                    <a:pt x="3372" y="1760"/>
                    <a:pt x="3381" y="1760"/>
                  </a:cubicBezTo>
                  <a:cubicBezTo>
                    <a:pt x="3383" y="1760"/>
                    <a:pt x="3384" y="1760"/>
                    <a:pt x="3386" y="1760"/>
                  </a:cubicBezTo>
                  <a:cubicBezTo>
                    <a:pt x="3412" y="1758"/>
                    <a:pt x="3430" y="1740"/>
                    <a:pt x="3444" y="1725"/>
                  </a:cubicBezTo>
                  <a:cubicBezTo>
                    <a:pt x="3490" y="1674"/>
                    <a:pt x="3543" y="1559"/>
                    <a:pt x="3525" y="1477"/>
                  </a:cubicBezTo>
                  <a:cubicBezTo>
                    <a:pt x="3517" y="1441"/>
                    <a:pt x="3494" y="1414"/>
                    <a:pt x="3461" y="1398"/>
                  </a:cubicBezTo>
                  <a:cubicBezTo>
                    <a:pt x="3561" y="1057"/>
                    <a:pt x="3561" y="1057"/>
                    <a:pt x="3561" y="1057"/>
                  </a:cubicBezTo>
                  <a:cubicBezTo>
                    <a:pt x="3576" y="1058"/>
                    <a:pt x="3591" y="1059"/>
                    <a:pt x="3607" y="1059"/>
                  </a:cubicBezTo>
                  <a:cubicBezTo>
                    <a:pt x="3832" y="1059"/>
                    <a:pt x="4040" y="911"/>
                    <a:pt x="4107" y="684"/>
                  </a:cubicBezTo>
                  <a:cubicBezTo>
                    <a:pt x="4187" y="409"/>
                    <a:pt x="4028" y="119"/>
                    <a:pt x="3753" y="39"/>
                  </a:cubicBezTo>
                  <a:close/>
                  <a:moveTo>
                    <a:pt x="3157" y="1402"/>
                  </a:moveTo>
                  <a:cubicBezTo>
                    <a:pt x="3180" y="1350"/>
                    <a:pt x="3211" y="1326"/>
                    <a:pt x="3261" y="1320"/>
                  </a:cubicBezTo>
                  <a:cubicBezTo>
                    <a:pt x="3302" y="1316"/>
                    <a:pt x="3314" y="1322"/>
                    <a:pt x="3317" y="1326"/>
                  </a:cubicBezTo>
                  <a:cubicBezTo>
                    <a:pt x="3321" y="1331"/>
                    <a:pt x="3319" y="1341"/>
                    <a:pt x="3317" y="1347"/>
                  </a:cubicBezTo>
                  <a:cubicBezTo>
                    <a:pt x="3304" y="1388"/>
                    <a:pt x="3232" y="1411"/>
                    <a:pt x="3205" y="1417"/>
                  </a:cubicBezTo>
                  <a:cubicBezTo>
                    <a:pt x="3213" y="1453"/>
                    <a:pt x="3213" y="1453"/>
                    <a:pt x="3213" y="1453"/>
                  </a:cubicBezTo>
                  <a:cubicBezTo>
                    <a:pt x="3214" y="1453"/>
                    <a:pt x="3224" y="1451"/>
                    <a:pt x="3237" y="1447"/>
                  </a:cubicBezTo>
                  <a:cubicBezTo>
                    <a:pt x="3157" y="1720"/>
                    <a:pt x="3157" y="1720"/>
                    <a:pt x="3157" y="1720"/>
                  </a:cubicBezTo>
                  <a:cubicBezTo>
                    <a:pt x="3100" y="1689"/>
                    <a:pt x="3100" y="1689"/>
                    <a:pt x="3100" y="1689"/>
                  </a:cubicBezTo>
                  <a:cubicBezTo>
                    <a:pt x="3109" y="1593"/>
                    <a:pt x="3120" y="1486"/>
                    <a:pt x="3157" y="1402"/>
                  </a:cubicBezTo>
                  <a:close/>
                  <a:moveTo>
                    <a:pt x="1614" y="1009"/>
                  </a:moveTo>
                  <a:cubicBezTo>
                    <a:pt x="1612" y="1005"/>
                    <a:pt x="1610" y="1003"/>
                    <a:pt x="1606" y="1001"/>
                  </a:cubicBezTo>
                  <a:cubicBezTo>
                    <a:pt x="1605" y="1000"/>
                    <a:pt x="1479" y="930"/>
                    <a:pt x="1484" y="834"/>
                  </a:cubicBezTo>
                  <a:cubicBezTo>
                    <a:pt x="1486" y="810"/>
                    <a:pt x="1493" y="792"/>
                    <a:pt x="1508" y="780"/>
                  </a:cubicBezTo>
                  <a:cubicBezTo>
                    <a:pt x="1541" y="753"/>
                    <a:pt x="1595" y="760"/>
                    <a:pt x="1595" y="760"/>
                  </a:cubicBezTo>
                  <a:cubicBezTo>
                    <a:pt x="1603" y="759"/>
                    <a:pt x="1603" y="759"/>
                    <a:pt x="1603" y="759"/>
                  </a:cubicBezTo>
                  <a:cubicBezTo>
                    <a:pt x="1697" y="730"/>
                    <a:pt x="1703" y="645"/>
                    <a:pt x="1709" y="556"/>
                  </a:cubicBezTo>
                  <a:cubicBezTo>
                    <a:pt x="1711" y="538"/>
                    <a:pt x="1712" y="520"/>
                    <a:pt x="1714" y="502"/>
                  </a:cubicBezTo>
                  <a:cubicBezTo>
                    <a:pt x="1724" y="408"/>
                    <a:pt x="1847" y="399"/>
                    <a:pt x="1852" y="398"/>
                  </a:cubicBezTo>
                  <a:cubicBezTo>
                    <a:pt x="1850" y="361"/>
                    <a:pt x="1850" y="361"/>
                    <a:pt x="1850" y="361"/>
                  </a:cubicBezTo>
                  <a:cubicBezTo>
                    <a:pt x="1795" y="365"/>
                    <a:pt x="1687" y="397"/>
                    <a:pt x="1677" y="498"/>
                  </a:cubicBezTo>
                  <a:cubicBezTo>
                    <a:pt x="1675" y="517"/>
                    <a:pt x="1673" y="535"/>
                    <a:pt x="1672" y="553"/>
                  </a:cubicBezTo>
                  <a:cubicBezTo>
                    <a:pt x="1665" y="647"/>
                    <a:pt x="1658" y="701"/>
                    <a:pt x="1595" y="722"/>
                  </a:cubicBezTo>
                  <a:cubicBezTo>
                    <a:pt x="1578" y="721"/>
                    <a:pt x="1523" y="719"/>
                    <a:pt x="1485" y="751"/>
                  </a:cubicBezTo>
                  <a:cubicBezTo>
                    <a:pt x="1480" y="754"/>
                    <a:pt x="1477" y="758"/>
                    <a:pt x="1473" y="762"/>
                  </a:cubicBezTo>
                  <a:cubicBezTo>
                    <a:pt x="1444" y="708"/>
                    <a:pt x="1384" y="575"/>
                    <a:pt x="1409" y="450"/>
                  </a:cubicBezTo>
                  <a:cubicBezTo>
                    <a:pt x="1441" y="293"/>
                    <a:pt x="1594" y="267"/>
                    <a:pt x="1600" y="266"/>
                  </a:cubicBezTo>
                  <a:cubicBezTo>
                    <a:pt x="1604" y="266"/>
                    <a:pt x="1607" y="264"/>
                    <a:pt x="1610" y="262"/>
                  </a:cubicBezTo>
                  <a:cubicBezTo>
                    <a:pt x="1763" y="129"/>
                    <a:pt x="1945" y="82"/>
                    <a:pt x="2109" y="132"/>
                  </a:cubicBezTo>
                  <a:cubicBezTo>
                    <a:pt x="2251" y="175"/>
                    <a:pt x="2355" y="284"/>
                    <a:pt x="2394" y="431"/>
                  </a:cubicBezTo>
                  <a:cubicBezTo>
                    <a:pt x="2420" y="528"/>
                    <a:pt x="2390" y="611"/>
                    <a:pt x="2364" y="661"/>
                  </a:cubicBezTo>
                  <a:cubicBezTo>
                    <a:pt x="2361" y="604"/>
                    <a:pt x="2356" y="565"/>
                    <a:pt x="2356" y="560"/>
                  </a:cubicBezTo>
                  <a:cubicBezTo>
                    <a:pt x="2319" y="564"/>
                    <a:pt x="2319" y="564"/>
                    <a:pt x="2319" y="564"/>
                  </a:cubicBezTo>
                  <a:cubicBezTo>
                    <a:pt x="2319" y="569"/>
                    <a:pt x="2371" y="1007"/>
                    <a:pt x="2222" y="1180"/>
                  </a:cubicBezTo>
                  <a:cubicBezTo>
                    <a:pt x="2184" y="1224"/>
                    <a:pt x="2137" y="1246"/>
                    <a:pt x="2079" y="1248"/>
                  </a:cubicBezTo>
                  <a:cubicBezTo>
                    <a:pt x="2074" y="1248"/>
                    <a:pt x="2068" y="1248"/>
                    <a:pt x="2063" y="1248"/>
                  </a:cubicBezTo>
                  <a:cubicBezTo>
                    <a:pt x="1747" y="1248"/>
                    <a:pt x="1619" y="1018"/>
                    <a:pt x="1614" y="1009"/>
                  </a:cubicBezTo>
                  <a:close/>
                  <a:moveTo>
                    <a:pt x="1571" y="1502"/>
                  </a:moveTo>
                  <a:cubicBezTo>
                    <a:pt x="1580" y="1501"/>
                    <a:pt x="1587" y="1495"/>
                    <a:pt x="1588" y="1486"/>
                  </a:cubicBezTo>
                  <a:cubicBezTo>
                    <a:pt x="1653" y="1117"/>
                    <a:pt x="1653" y="1117"/>
                    <a:pt x="1653" y="1117"/>
                  </a:cubicBezTo>
                  <a:cubicBezTo>
                    <a:pt x="1714" y="1180"/>
                    <a:pt x="1817" y="1255"/>
                    <a:pt x="1969" y="1278"/>
                  </a:cubicBezTo>
                  <a:cubicBezTo>
                    <a:pt x="1969" y="1483"/>
                    <a:pt x="1969" y="1483"/>
                    <a:pt x="1969" y="1483"/>
                  </a:cubicBezTo>
                  <a:cubicBezTo>
                    <a:pt x="1969" y="1493"/>
                    <a:pt x="1976" y="1501"/>
                    <a:pt x="1985" y="1502"/>
                  </a:cubicBezTo>
                  <a:cubicBezTo>
                    <a:pt x="2040" y="1507"/>
                    <a:pt x="2040" y="1507"/>
                    <a:pt x="2040" y="1507"/>
                  </a:cubicBezTo>
                  <a:cubicBezTo>
                    <a:pt x="2002" y="1554"/>
                    <a:pt x="1906" y="1647"/>
                    <a:pt x="1754" y="1634"/>
                  </a:cubicBezTo>
                  <a:cubicBezTo>
                    <a:pt x="1606" y="1620"/>
                    <a:pt x="1529" y="1547"/>
                    <a:pt x="1498" y="1509"/>
                  </a:cubicBezTo>
                  <a:cubicBezTo>
                    <a:pt x="1525" y="1506"/>
                    <a:pt x="1550" y="1503"/>
                    <a:pt x="1571" y="1502"/>
                  </a:cubicBezTo>
                  <a:close/>
                  <a:moveTo>
                    <a:pt x="440" y="3842"/>
                  </a:moveTo>
                  <a:cubicBezTo>
                    <a:pt x="436" y="3847"/>
                    <a:pt x="436" y="3854"/>
                    <a:pt x="438" y="3860"/>
                  </a:cubicBezTo>
                  <a:cubicBezTo>
                    <a:pt x="468" y="3940"/>
                    <a:pt x="494" y="4062"/>
                    <a:pt x="459" y="4085"/>
                  </a:cubicBezTo>
                  <a:cubicBezTo>
                    <a:pt x="455" y="4087"/>
                    <a:pt x="453" y="4087"/>
                    <a:pt x="452" y="4086"/>
                  </a:cubicBezTo>
                  <a:cubicBezTo>
                    <a:pt x="433" y="4079"/>
                    <a:pt x="410" y="4028"/>
                    <a:pt x="400" y="3995"/>
                  </a:cubicBezTo>
                  <a:cubicBezTo>
                    <a:pt x="398" y="3989"/>
                    <a:pt x="393" y="3984"/>
                    <a:pt x="386" y="3982"/>
                  </a:cubicBezTo>
                  <a:cubicBezTo>
                    <a:pt x="379" y="3981"/>
                    <a:pt x="372" y="3983"/>
                    <a:pt x="368" y="3989"/>
                  </a:cubicBezTo>
                  <a:cubicBezTo>
                    <a:pt x="264" y="4117"/>
                    <a:pt x="264" y="4117"/>
                    <a:pt x="264" y="4117"/>
                  </a:cubicBezTo>
                  <a:cubicBezTo>
                    <a:pt x="229" y="4159"/>
                    <a:pt x="170" y="4174"/>
                    <a:pt x="120" y="4152"/>
                  </a:cubicBezTo>
                  <a:cubicBezTo>
                    <a:pt x="83" y="4137"/>
                    <a:pt x="57" y="4105"/>
                    <a:pt x="48" y="4066"/>
                  </a:cubicBezTo>
                  <a:cubicBezTo>
                    <a:pt x="39" y="4027"/>
                    <a:pt x="50" y="3987"/>
                    <a:pt x="76" y="3957"/>
                  </a:cubicBezTo>
                  <a:cubicBezTo>
                    <a:pt x="236" y="3777"/>
                    <a:pt x="236" y="3777"/>
                    <a:pt x="236" y="3777"/>
                  </a:cubicBezTo>
                  <a:cubicBezTo>
                    <a:pt x="237" y="3776"/>
                    <a:pt x="238" y="3774"/>
                    <a:pt x="239" y="3772"/>
                  </a:cubicBezTo>
                  <a:cubicBezTo>
                    <a:pt x="283" y="3677"/>
                    <a:pt x="283" y="3677"/>
                    <a:pt x="283" y="3677"/>
                  </a:cubicBezTo>
                  <a:cubicBezTo>
                    <a:pt x="505" y="3751"/>
                    <a:pt x="505" y="3751"/>
                    <a:pt x="505" y="3751"/>
                  </a:cubicBezTo>
                  <a:lnTo>
                    <a:pt x="440" y="3842"/>
                  </a:lnTo>
                  <a:close/>
                  <a:moveTo>
                    <a:pt x="1571" y="7138"/>
                  </a:moveTo>
                  <a:cubicBezTo>
                    <a:pt x="1575" y="7157"/>
                    <a:pt x="1575" y="7176"/>
                    <a:pt x="1573" y="7187"/>
                  </a:cubicBezTo>
                  <a:cubicBezTo>
                    <a:pt x="655" y="7187"/>
                    <a:pt x="655" y="7187"/>
                    <a:pt x="655" y="7187"/>
                  </a:cubicBezTo>
                  <a:cubicBezTo>
                    <a:pt x="655" y="7171"/>
                    <a:pt x="656" y="7154"/>
                    <a:pt x="657" y="7138"/>
                  </a:cubicBezTo>
                  <a:lnTo>
                    <a:pt x="1571" y="7138"/>
                  </a:lnTo>
                  <a:close/>
                  <a:moveTo>
                    <a:pt x="1047" y="6770"/>
                  </a:moveTo>
                  <a:cubicBezTo>
                    <a:pt x="1055" y="6785"/>
                    <a:pt x="1063" y="6799"/>
                    <a:pt x="1071" y="6812"/>
                  </a:cubicBezTo>
                  <a:cubicBezTo>
                    <a:pt x="1001" y="6848"/>
                    <a:pt x="1001" y="6848"/>
                    <a:pt x="1001" y="6848"/>
                  </a:cubicBezTo>
                  <a:cubicBezTo>
                    <a:pt x="1019" y="6881"/>
                    <a:pt x="1019" y="6881"/>
                    <a:pt x="1019" y="6881"/>
                  </a:cubicBezTo>
                  <a:cubicBezTo>
                    <a:pt x="1093" y="6842"/>
                    <a:pt x="1093" y="6842"/>
                    <a:pt x="1093" y="6842"/>
                  </a:cubicBezTo>
                  <a:cubicBezTo>
                    <a:pt x="1104" y="6858"/>
                    <a:pt x="1117" y="6873"/>
                    <a:pt x="1129" y="6886"/>
                  </a:cubicBezTo>
                  <a:cubicBezTo>
                    <a:pt x="1082" y="6936"/>
                    <a:pt x="1082" y="6936"/>
                    <a:pt x="1082" y="6936"/>
                  </a:cubicBezTo>
                  <a:cubicBezTo>
                    <a:pt x="1109" y="6962"/>
                    <a:pt x="1109" y="6962"/>
                    <a:pt x="1109" y="6962"/>
                  </a:cubicBezTo>
                  <a:cubicBezTo>
                    <a:pt x="1156" y="6912"/>
                    <a:pt x="1156" y="6912"/>
                    <a:pt x="1156" y="6912"/>
                  </a:cubicBezTo>
                  <a:cubicBezTo>
                    <a:pt x="1172" y="6925"/>
                    <a:pt x="1187" y="6937"/>
                    <a:pt x="1203" y="6947"/>
                  </a:cubicBezTo>
                  <a:cubicBezTo>
                    <a:pt x="1171" y="7009"/>
                    <a:pt x="1171" y="7009"/>
                    <a:pt x="1171" y="7009"/>
                  </a:cubicBezTo>
                  <a:cubicBezTo>
                    <a:pt x="1204" y="7026"/>
                    <a:pt x="1204" y="7026"/>
                    <a:pt x="1204" y="7026"/>
                  </a:cubicBezTo>
                  <a:cubicBezTo>
                    <a:pt x="1236" y="6966"/>
                    <a:pt x="1236" y="6966"/>
                    <a:pt x="1236" y="6966"/>
                  </a:cubicBezTo>
                  <a:cubicBezTo>
                    <a:pt x="1255" y="6977"/>
                    <a:pt x="1276" y="6987"/>
                    <a:pt x="1296" y="6994"/>
                  </a:cubicBezTo>
                  <a:cubicBezTo>
                    <a:pt x="1278" y="7051"/>
                    <a:pt x="1278" y="7051"/>
                    <a:pt x="1278" y="7051"/>
                  </a:cubicBezTo>
                  <a:cubicBezTo>
                    <a:pt x="1313" y="7063"/>
                    <a:pt x="1313" y="7063"/>
                    <a:pt x="1313" y="7063"/>
                  </a:cubicBezTo>
                  <a:cubicBezTo>
                    <a:pt x="1332" y="7007"/>
                    <a:pt x="1332" y="7007"/>
                    <a:pt x="1332" y="7007"/>
                  </a:cubicBezTo>
                  <a:cubicBezTo>
                    <a:pt x="1368" y="7018"/>
                    <a:pt x="1405" y="7026"/>
                    <a:pt x="1441" y="7032"/>
                  </a:cubicBezTo>
                  <a:cubicBezTo>
                    <a:pt x="1495" y="7041"/>
                    <a:pt x="1533" y="7062"/>
                    <a:pt x="1554" y="7095"/>
                  </a:cubicBezTo>
                  <a:cubicBezTo>
                    <a:pt x="1555" y="7097"/>
                    <a:pt x="1556" y="7099"/>
                    <a:pt x="1557" y="7100"/>
                  </a:cubicBezTo>
                  <a:cubicBezTo>
                    <a:pt x="659" y="7100"/>
                    <a:pt x="659" y="7100"/>
                    <a:pt x="659" y="7100"/>
                  </a:cubicBezTo>
                  <a:cubicBezTo>
                    <a:pt x="669" y="6951"/>
                    <a:pt x="696" y="6824"/>
                    <a:pt x="696" y="6822"/>
                  </a:cubicBezTo>
                  <a:cubicBezTo>
                    <a:pt x="696" y="6821"/>
                    <a:pt x="697" y="6819"/>
                    <a:pt x="696" y="6817"/>
                  </a:cubicBezTo>
                  <a:cubicBezTo>
                    <a:pt x="685" y="6654"/>
                    <a:pt x="685" y="6654"/>
                    <a:pt x="685" y="6654"/>
                  </a:cubicBezTo>
                  <a:cubicBezTo>
                    <a:pt x="999" y="6654"/>
                    <a:pt x="999" y="6654"/>
                    <a:pt x="999" y="6654"/>
                  </a:cubicBezTo>
                  <a:cubicBezTo>
                    <a:pt x="1009" y="6683"/>
                    <a:pt x="1019" y="6709"/>
                    <a:pt x="1030" y="6734"/>
                  </a:cubicBezTo>
                  <a:cubicBezTo>
                    <a:pt x="961" y="6740"/>
                    <a:pt x="961" y="6740"/>
                    <a:pt x="961" y="6740"/>
                  </a:cubicBezTo>
                  <a:cubicBezTo>
                    <a:pt x="964" y="6777"/>
                    <a:pt x="964" y="6777"/>
                    <a:pt x="964" y="6777"/>
                  </a:cubicBezTo>
                  <a:lnTo>
                    <a:pt x="1047" y="6770"/>
                  </a:lnTo>
                  <a:close/>
                  <a:moveTo>
                    <a:pt x="2818" y="7138"/>
                  </a:moveTo>
                  <a:cubicBezTo>
                    <a:pt x="2822" y="7157"/>
                    <a:pt x="2821" y="7176"/>
                    <a:pt x="2820" y="7187"/>
                  </a:cubicBezTo>
                  <a:cubicBezTo>
                    <a:pt x="1902" y="7187"/>
                    <a:pt x="1902" y="7187"/>
                    <a:pt x="1902" y="7187"/>
                  </a:cubicBezTo>
                  <a:cubicBezTo>
                    <a:pt x="1902" y="7171"/>
                    <a:pt x="1903" y="7154"/>
                    <a:pt x="1903" y="7138"/>
                  </a:cubicBezTo>
                  <a:lnTo>
                    <a:pt x="2818" y="7138"/>
                  </a:lnTo>
                  <a:close/>
                  <a:moveTo>
                    <a:pt x="2294" y="6770"/>
                  </a:moveTo>
                  <a:cubicBezTo>
                    <a:pt x="2302" y="6785"/>
                    <a:pt x="2310" y="6799"/>
                    <a:pt x="2318" y="6812"/>
                  </a:cubicBezTo>
                  <a:cubicBezTo>
                    <a:pt x="2248" y="6848"/>
                    <a:pt x="2248" y="6848"/>
                    <a:pt x="2248" y="6848"/>
                  </a:cubicBezTo>
                  <a:cubicBezTo>
                    <a:pt x="2266" y="6881"/>
                    <a:pt x="2266" y="6881"/>
                    <a:pt x="2266" y="6881"/>
                  </a:cubicBezTo>
                  <a:cubicBezTo>
                    <a:pt x="2339" y="6842"/>
                    <a:pt x="2339" y="6842"/>
                    <a:pt x="2339" y="6842"/>
                  </a:cubicBezTo>
                  <a:cubicBezTo>
                    <a:pt x="2351" y="6858"/>
                    <a:pt x="2363" y="6873"/>
                    <a:pt x="2376" y="6886"/>
                  </a:cubicBezTo>
                  <a:cubicBezTo>
                    <a:pt x="2328" y="6936"/>
                    <a:pt x="2328" y="6936"/>
                    <a:pt x="2328" y="6936"/>
                  </a:cubicBezTo>
                  <a:cubicBezTo>
                    <a:pt x="2356" y="6962"/>
                    <a:pt x="2356" y="6962"/>
                    <a:pt x="2356" y="6962"/>
                  </a:cubicBezTo>
                  <a:cubicBezTo>
                    <a:pt x="2403" y="6912"/>
                    <a:pt x="2403" y="6912"/>
                    <a:pt x="2403" y="6912"/>
                  </a:cubicBezTo>
                  <a:cubicBezTo>
                    <a:pt x="2418" y="6925"/>
                    <a:pt x="2434" y="6937"/>
                    <a:pt x="2450" y="6947"/>
                  </a:cubicBezTo>
                  <a:cubicBezTo>
                    <a:pt x="2418" y="7009"/>
                    <a:pt x="2418" y="7009"/>
                    <a:pt x="2418" y="7009"/>
                  </a:cubicBezTo>
                  <a:cubicBezTo>
                    <a:pt x="2451" y="7026"/>
                    <a:pt x="2451" y="7026"/>
                    <a:pt x="2451" y="7026"/>
                  </a:cubicBezTo>
                  <a:cubicBezTo>
                    <a:pt x="2482" y="6966"/>
                    <a:pt x="2482" y="6966"/>
                    <a:pt x="2482" y="6966"/>
                  </a:cubicBezTo>
                  <a:cubicBezTo>
                    <a:pt x="2502" y="6977"/>
                    <a:pt x="2523" y="6987"/>
                    <a:pt x="2543" y="6994"/>
                  </a:cubicBezTo>
                  <a:cubicBezTo>
                    <a:pt x="2525" y="7051"/>
                    <a:pt x="2525" y="7051"/>
                    <a:pt x="2525" y="7051"/>
                  </a:cubicBezTo>
                  <a:cubicBezTo>
                    <a:pt x="2560" y="7063"/>
                    <a:pt x="2560" y="7063"/>
                    <a:pt x="2560" y="7063"/>
                  </a:cubicBezTo>
                  <a:cubicBezTo>
                    <a:pt x="2579" y="7007"/>
                    <a:pt x="2579" y="7007"/>
                    <a:pt x="2579" y="7007"/>
                  </a:cubicBezTo>
                  <a:cubicBezTo>
                    <a:pt x="2615" y="7018"/>
                    <a:pt x="2652" y="7026"/>
                    <a:pt x="2688" y="7032"/>
                  </a:cubicBezTo>
                  <a:cubicBezTo>
                    <a:pt x="2742" y="7041"/>
                    <a:pt x="2780" y="7062"/>
                    <a:pt x="2801" y="7095"/>
                  </a:cubicBezTo>
                  <a:cubicBezTo>
                    <a:pt x="2802" y="7097"/>
                    <a:pt x="2803" y="7099"/>
                    <a:pt x="2804" y="7100"/>
                  </a:cubicBezTo>
                  <a:cubicBezTo>
                    <a:pt x="1906" y="7100"/>
                    <a:pt x="1906" y="7100"/>
                    <a:pt x="1906" y="7100"/>
                  </a:cubicBezTo>
                  <a:cubicBezTo>
                    <a:pt x="1916" y="6951"/>
                    <a:pt x="1943" y="6824"/>
                    <a:pt x="1943" y="6822"/>
                  </a:cubicBezTo>
                  <a:cubicBezTo>
                    <a:pt x="1943" y="6821"/>
                    <a:pt x="1943" y="6819"/>
                    <a:pt x="1943" y="6817"/>
                  </a:cubicBezTo>
                  <a:cubicBezTo>
                    <a:pt x="1932" y="6654"/>
                    <a:pt x="1932" y="6654"/>
                    <a:pt x="1932" y="6654"/>
                  </a:cubicBezTo>
                  <a:cubicBezTo>
                    <a:pt x="2246" y="6654"/>
                    <a:pt x="2246" y="6654"/>
                    <a:pt x="2246" y="6654"/>
                  </a:cubicBezTo>
                  <a:cubicBezTo>
                    <a:pt x="2255" y="6683"/>
                    <a:pt x="2266" y="6709"/>
                    <a:pt x="2277" y="6734"/>
                  </a:cubicBezTo>
                  <a:cubicBezTo>
                    <a:pt x="2208" y="6740"/>
                    <a:pt x="2208" y="6740"/>
                    <a:pt x="2208" y="6740"/>
                  </a:cubicBezTo>
                  <a:cubicBezTo>
                    <a:pt x="2211" y="6777"/>
                    <a:pt x="2211" y="6777"/>
                    <a:pt x="2211" y="6777"/>
                  </a:cubicBezTo>
                  <a:lnTo>
                    <a:pt x="2294" y="6770"/>
                  </a:lnTo>
                  <a:close/>
                  <a:moveTo>
                    <a:pt x="2342" y="6616"/>
                  </a:moveTo>
                  <a:cubicBezTo>
                    <a:pt x="2260" y="6616"/>
                    <a:pt x="2260" y="6616"/>
                    <a:pt x="2260" y="6616"/>
                  </a:cubicBezTo>
                  <a:cubicBezTo>
                    <a:pt x="1912" y="6616"/>
                    <a:pt x="1912" y="6616"/>
                    <a:pt x="1912" y="6616"/>
                  </a:cubicBezTo>
                  <a:cubicBezTo>
                    <a:pt x="1801" y="6616"/>
                    <a:pt x="1801" y="6616"/>
                    <a:pt x="1801" y="6616"/>
                  </a:cubicBezTo>
                  <a:cubicBezTo>
                    <a:pt x="1669" y="3807"/>
                    <a:pt x="1669" y="3807"/>
                    <a:pt x="1669" y="3807"/>
                  </a:cubicBezTo>
                  <a:cubicBezTo>
                    <a:pt x="1843" y="3774"/>
                    <a:pt x="1843" y="3774"/>
                    <a:pt x="1843" y="3774"/>
                  </a:cubicBezTo>
                  <a:cubicBezTo>
                    <a:pt x="1836" y="3737"/>
                    <a:pt x="1836" y="3737"/>
                    <a:pt x="1836" y="3737"/>
                  </a:cubicBezTo>
                  <a:cubicBezTo>
                    <a:pt x="1537" y="3793"/>
                    <a:pt x="1537" y="3793"/>
                    <a:pt x="1537" y="3793"/>
                  </a:cubicBezTo>
                  <a:cubicBezTo>
                    <a:pt x="1529" y="3795"/>
                    <a:pt x="1523" y="3801"/>
                    <a:pt x="1522" y="3809"/>
                  </a:cubicBezTo>
                  <a:cubicBezTo>
                    <a:pt x="1161" y="6616"/>
                    <a:pt x="1161" y="6616"/>
                    <a:pt x="1161" y="6616"/>
                  </a:cubicBezTo>
                  <a:cubicBezTo>
                    <a:pt x="1013" y="6616"/>
                    <a:pt x="1013" y="6616"/>
                    <a:pt x="1013" y="6616"/>
                  </a:cubicBezTo>
                  <a:cubicBezTo>
                    <a:pt x="665" y="6616"/>
                    <a:pt x="665" y="6616"/>
                    <a:pt x="665" y="6616"/>
                  </a:cubicBezTo>
                  <a:cubicBezTo>
                    <a:pt x="657" y="6616"/>
                    <a:pt x="657" y="6616"/>
                    <a:pt x="657" y="6616"/>
                  </a:cubicBezTo>
                  <a:cubicBezTo>
                    <a:pt x="823" y="5006"/>
                    <a:pt x="823" y="5006"/>
                    <a:pt x="823" y="5006"/>
                  </a:cubicBezTo>
                  <a:cubicBezTo>
                    <a:pt x="823" y="4993"/>
                    <a:pt x="857" y="3743"/>
                    <a:pt x="1011" y="3400"/>
                  </a:cubicBezTo>
                  <a:cubicBezTo>
                    <a:pt x="1213" y="3428"/>
                    <a:pt x="1416" y="3438"/>
                    <a:pt x="1601" y="3438"/>
                  </a:cubicBezTo>
                  <a:cubicBezTo>
                    <a:pt x="1904" y="3438"/>
                    <a:pt x="2156" y="3412"/>
                    <a:pt x="2265" y="3398"/>
                  </a:cubicBezTo>
                  <a:lnTo>
                    <a:pt x="2342" y="6616"/>
                  </a:lnTo>
                  <a:close/>
                  <a:moveTo>
                    <a:pt x="3362" y="1872"/>
                  </a:moveTo>
                  <a:cubicBezTo>
                    <a:pt x="3167" y="2478"/>
                    <a:pt x="3167" y="2478"/>
                    <a:pt x="3167" y="2478"/>
                  </a:cubicBezTo>
                  <a:cubicBezTo>
                    <a:pt x="3132" y="2588"/>
                    <a:pt x="3036" y="2668"/>
                    <a:pt x="2922" y="2683"/>
                  </a:cubicBezTo>
                  <a:cubicBezTo>
                    <a:pt x="2819" y="2697"/>
                    <a:pt x="2719" y="2657"/>
                    <a:pt x="2653" y="2578"/>
                  </a:cubicBezTo>
                  <a:cubicBezTo>
                    <a:pt x="2428" y="2307"/>
                    <a:pt x="2428" y="2307"/>
                    <a:pt x="2428" y="2307"/>
                  </a:cubicBezTo>
                  <a:cubicBezTo>
                    <a:pt x="2447" y="1992"/>
                    <a:pt x="2458" y="1747"/>
                    <a:pt x="2458" y="1742"/>
                  </a:cubicBezTo>
                  <a:cubicBezTo>
                    <a:pt x="2421" y="1741"/>
                    <a:pt x="2421" y="1741"/>
                    <a:pt x="2421" y="1741"/>
                  </a:cubicBezTo>
                  <a:cubicBezTo>
                    <a:pt x="2420" y="1751"/>
                    <a:pt x="2376" y="2790"/>
                    <a:pt x="2303" y="3356"/>
                  </a:cubicBezTo>
                  <a:cubicBezTo>
                    <a:pt x="2202" y="3370"/>
                    <a:pt x="1572" y="3450"/>
                    <a:pt x="970" y="3356"/>
                  </a:cubicBezTo>
                  <a:cubicBezTo>
                    <a:pt x="997" y="2822"/>
                    <a:pt x="997" y="2822"/>
                    <a:pt x="997" y="2822"/>
                  </a:cubicBezTo>
                  <a:cubicBezTo>
                    <a:pt x="1305" y="2040"/>
                    <a:pt x="1305" y="2040"/>
                    <a:pt x="1305" y="2040"/>
                  </a:cubicBezTo>
                  <a:cubicBezTo>
                    <a:pt x="1270" y="2027"/>
                    <a:pt x="1270" y="2027"/>
                    <a:pt x="1270" y="2027"/>
                  </a:cubicBezTo>
                  <a:cubicBezTo>
                    <a:pt x="594" y="3741"/>
                    <a:pt x="594" y="3741"/>
                    <a:pt x="594" y="3741"/>
                  </a:cubicBezTo>
                  <a:cubicBezTo>
                    <a:pt x="236" y="3622"/>
                    <a:pt x="236" y="3622"/>
                    <a:pt x="236" y="3622"/>
                  </a:cubicBezTo>
                  <a:cubicBezTo>
                    <a:pt x="286" y="3461"/>
                    <a:pt x="667" y="2241"/>
                    <a:pt x="830" y="1870"/>
                  </a:cubicBezTo>
                  <a:cubicBezTo>
                    <a:pt x="937" y="1629"/>
                    <a:pt x="1249" y="1544"/>
                    <a:pt x="1456" y="1515"/>
                  </a:cubicBezTo>
                  <a:cubicBezTo>
                    <a:pt x="1479" y="1549"/>
                    <a:pt x="1564" y="1654"/>
                    <a:pt x="1750" y="1671"/>
                  </a:cubicBezTo>
                  <a:cubicBezTo>
                    <a:pt x="1762" y="1672"/>
                    <a:pt x="1772" y="1672"/>
                    <a:pt x="1783" y="1672"/>
                  </a:cubicBezTo>
                  <a:cubicBezTo>
                    <a:pt x="1957" y="1672"/>
                    <a:pt x="2057" y="1548"/>
                    <a:pt x="2083" y="1512"/>
                  </a:cubicBezTo>
                  <a:cubicBezTo>
                    <a:pt x="2307" y="1534"/>
                    <a:pt x="2307" y="1534"/>
                    <a:pt x="2307" y="1534"/>
                  </a:cubicBezTo>
                  <a:cubicBezTo>
                    <a:pt x="2476" y="1551"/>
                    <a:pt x="2622" y="1652"/>
                    <a:pt x="2699" y="1803"/>
                  </a:cubicBezTo>
                  <a:cubicBezTo>
                    <a:pt x="2852" y="2105"/>
                    <a:pt x="2852" y="2105"/>
                    <a:pt x="2852" y="2105"/>
                  </a:cubicBezTo>
                  <a:cubicBezTo>
                    <a:pt x="2771" y="2264"/>
                    <a:pt x="2771" y="2264"/>
                    <a:pt x="2771" y="2264"/>
                  </a:cubicBezTo>
                  <a:cubicBezTo>
                    <a:pt x="2804" y="2281"/>
                    <a:pt x="2804" y="2281"/>
                    <a:pt x="2804" y="2281"/>
                  </a:cubicBezTo>
                  <a:cubicBezTo>
                    <a:pt x="3088" y="1725"/>
                    <a:pt x="3088" y="1725"/>
                    <a:pt x="3088" y="1725"/>
                  </a:cubicBezTo>
                  <a:cubicBezTo>
                    <a:pt x="3147" y="1757"/>
                    <a:pt x="3147" y="1757"/>
                    <a:pt x="3147" y="1757"/>
                  </a:cubicBezTo>
                  <a:cubicBezTo>
                    <a:pt x="3082" y="1977"/>
                    <a:pt x="3082" y="1977"/>
                    <a:pt x="3082" y="1977"/>
                  </a:cubicBezTo>
                  <a:cubicBezTo>
                    <a:pt x="3079" y="1987"/>
                    <a:pt x="3085" y="1998"/>
                    <a:pt x="3095" y="2001"/>
                  </a:cubicBezTo>
                  <a:cubicBezTo>
                    <a:pt x="3252" y="2047"/>
                    <a:pt x="3252" y="2047"/>
                    <a:pt x="3252" y="2047"/>
                  </a:cubicBezTo>
                  <a:cubicBezTo>
                    <a:pt x="3254" y="2047"/>
                    <a:pt x="3256" y="2047"/>
                    <a:pt x="3258" y="2047"/>
                  </a:cubicBezTo>
                  <a:cubicBezTo>
                    <a:pt x="3261" y="2047"/>
                    <a:pt x="3264" y="2047"/>
                    <a:pt x="3267" y="2045"/>
                  </a:cubicBezTo>
                  <a:cubicBezTo>
                    <a:pt x="3271" y="2043"/>
                    <a:pt x="3274" y="2039"/>
                    <a:pt x="3276" y="2034"/>
                  </a:cubicBezTo>
                  <a:cubicBezTo>
                    <a:pt x="3328" y="1854"/>
                    <a:pt x="3328" y="1854"/>
                    <a:pt x="3328" y="1854"/>
                  </a:cubicBezTo>
                  <a:lnTo>
                    <a:pt x="3362" y="1872"/>
                  </a:lnTo>
                  <a:close/>
                  <a:moveTo>
                    <a:pt x="3488" y="1486"/>
                  </a:moveTo>
                  <a:cubicBezTo>
                    <a:pt x="3504" y="1554"/>
                    <a:pt x="3455" y="1656"/>
                    <a:pt x="3416" y="1700"/>
                  </a:cubicBezTo>
                  <a:cubicBezTo>
                    <a:pt x="3416" y="1700"/>
                    <a:pt x="3416" y="1700"/>
                    <a:pt x="3416" y="1700"/>
                  </a:cubicBezTo>
                  <a:cubicBezTo>
                    <a:pt x="3407" y="1710"/>
                    <a:pt x="3395" y="1722"/>
                    <a:pt x="3383" y="1723"/>
                  </a:cubicBezTo>
                  <a:cubicBezTo>
                    <a:pt x="3364" y="1724"/>
                    <a:pt x="3346" y="1699"/>
                    <a:pt x="3339" y="1674"/>
                  </a:cubicBezTo>
                  <a:cubicBezTo>
                    <a:pt x="3323" y="1623"/>
                    <a:pt x="3332" y="1480"/>
                    <a:pt x="3381" y="1436"/>
                  </a:cubicBezTo>
                  <a:cubicBezTo>
                    <a:pt x="3390" y="1427"/>
                    <a:pt x="3401" y="1422"/>
                    <a:pt x="3413" y="1422"/>
                  </a:cubicBezTo>
                  <a:cubicBezTo>
                    <a:pt x="3421" y="1422"/>
                    <a:pt x="3430" y="1424"/>
                    <a:pt x="3440" y="1428"/>
                  </a:cubicBezTo>
                  <a:cubicBezTo>
                    <a:pt x="3466" y="1439"/>
                    <a:pt x="3482" y="1458"/>
                    <a:pt x="3488" y="1486"/>
                  </a:cubicBezTo>
                  <a:close/>
                  <a:moveTo>
                    <a:pt x="3426" y="1386"/>
                  </a:moveTo>
                  <a:cubicBezTo>
                    <a:pt x="3394" y="1382"/>
                    <a:pt x="3370" y="1395"/>
                    <a:pt x="3356" y="1408"/>
                  </a:cubicBezTo>
                  <a:cubicBezTo>
                    <a:pt x="3293" y="1465"/>
                    <a:pt x="3284" y="1624"/>
                    <a:pt x="3303" y="1686"/>
                  </a:cubicBezTo>
                  <a:cubicBezTo>
                    <a:pt x="3308" y="1701"/>
                    <a:pt x="3315" y="1716"/>
                    <a:pt x="3326" y="1729"/>
                  </a:cubicBezTo>
                  <a:cubicBezTo>
                    <a:pt x="3245" y="2006"/>
                    <a:pt x="3245" y="2006"/>
                    <a:pt x="3245" y="2006"/>
                  </a:cubicBezTo>
                  <a:cubicBezTo>
                    <a:pt x="3123" y="1970"/>
                    <a:pt x="3123" y="1970"/>
                    <a:pt x="3123" y="1970"/>
                  </a:cubicBezTo>
                  <a:cubicBezTo>
                    <a:pt x="3281" y="1429"/>
                    <a:pt x="3281" y="1429"/>
                    <a:pt x="3281" y="1429"/>
                  </a:cubicBezTo>
                  <a:cubicBezTo>
                    <a:pt x="3311" y="1414"/>
                    <a:pt x="3342" y="1391"/>
                    <a:pt x="3353" y="1358"/>
                  </a:cubicBezTo>
                  <a:cubicBezTo>
                    <a:pt x="3360" y="1335"/>
                    <a:pt x="3358" y="1316"/>
                    <a:pt x="3346" y="1302"/>
                  </a:cubicBezTo>
                  <a:cubicBezTo>
                    <a:pt x="3340" y="1295"/>
                    <a:pt x="3332" y="1290"/>
                    <a:pt x="3323" y="1287"/>
                  </a:cubicBezTo>
                  <a:cubicBezTo>
                    <a:pt x="3401" y="1016"/>
                    <a:pt x="3401" y="1016"/>
                    <a:pt x="3401" y="1016"/>
                  </a:cubicBezTo>
                  <a:cubicBezTo>
                    <a:pt x="3421" y="1025"/>
                    <a:pt x="3441" y="1032"/>
                    <a:pt x="3461" y="1038"/>
                  </a:cubicBezTo>
                  <a:cubicBezTo>
                    <a:pt x="3482" y="1044"/>
                    <a:pt x="3502" y="1049"/>
                    <a:pt x="3523" y="1052"/>
                  </a:cubicBezTo>
                  <a:lnTo>
                    <a:pt x="3426" y="1386"/>
                  </a:lnTo>
                  <a:close/>
                  <a:moveTo>
                    <a:pt x="4071" y="674"/>
                  </a:moveTo>
                  <a:cubicBezTo>
                    <a:pt x="3996" y="930"/>
                    <a:pt x="3727" y="1077"/>
                    <a:pt x="3472" y="1003"/>
                  </a:cubicBezTo>
                  <a:cubicBezTo>
                    <a:pt x="3348" y="966"/>
                    <a:pt x="3245" y="884"/>
                    <a:pt x="3183" y="771"/>
                  </a:cubicBezTo>
                  <a:cubicBezTo>
                    <a:pt x="3121" y="658"/>
                    <a:pt x="3107" y="527"/>
                    <a:pt x="3143" y="403"/>
                  </a:cubicBezTo>
                  <a:cubicBezTo>
                    <a:pt x="3143" y="403"/>
                    <a:pt x="3143" y="403"/>
                    <a:pt x="3143" y="403"/>
                  </a:cubicBezTo>
                  <a:cubicBezTo>
                    <a:pt x="3179" y="279"/>
                    <a:pt x="3261" y="177"/>
                    <a:pt x="3375" y="115"/>
                  </a:cubicBezTo>
                  <a:cubicBezTo>
                    <a:pt x="3447" y="75"/>
                    <a:pt x="3526" y="55"/>
                    <a:pt x="3606" y="55"/>
                  </a:cubicBezTo>
                  <a:cubicBezTo>
                    <a:pt x="3652" y="55"/>
                    <a:pt x="3697" y="61"/>
                    <a:pt x="3742" y="75"/>
                  </a:cubicBezTo>
                  <a:cubicBezTo>
                    <a:pt x="3998" y="149"/>
                    <a:pt x="4146" y="418"/>
                    <a:pt x="4071" y="674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23" name="Freeform 116"/>
            <p:cNvSpPr>
              <a:spLocks noEditPoints="1"/>
            </p:cNvSpPr>
            <p:nvPr/>
          </p:nvSpPr>
          <p:spPr bwMode="auto">
            <a:xfrm>
              <a:off x="6776369" y="2632714"/>
              <a:ext cx="377684" cy="358342"/>
            </a:xfrm>
            <a:custGeom>
              <a:avLst/>
              <a:gdLst>
                <a:gd name="T0" fmla="*/ 518 w 798"/>
                <a:gd name="T1" fmla="*/ 28 h 757"/>
                <a:gd name="T2" fmla="*/ 235 w 798"/>
                <a:gd name="T3" fmla="*/ 59 h 757"/>
                <a:gd name="T4" fmla="*/ 57 w 798"/>
                <a:gd name="T5" fmla="*/ 280 h 757"/>
                <a:gd name="T6" fmla="*/ 310 w 798"/>
                <a:gd name="T7" fmla="*/ 741 h 757"/>
                <a:gd name="T8" fmla="*/ 414 w 798"/>
                <a:gd name="T9" fmla="*/ 756 h 757"/>
                <a:gd name="T10" fmla="*/ 770 w 798"/>
                <a:gd name="T11" fmla="*/ 489 h 757"/>
                <a:gd name="T12" fmla="*/ 740 w 798"/>
                <a:gd name="T13" fmla="*/ 206 h 757"/>
                <a:gd name="T14" fmla="*/ 518 w 798"/>
                <a:gd name="T15" fmla="*/ 28 h 757"/>
                <a:gd name="T16" fmla="*/ 735 w 798"/>
                <a:gd name="T17" fmla="*/ 478 h 757"/>
                <a:gd name="T18" fmla="*/ 320 w 798"/>
                <a:gd name="T19" fmla="*/ 705 h 757"/>
                <a:gd name="T20" fmla="*/ 93 w 798"/>
                <a:gd name="T21" fmla="*/ 291 h 757"/>
                <a:gd name="T22" fmla="*/ 253 w 798"/>
                <a:gd name="T23" fmla="*/ 92 h 757"/>
                <a:gd name="T24" fmla="*/ 413 w 798"/>
                <a:gd name="T25" fmla="*/ 50 h 757"/>
                <a:gd name="T26" fmla="*/ 507 w 798"/>
                <a:gd name="T27" fmla="*/ 64 h 757"/>
                <a:gd name="T28" fmla="*/ 707 w 798"/>
                <a:gd name="T29" fmla="*/ 224 h 757"/>
                <a:gd name="T30" fmla="*/ 735 w 798"/>
                <a:gd name="T31" fmla="*/ 478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98" h="757">
                  <a:moveTo>
                    <a:pt x="518" y="28"/>
                  </a:moveTo>
                  <a:cubicBezTo>
                    <a:pt x="423" y="0"/>
                    <a:pt x="322" y="11"/>
                    <a:pt x="235" y="59"/>
                  </a:cubicBezTo>
                  <a:cubicBezTo>
                    <a:pt x="148" y="107"/>
                    <a:pt x="85" y="185"/>
                    <a:pt x="57" y="280"/>
                  </a:cubicBezTo>
                  <a:cubicBezTo>
                    <a:pt x="0" y="477"/>
                    <a:pt x="113" y="684"/>
                    <a:pt x="310" y="741"/>
                  </a:cubicBezTo>
                  <a:cubicBezTo>
                    <a:pt x="344" y="751"/>
                    <a:pt x="379" y="756"/>
                    <a:pt x="414" y="756"/>
                  </a:cubicBezTo>
                  <a:cubicBezTo>
                    <a:pt x="575" y="756"/>
                    <a:pt x="723" y="651"/>
                    <a:pt x="770" y="489"/>
                  </a:cubicBezTo>
                  <a:cubicBezTo>
                    <a:pt x="798" y="393"/>
                    <a:pt x="787" y="293"/>
                    <a:pt x="740" y="206"/>
                  </a:cubicBezTo>
                  <a:cubicBezTo>
                    <a:pt x="692" y="119"/>
                    <a:pt x="613" y="56"/>
                    <a:pt x="518" y="28"/>
                  </a:cubicBezTo>
                  <a:close/>
                  <a:moveTo>
                    <a:pt x="735" y="478"/>
                  </a:moveTo>
                  <a:cubicBezTo>
                    <a:pt x="683" y="655"/>
                    <a:pt x="497" y="757"/>
                    <a:pt x="320" y="705"/>
                  </a:cubicBezTo>
                  <a:cubicBezTo>
                    <a:pt x="143" y="654"/>
                    <a:pt x="42" y="468"/>
                    <a:pt x="93" y="291"/>
                  </a:cubicBezTo>
                  <a:cubicBezTo>
                    <a:pt x="118" y="205"/>
                    <a:pt x="175" y="134"/>
                    <a:pt x="253" y="92"/>
                  </a:cubicBezTo>
                  <a:cubicBezTo>
                    <a:pt x="303" y="64"/>
                    <a:pt x="358" y="50"/>
                    <a:pt x="413" y="50"/>
                  </a:cubicBezTo>
                  <a:cubicBezTo>
                    <a:pt x="445" y="50"/>
                    <a:pt x="476" y="55"/>
                    <a:pt x="507" y="64"/>
                  </a:cubicBezTo>
                  <a:cubicBezTo>
                    <a:pt x="593" y="89"/>
                    <a:pt x="664" y="146"/>
                    <a:pt x="707" y="224"/>
                  </a:cubicBezTo>
                  <a:cubicBezTo>
                    <a:pt x="750" y="302"/>
                    <a:pt x="760" y="392"/>
                    <a:pt x="735" y="478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24" name="Freeform 117"/>
            <p:cNvSpPr>
              <a:spLocks noEditPoints="1"/>
            </p:cNvSpPr>
            <p:nvPr/>
          </p:nvSpPr>
          <p:spPr bwMode="auto">
            <a:xfrm>
              <a:off x="6211370" y="5767186"/>
              <a:ext cx="89585" cy="88567"/>
            </a:xfrm>
            <a:custGeom>
              <a:avLst/>
              <a:gdLst>
                <a:gd name="T0" fmla="*/ 94 w 189"/>
                <a:gd name="T1" fmla="*/ 0 h 188"/>
                <a:gd name="T2" fmla="*/ 0 w 189"/>
                <a:gd name="T3" fmla="*/ 94 h 188"/>
                <a:gd name="T4" fmla="*/ 94 w 189"/>
                <a:gd name="T5" fmla="*/ 188 h 188"/>
                <a:gd name="T6" fmla="*/ 189 w 189"/>
                <a:gd name="T7" fmla="*/ 94 h 188"/>
                <a:gd name="T8" fmla="*/ 94 w 189"/>
                <a:gd name="T9" fmla="*/ 0 h 188"/>
                <a:gd name="T10" fmla="*/ 94 w 189"/>
                <a:gd name="T11" fmla="*/ 151 h 188"/>
                <a:gd name="T12" fmla="*/ 38 w 189"/>
                <a:gd name="T13" fmla="*/ 94 h 188"/>
                <a:gd name="T14" fmla="*/ 94 w 189"/>
                <a:gd name="T15" fmla="*/ 37 h 188"/>
                <a:gd name="T16" fmla="*/ 151 w 189"/>
                <a:gd name="T17" fmla="*/ 94 h 188"/>
                <a:gd name="T18" fmla="*/ 94 w 189"/>
                <a:gd name="T19" fmla="*/ 151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9" h="188">
                  <a:moveTo>
                    <a:pt x="94" y="0"/>
                  </a:moveTo>
                  <a:cubicBezTo>
                    <a:pt x="43" y="0"/>
                    <a:pt x="0" y="42"/>
                    <a:pt x="0" y="94"/>
                  </a:cubicBezTo>
                  <a:cubicBezTo>
                    <a:pt x="0" y="146"/>
                    <a:pt x="43" y="188"/>
                    <a:pt x="94" y="188"/>
                  </a:cubicBezTo>
                  <a:cubicBezTo>
                    <a:pt x="146" y="188"/>
                    <a:pt x="189" y="146"/>
                    <a:pt x="189" y="94"/>
                  </a:cubicBezTo>
                  <a:cubicBezTo>
                    <a:pt x="189" y="42"/>
                    <a:pt x="146" y="0"/>
                    <a:pt x="94" y="0"/>
                  </a:cubicBezTo>
                  <a:close/>
                  <a:moveTo>
                    <a:pt x="94" y="151"/>
                  </a:moveTo>
                  <a:cubicBezTo>
                    <a:pt x="63" y="151"/>
                    <a:pt x="38" y="125"/>
                    <a:pt x="38" y="94"/>
                  </a:cubicBezTo>
                  <a:cubicBezTo>
                    <a:pt x="38" y="63"/>
                    <a:pt x="63" y="37"/>
                    <a:pt x="94" y="37"/>
                  </a:cubicBezTo>
                  <a:cubicBezTo>
                    <a:pt x="126" y="37"/>
                    <a:pt x="151" y="63"/>
                    <a:pt x="151" y="94"/>
                  </a:cubicBezTo>
                  <a:cubicBezTo>
                    <a:pt x="151" y="125"/>
                    <a:pt x="126" y="151"/>
                    <a:pt x="94" y="151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25" name="Freeform 118"/>
            <p:cNvSpPr>
              <a:spLocks noEditPoints="1"/>
            </p:cNvSpPr>
            <p:nvPr/>
          </p:nvSpPr>
          <p:spPr bwMode="auto">
            <a:xfrm>
              <a:off x="5621939" y="5767186"/>
              <a:ext cx="88567" cy="88567"/>
            </a:xfrm>
            <a:custGeom>
              <a:avLst/>
              <a:gdLst>
                <a:gd name="T0" fmla="*/ 94 w 188"/>
                <a:gd name="T1" fmla="*/ 0 h 188"/>
                <a:gd name="T2" fmla="*/ 0 w 188"/>
                <a:gd name="T3" fmla="*/ 94 h 188"/>
                <a:gd name="T4" fmla="*/ 94 w 188"/>
                <a:gd name="T5" fmla="*/ 188 h 188"/>
                <a:gd name="T6" fmla="*/ 188 w 188"/>
                <a:gd name="T7" fmla="*/ 94 h 188"/>
                <a:gd name="T8" fmla="*/ 94 w 188"/>
                <a:gd name="T9" fmla="*/ 0 h 188"/>
                <a:gd name="T10" fmla="*/ 94 w 188"/>
                <a:gd name="T11" fmla="*/ 151 h 188"/>
                <a:gd name="T12" fmla="*/ 37 w 188"/>
                <a:gd name="T13" fmla="*/ 94 h 188"/>
                <a:gd name="T14" fmla="*/ 94 w 188"/>
                <a:gd name="T15" fmla="*/ 37 h 188"/>
                <a:gd name="T16" fmla="*/ 150 w 188"/>
                <a:gd name="T17" fmla="*/ 94 h 188"/>
                <a:gd name="T18" fmla="*/ 94 w 188"/>
                <a:gd name="T19" fmla="*/ 151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8" h="188">
                  <a:moveTo>
                    <a:pt x="94" y="0"/>
                  </a:moveTo>
                  <a:cubicBezTo>
                    <a:pt x="42" y="0"/>
                    <a:pt x="0" y="42"/>
                    <a:pt x="0" y="94"/>
                  </a:cubicBezTo>
                  <a:cubicBezTo>
                    <a:pt x="0" y="146"/>
                    <a:pt x="42" y="188"/>
                    <a:pt x="94" y="188"/>
                  </a:cubicBezTo>
                  <a:cubicBezTo>
                    <a:pt x="145" y="188"/>
                    <a:pt x="188" y="146"/>
                    <a:pt x="188" y="94"/>
                  </a:cubicBezTo>
                  <a:cubicBezTo>
                    <a:pt x="188" y="42"/>
                    <a:pt x="145" y="0"/>
                    <a:pt x="94" y="0"/>
                  </a:cubicBezTo>
                  <a:close/>
                  <a:moveTo>
                    <a:pt x="94" y="151"/>
                  </a:moveTo>
                  <a:cubicBezTo>
                    <a:pt x="62" y="151"/>
                    <a:pt x="37" y="125"/>
                    <a:pt x="37" y="94"/>
                  </a:cubicBezTo>
                  <a:cubicBezTo>
                    <a:pt x="37" y="63"/>
                    <a:pt x="62" y="37"/>
                    <a:pt x="94" y="37"/>
                  </a:cubicBezTo>
                  <a:cubicBezTo>
                    <a:pt x="125" y="37"/>
                    <a:pt x="150" y="63"/>
                    <a:pt x="150" y="94"/>
                  </a:cubicBezTo>
                  <a:cubicBezTo>
                    <a:pt x="150" y="125"/>
                    <a:pt x="125" y="151"/>
                    <a:pt x="94" y="151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26" name="Freeform 119"/>
            <p:cNvSpPr/>
            <p:nvPr/>
          </p:nvSpPr>
          <p:spPr bwMode="auto">
            <a:xfrm>
              <a:off x="6007767" y="3615100"/>
              <a:ext cx="271810" cy="371576"/>
            </a:xfrm>
            <a:custGeom>
              <a:avLst/>
              <a:gdLst>
                <a:gd name="T0" fmla="*/ 0 w 573"/>
                <a:gd name="T1" fmla="*/ 761 h 785"/>
                <a:gd name="T2" fmla="*/ 29 w 573"/>
                <a:gd name="T3" fmla="*/ 785 h 785"/>
                <a:gd name="T4" fmla="*/ 573 w 573"/>
                <a:gd name="T5" fmla="*/ 19 h 785"/>
                <a:gd name="T6" fmla="*/ 541 w 573"/>
                <a:gd name="T7" fmla="*/ 0 h 785"/>
                <a:gd name="T8" fmla="*/ 0 w 573"/>
                <a:gd name="T9" fmla="*/ 761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3" h="785">
                  <a:moveTo>
                    <a:pt x="0" y="761"/>
                  </a:moveTo>
                  <a:cubicBezTo>
                    <a:pt x="29" y="785"/>
                    <a:pt x="29" y="785"/>
                    <a:pt x="29" y="785"/>
                  </a:cubicBezTo>
                  <a:cubicBezTo>
                    <a:pt x="230" y="546"/>
                    <a:pt x="413" y="288"/>
                    <a:pt x="573" y="19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382" y="267"/>
                    <a:pt x="200" y="523"/>
                    <a:pt x="0" y="761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</p:grpSp>
      <p:pic>
        <p:nvPicPr>
          <p:cNvPr id="149" name="图形 14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236" y="129438"/>
            <a:ext cx="710568" cy="710568"/>
          </a:xfrm>
          <a:prstGeom prst="rect">
            <a:avLst/>
          </a:prstGeom>
        </p:spPr>
      </p:pic>
      <p:sp>
        <p:nvSpPr>
          <p:cNvPr id="150" name="矩形 149"/>
          <p:cNvSpPr/>
          <p:nvPr/>
        </p:nvSpPr>
        <p:spPr>
          <a:xfrm>
            <a:off x="1038236" y="617522"/>
            <a:ext cx="14059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B52F"/>
                </a:solidFill>
                <a:latin typeface="MuseoModerno Black" pitchFamily="2" charset="0"/>
                <a:cs typeface="Manrope SemiBold" charset="0"/>
              </a:rPr>
              <a:t>logo here</a:t>
            </a:r>
            <a:endParaRPr lang="zh-CN" altLang="en-US" sz="1600" dirty="0">
              <a:solidFill>
                <a:srgbClr val="FFB52F"/>
              </a:solidFill>
              <a:latin typeface="MuseoModerno Black" pitchFamily="2" charset="0"/>
              <a:cs typeface="Manrope SemiBold" charset="0"/>
            </a:endParaRPr>
          </a:p>
        </p:txBody>
      </p:sp>
      <p:pic>
        <p:nvPicPr>
          <p:cNvPr id="153" name="图形 15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03106" y="787894"/>
            <a:ext cx="577945" cy="365018"/>
          </a:xfrm>
          <a:prstGeom prst="rect">
            <a:avLst/>
          </a:prstGeom>
        </p:spPr>
      </p:pic>
      <p:pic>
        <p:nvPicPr>
          <p:cNvPr id="155" name="图形 15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8707" y="6218521"/>
            <a:ext cx="424888" cy="424888"/>
          </a:xfrm>
          <a:prstGeom prst="rect">
            <a:avLst/>
          </a:prstGeom>
        </p:spPr>
      </p:pic>
      <p:pic>
        <p:nvPicPr>
          <p:cNvPr id="156" name="图形 155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99108" y="6205523"/>
            <a:ext cx="450884" cy="450884"/>
          </a:xfrm>
          <a:prstGeom prst="rect">
            <a:avLst/>
          </a:prstGeom>
        </p:spPr>
      </p:pic>
      <p:pic>
        <p:nvPicPr>
          <p:cNvPr id="157" name="图形 156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10827948" y="6383661"/>
            <a:ext cx="514098" cy="158184"/>
          </a:xfrm>
          <a:prstGeom prst="rect">
            <a:avLst/>
          </a:prstGeom>
        </p:spPr>
      </p:pic>
      <p:sp>
        <p:nvSpPr>
          <p:cNvPr id="138" name="矩形 137"/>
          <p:cNvSpPr/>
          <p:nvPr/>
        </p:nvSpPr>
        <p:spPr>
          <a:xfrm>
            <a:off x="916804" y="1630930"/>
            <a:ext cx="567095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0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Company Organizational </a:t>
            </a:r>
            <a:endParaRPr lang="zh-CN" altLang="en-US" sz="50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1038236" y="3893986"/>
            <a:ext cx="852530" cy="397434"/>
            <a:chOff x="3971239" y="1943294"/>
            <a:chExt cx="1163867" cy="542573"/>
          </a:xfrm>
        </p:grpSpPr>
        <p:sp>
          <p:nvSpPr>
            <p:cNvPr id="139" name="椭圆 138"/>
            <p:cNvSpPr/>
            <p:nvPr/>
          </p:nvSpPr>
          <p:spPr>
            <a:xfrm>
              <a:off x="3971239" y="1943294"/>
              <a:ext cx="542573" cy="542573"/>
            </a:xfrm>
            <a:prstGeom prst="ellipse">
              <a:avLst/>
            </a:prstGeom>
            <a:solidFill>
              <a:srgbClr val="FFB52F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Manrope SemiBold" charset="0"/>
              </a:endParaRPr>
            </a:p>
          </p:txBody>
        </p:sp>
        <p:sp>
          <p:nvSpPr>
            <p:cNvPr id="140" name="椭圆 139"/>
            <p:cNvSpPr/>
            <p:nvPr/>
          </p:nvSpPr>
          <p:spPr>
            <a:xfrm>
              <a:off x="4592533" y="1943294"/>
              <a:ext cx="542573" cy="542573"/>
            </a:xfrm>
            <a:prstGeom prst="ellipse">
              <a:avLst/>
            </a:prstGeom>
            <a:solidFill>
              <a:srgbClr val="FFB52F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Manrope SemiBold" charset="0"/>
              </a:endParaRPr>
            </a:p>
          </p:txBody>
        </p:sp>
        <p:sp>
          <p:nvSpPr>
            <p:cNvPr id="142" name="Oval 140"/>
            <p:cNvSpPr/>
            <p:nvPr/>
          </p:nvSpPr>
          <p:spPr>
            <a:xfrm>
              <a:off x="4137894" y="2119906"/>
              <a:ext cx="209263" cy="189349"/>
            </a:xfrm>
            <a:custGeom>
              <a:avLst/>
              <a:gdLst>
                <a:gd name="connsiteX0" fmla="*/ 362353 w 606580"/>
                <a:gd name="connsiteY0" fmla="*/ 250084 h 548858"/>
                <a:gd name="connsiteX1" fmla="*/ 513151 w 606580"/>
                <a:gd name="connsiteY1" fmla="*/ 250084 h 548858"/>
                <a:gd name="connsiteX2" fmla="*/ 513151 w 606580"/>
                <a:gd name="connsiteY2" fmla="*/ 287907 h 548858"/>
                <a:gd name="connsiteX3" fmla="*/ 362353 w 606580"/>
                <a:gd name="connsiteY3" fmla="*/ 287907 h 548858"/>
                <a:gd name="connsiteX4" fmla="*/ 362353 w 606580"/>
                <a:gd name="connsiteY4" fmla="*/ 193349 h 548858"/>
                <a:gd name="connsiteX5" fmla="*/ 513151 w 606580"/>
                <a:gd name="connsiteY5" fmla="*/ 193349 h 548858"/>
                <a:gd name="connsiteX6" fmla="*/ 513151 w 606580"/>
                <a:gd name="connsiteY6" fmla="*/ 231172 h 548858"/>
                <a:gd name="connsiteX7" fmla="*/ 362353 w 606580"/>
                <a:gd name="connsiteY7" fmla="*/ 231172 h 548858"/>
                <a:gd name="connsiteX8" fmla="*/ 228608 w 606580"/>
                <a:gd name="connsiteY8" fmla="*/ 151254 h 548858"/>
                <a:gd name="connsiteX9" fmla="*/ 228608 w 606580"/>
                <a:gd name="connsiteY9" fmla="*/ 195378 h 548858"/>
                <a:gd name="connsiteX10" fmla="*/ 275122 w 606580"/>
                <a:gd name="connsiteY10" fmla="*/ 195378 h 548858"/>
                <a:gd name="connsiteX11" fmla="*/ 228608 w 606580"/>
                <a:gd name="connsiteY11" fmla="*/ 151254 h 548858"/>
                <a:gd name="connsiteX12" fmla="*/ 190635 w 606580"/>
                <a:gd name="connsiteY12" fmla="*/ 148843 h 548858"/>
                <a:gd name="connsiteX13" fmla="*/ 131402 w 606580"/>
                <a:gd name="connsiteY13" fmla="*/ 221611 h 548858"/>
                <a:gd name="connsiteX14" fmla="*/ 205769 w 606580"/>
                <a:gd name="connsiteY14" fmla="*/ 295862 h 548858"/>
                <a:gd name="connsiteX15" fmla="*/ 279022 w 606580"/>
                <a:gd name="connsiteY15" fmla="*/ 233291 h 548858"/>
                <a:gd name="connsiteX16" fmla="*/ 190635 w 606580"/>
                <a:gd name="connsiteY16" fmla="*/ 233291 h 548858"/>
                <a:gd name="connsiteX17" fmla="*/ 362353 w 606580"/>
                <a:gd name="connsiteY17" fmla="*/ 133086 h 548858"/>
                <a:gd name="connsiteX18" fmla="*/ 513151 w 606580"/>
                <a:gd name="connsiteY18" fmla="*/ 133086 h 548858"/>
                <a:gd name="connsiteX19" fmla="*/ 513151 w 606580"/>
                <a:gd name="connsiteY19" fmla="*/ 171050 h 548858"/>
                <a:gd name="connsiteX20" fmla="*/ 362353 w 606580"/>
                <a:gd name="connsiteY20" fmla="*/ 171050 h 548858"/>
                <a:gd name="connsiteX21" fmla="*/ 205769 w 606580"/>
                <a:gd name="connsiteY21" fmla="*/ 109447 h 548858"/>
                <a:gd name="connsiteX22" fmla="*/ 318109 w 606580"/>
                <a:gd name="connsiteY22" fmla="*/ 221611 h 548858"/>
                <a:gd name="connsiteX23" fmla="*/ 205769 w 606580"/>
                <a:gd name="connsiteY23" fmla="*/ 333775 h 548858"/>
                <a:gd name="connsiteX24" fmla="*/ 93429 w 606580"/>
                <a:gd name="connsiteY24" fmla="*/ 221611 h 548858"/>
                <a:gd name="connsiteX25" fmla="*/ 205769 w 606580"/>
                <a:gd name="connsiteY25" fmla="*/ 109447 h 548858"/>
                <a:gd name="connsiteX26" fmla="*/ 37882 w 606580"/>
                <a:gd name="connsiteY26" fmla="*/ 37913 h 548858"/>
                <a:gd name="connsiteX27" fmla="*/ 37882 w 606580"/>
                <a:gd name="connsiteY27" fmla="*/ 405363 h 548858"/>
                <a:gd name="connsiteX28" fmla="*/ 568698 w 606580"/>
                <a:gd name="connsiteY28" fmla="*/ 405363 h 548858"/>
                <a:gd name="connsiteX29" fmla="*/ 568698 w 606580"/>
                <a:gd name="connsiteY29" fmla="*/ 37913 h 548858"/>
                <a:gd name="connsiteX30" fmla="*/ 18941 w 606580"/>
                <a:gd name="connsiteY30" fmla="*/ 0 h 548858"/>
                <a:gd name="connsiteX31" fmla="*/ 587639 w 606580"/>
                <a:gd name="connsiteY31" fmla="*/ 0 h 548858"/>
                <a:gd name="connsiteX32" fmla="*/ 606580 w 606580"/>
                <a:gd name="connsiteY32" fmla="*/ 18910 h 548858"/>
                <a:gd name="connsiteX33" fmla="*/ 606580 w 606580"/>
                <a:gd name="connsiteY33" fmla="*/ 424273 h 548858"/>
                <a:gd name="connsiteX34" fmla="*/ 587639 w 606580"/>
                <a:gd name="connsiteY34" fmla="*/ 443184 h 548858"/>
                <a:gd name="connsiteX35" fmla="*/ 322277 w 606580"/>
                <a:gd name="connsiteY35" fmla="*/ 443184 h 548858"/>
                <a:gd name="connsiteX36" fmla="*/ 322277 w 606580"/>
                <a:gd name="connsiteY36" fmla="*/ 511038 h 548858"/>
                <a:gd name="connsiteX37" fmla="*/ 450223 w 606580"/>
                <a:gd name="connsiteY37" fmla="*/ 511038 h 548858"/>
                <a:gd name="connsiteX38" fmla="*/ 450223 w 606580"/>
                <a:gd name="connsiteY38" fmla="*/ 548858 h 548858"/>
                <a:gd name="connsiteX39" fmla="*/ 156357 w 606580"/>
                <a:gd name="connsiteY39" fmla="*/ 548858 h 548858"/>
                <a:gd name="connsiteX40" fmla="*/ 156357 w 606580"/>
                <a:gd name="connsiteY40" fmla="*/ 511038 h 548858"/>
                <a:gd name="connsiteX41" fmla="*/ 284395 w 606580"/>
                <a:gd name="connsiteY41" fmla="*/ 511038 h 548858"/>
                <a:gd name="connsiteX42" fmla="*/ 284395 w 606580"/>
                <a:gd name="connsiteY42" fmla="*/ 443184 h 548858"/>
                <a:gd name="connsiteX43" fmla="*/ 18941 w 606580"/>
                <a:gd name="connsiteY43" fmla="*/ 443184 h 548858"/>
                <a:gd name="connsiteX44" fmla="*/ 0 w 606580"/>
                <a:gd name="connsiteY44" fmla="*/ 424273 h 548858"/>
                <a:gd name="connsiteX45" fmla="*/ 0 w 606580"/>
                <a:gd name="connsiteY45" fmla="*/ 18910 h 548858"/>
                <a:gd name="connsiteX46" fmla="*/ 18941 w 606580"/>
                <a:gd name="connsiteY46" fmla="*/ 0 h 548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06580" h="548858">
                  <a:moveTo>
                    <a:pt x="362353" y="250084"/>
                  </a:moveTo>
                  <a:lnTo>
                    <a:pt x="513151" y="250084"/>
                  </a:lnTo>
                  <a:lnTo>
                    <a:pt x="513151" y="287907"/>
                  </a:lnTo>
                  <a:lnTo>
                    <a:pt x="362353" y="287907"/>
                  </a:lnTo>
                  <a:close/>
                  <a:moveTo>
                    <a:pt x="362353" y="193349"/>
                  </a:moveTo>
                  <a:lnTo>
                    <a:pt x="513151" y="193349"/>
                  </a:lnTo>
                  <a:lnTo>
                    <a:pt x="513151" y="231172"/>
                  </a:lnTo>
                  <a:lnTo>
                    <a:pt x="362353" y="231172"/>
                  </a:lnTo>
                  <a:close/>
                  <a:moveTo>
                    <a:pt x="228608" y="151254"/>
                  </a:moveTo>
                  <a:lnTo>
                    <a:pt x="228608" y="195378"/>
                  </a:lnTo>
                  <a:lnTo>
                    <a:pt x="275122" y="195378"/>
                  </a:lnTo>
                  <a:cubicBezTo>
                    <a:pt x="267138" y="174428"/>
                    <a:pt x="250055" y="158206"/>
                    <a:pt x="228608" y="151254"/>
                  </a:cubicBezTo>
                  <a:close/>
                  <a:moveTo>
                    <a:pt x="190635" y="148843"/>
                  </a:moveTo>
                  <a:cubicBezTo>
                    <a:pt x="156841" y="155888"/>
                    <a:pt x="131402" y="185830"/>
                    <a:pt x="131402" y="221611"/>
                  </a:cubicBezTo>
                  <a:cubicBezTo>
                    <a:pt x="131402" y="262583"/>
                    <a:pt x="164732" y="295862"/>
                    <a:pt x="205769" y="295862"/>
                  </a:cubicBezTo>
                  <a:cubicBezTo>
                    <a:pt x="242813" y="295862"/>
                    <a:pt x="273358" y="268701"/>
                    <a:pt x="279022" y="233291"/>
                  </a:cubicBezTo>
                  <a:lnTo>
                    <a:pt x="190635" y="233291"/>
                  </a:lnTo>
                  <a:close/>
                  <a:moveTo>
                    <a:pt x="362353" y="133086"/>
                  </a:moveTo>
                  <a:lnTo>
                    <a:pt x="513151" y="133086"/>
                  </a:lnTo>
                  <a:lnTo>
                    <a:pt x="513151" y="171050"/>
                  </a:lnTo>
                  <a:lnTo>
                    <a:pt x="362353" y="171050"/>
                  </a:lnTo>
                  <a:close/>
                  <a:moveTo>
                    <a:pt x="205769" y="109447"/>
                  </a:moveTo>
                  <a:cubicBezTo>
                    <a:pt x="267788" y="109447"/>
                    <a:pt x="318109" y="159689"/>
                    <a:pt x="318109" y="221611"/>
                  </a:cubicBezTo>
                  <a:cubicBezTo>
                    <a:pt x="318109" y="283533"/>
                    <a:pt x="267788" y="333775"/>
                    <a:pt x="205769" y="333775"/>
                  </a:cubicBezTo>
                  <a:cubicBezTo>
                    <a:pt x="143750" y="333775"/>
                    <a:pt x="93429" y="283533"/>
                    <a:pt x="93429" y="221611"/>
                  </a:cubicBezTo>
                  <a:cubicBezTo>
                    <a:pt x="93429" y="159689"/>
                    <a:pt x="143750" y="109447"/>
                    <a:pt x="205769" y="109447"/>
                  </a:cubicBezTo>
                  <a:close/>
                  <a:moveTo>
                    <a:pt x="37882" y="37913"/>
                  </a:moveTo>
                  <a:lnTo>
                    <a:pt x="37882" y="405363"/>
                  </a:lnTo>
                  <a:lnTo>
                    <a:pt x="568698" y="405363"/>
                  </a:lnTo>
                  <a:lnTo>
                    <a:pt x="568698" y="37913"/>
                  </a:lnTo>
                  <a:close/>
                  <a:moveTo>
                    <a:pt x="18941" y="0"/>
                  </a:moveTo>
                  <a:lnTo>
                    <a:pt x="587639" y="0"/>
                  </a:lnTo>
                  <a:cubicBezTo>
                    <a:pt x="598038" y="0"/>
                    <a:pt x="606580" y="8528"/>
                    <a:pt x="606580" y="18910"/>
                  </a:cubicBezTo>
                  <a:lnTo>
                    <a:pt x="606580" y="424273"/>
                  </a:lnTo>
                  <a:cubicBezTo>
                    <a:pt x="606580" y="434656"/>
                    <a:pt x="598038" y="443184"/>
                    <a:pt x="587639" y="443184"/>
                  </a:cubicBezTo>
                  <a:lnTo>
                    <a:pt x="322277" y="443184"/>
                  </a:lnTo>
                  <a:lnTo>
                    <a:pt x="322277" y="511038"/>
                  </a:lnTo>
                  <a:lnTo>
                    <a:pt x="450223" y="511038"/>
                  </a:lnTo>
                  <a:lnTo>
                    <a:pt x="450223" y="548858"/>
                  </a:lnTo>
                  <a:lnTo>
                    <a:pt x="156357" y="548858"/>
                  </a:lnTo>
                  <a:lnTo>
                    <a:pt x="156357" y="511038"/>
                  </a:lnTo>
                  <a:lnTo>
                    <a:pt x="284395" y="511038"/>
                  </a:lnTo>
                  <a:lnTo>
                    <a:pt x="284395" y="443184"/>
                  </a:lnTo>
                  <a:lnTo>
                    <a:pt x="18941" y="443184"/>
                  </a:lnTo>
                  <a:cubicBezTo>
                    <a:pt x="8542" y="443184"/>
                    <a:pt x="0" y="434656"/>
                    <a:pt x="0" y="424273"/>
                  </a:cubicBezTo>
                  <a:lnTo>
                    <a:pt x="0" y="18910"/>
                  </a:lnTo>
                  <a:cubicBezTo>
                    <a:pt x="0" y="8528"/>
                    <a:pt x="8542" y="0"/>
                    <a:pt x="189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Manrope SemiBold" charset="0"/>
              </a:endParaRPr>
            </a:p>
          </p:txBody>
        </p:sp>
        <p:sp>
          <p:nvSpPr>
            <p:cNvPr id="144" name="Oval 140"/>
            <p:cNvSpPr/>
            <p:nvPr/>
          </p:nvSpPr>
          <p:spPr>
            <a:xfrm>
              <a:off x="4763628" y="2109949"/>
              <a:ext cx="200383" cy="209263"/>
            </a:xfrm>
            <a:custGeom>
              <a:avLst/>
              <a:gdLst>
                <a:gd name="T0" fmla="*/ 10185 w 10671"/>
                <a:gd name="T1" fmla="*/ 3987 h 11145"/>
                <a:gd name="T2" fmla="*/ 10185 w 10671"/>
                <a:gd name="T3" fmla="*/ 2746 h 11145"/>
                <a:gd name="T4" fmla="*/ 7848 w 10671"/>
                <a:gd name="T5" fmla="*/ 408 h 11145"/>
                <a:gd name="T6" fmla="*/ 4449 w 10671"/>
                <a:gd name="T7" fmla="*/ 408 h 11145"/>
                <a:gd name="T8" fmla="*/ 4348 w 10671"/>
                <a:gd name="T9" fmla="*/ 200 h 11145"/>
                <a:gd name="T10" fmla="*/ 4030 w 10671"/>
                <a:gd name="T11" fmla="*/ 0 h 11145"/>
                <a:gd name="T12" fmla="*/ 2544 w 10671"/>
                <a:gd name="T13" fmla="*/ 0 h 11145"/>
                <a:gd name="T14" fmla="*/ 0 w 10671"/>
                <a:gd name="T15" fmla="*/ 2543 h 11145"/>
                <a:gd name="T16" fmla="*/ 0 w 10671"/>
                <a:gd name="T17" fmla="*/ 8601 h 11145"/>
                <a:gd name="T18" fmla="*/ 2544 w 10671"/>
                <a:gd name="T19" fmla="*/ 11145 h 11145"/>
                <a:gd name="T20" fmla="*/ 8128 w 10671"/>
                <a:gd name="T21" fmla="*/ 11145 h 11145"/>
                <a:gd name="T22" fmla="*/ 10671 w 10671"/>
                <a:gd name="T23" fmla="*/ 8601 h 11145"/>
                <a:gd name="T24" fmla="*/ 10671 w 10671"/>
                <a:gd name="T25" fmla="*/ 4612 h 11145"/>
                <a:gd name="T26" fmla="*/ 10185 w 10671"/>
                <a:gd name="T27" fmla="*/ 3987 h 11145"/>
                <a:gd name="T28" fmla="*/ 7848 w 10671"/>
                <a:gd name="T29" fmla="*/ 1115 h 11145"/>
                <a:gd name="T30" fmla="*/ 9479 w 10671"/>
                <a:gd name="T31" fmla="*/ 2746 h 11145"/>
                <a:gd name="T32" fmla="*/ 9479 w 10671"/>
                <a:gd name="T33" fmla="*/ 3966 h 11145"/>
                <a:gd name="T34" fmla="*/ 6166 w 10671"/>
                <a:gd name="T35" fmla="*/ 3966 h 11145"/>
                <a:gd name="T36" fmla="*/ 4790 w 10671"/>
                <a:gd name="T37" fmla="*/ 1115 h 11145"/>
                <a:gd name="T38" fmla="*/ 7848 w 10671"/>
                <a:gd name="T39" fmla="*/ 1115 h 11145"/>
                <a:gd name="T40" fmla="*/ 9964 w 10671"/>
                <a:gd name="T41" fmla="*/ 8601 h 11145"/>
                <a:gd name="T42" fmla="*/ 8126 w 10671"/>
                <a:gd name="T43" fmla="*/ 10438 h 11145"/>
                <a:gd name="T44" fmla="*/ 2544 w 10671"/>
                <a:gd name="T45" fmla="*/ 10438 h 11145"/>
                <a:gd name="T46" fmla="*/ 706 w 10671"/>
                <a:gd name="T47" fmla="*/ 8601 h 11145"/>
                <a:gd name="T48" fmla="*/ 706 w 10671"/>
                <a:gd name="T49" fmla="*/ 2543 h 11145"/>
                <a:gd name="T50" fmla="*/ 2544 w 10671"/>
                <a:gd name="T51" fmla="*/ 706 h 11145"/>
                <a:gd name="T52" fmla="*/ 3809 w 10671"/>
                <a:gd name="T53" fmla="*/ 706 h 11145"/>
                <a:gd name="T54" fmla="*/ 5626 w 10671"/>
                <a:gd name="T55" fmla="*/ 4472 h 11145"/>
                <a:gd name="T56" fmla="*/ 5944 w 10671"/>
                <a:gd name="T57" fmla="*/ 4672 h 11145"/>
                <a:gd name="T58" fmla="*/ 9964 w 10671"/>
                <a:gd name="T59" fmla="*/ 4672 h 11145"/>
                <a:gd name="T60" fmla="*/ 9964 w 10671"/>
                <a:gd name="T61" fmla="*/ 8601 h 11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671" h="11145">
                  <a:moveTo>
                    <a:pt x="10185" y="3987"/>
                  </a:moveTo>
                  <a:lnTo>
                    <a:pt x="10185" y="2746"/>
                  </a:lnTo>
                  <a:cubicBezTo>
                    <a:pt x="10185" y="1457"/>
                    <a:pt x="9136" y="408"/>
                    <a:pt x="7848" y="408"/>
                  </a:cubicBezTo>
                  <a:lnTo>
                    <a:pt x="4449" y="408"/>
                  </a:lnTo>
                  <a:lnTo>
                    <a:pt x="4348" y="200"/>
                  </a:lnTo>
                  <a:cubicBezTo>
                    <a:pt x="4289" y="77"/>
                    <a:pt x="4165" y="0"/>
                    <a:pt x="4030" y="0"/>
                  </a:cubicBezTo>
                  <a:lnTo>
                    <a:pt x="2544" y="0"/>
                  </a:lnTo>
                  <a:cubicBezTo>
                    <a:pt x="1141" y="0"/>
                    <a:pt x="0" y="1141"/>
                    <a:pt x="0" y="2543"/>
                  </a:cubicBezTo>
                  <a:lnTo>
                    <a:pt x="0" y="8601"/>
                  </a:lnTo>
                  <a:cubicBezTo>
                    <a:pt x="0" y="10003"/>
                    <a:pt x="1141" y="11145"/>
                    <a:pt x="2544" y="11145"/>
                  </a:cubicBezTo>
                  <a:lnTo>
                    <a:pt x="8128" y="11145"/>
                  </a:lnTo>
                  <a:cubicBezTo>
                    <a:pt x="9530" y="11145"/>
                    <a:pt x="10671" y="10003"/>
                    <a:pt x="10671" y="8601"/>
                  </a:cubicBezTo>
                  <a:lnTo>
                    <a:pt x="10671" y="4612"/>
                  </a:lnTo>
                  <a:cubicBezTo>
                    <a:pt x="10670" y="4311"/>
                    <a:pt x="10464" y="4058"/>
                    <a:pt x="10185" y="3987"/>
                  </a:cubicBezTo>
                  <a:close/>
                  <a:moveTo>
                    <a:pt x="7848" y="1115"/>
                  </a:moveTo>
                  <a:cubicBezTo>
                    <a:pt x="8748" y="1115"/>
                    <a:pt x="9479" y="1846"/>
                    <a:pt x="9479" y="2746"/>
                  </a:cubicBezTo>
                  <a:lnTo>
                    <a:pt x="9479" y="3966"/>
                  </a:lnTo>
                  <a:lnTo>
                    <a:pt x="6166" y="3966"/>
                  </a:lnTo>
                  <a:lnTo>
                    <a:pt x="4790" y="1115"/>
                  </a:lnTo>
                  <a:lnTo>
                    <a:pt x="7848" y="1115"/>
                  </a:lnTo>
                  <a:close/>
                  <a:moveTo>
                    <a:pt x="9964" y="8601"/>
                  </a:moveTo>
                  <a:cubicBezTo>
                    <a:pt x="9964" y="9615"/>
                    <a:pt x="9140" y="10438"/>
                    <a:pt x="8126" y="10438"/>
                  </a:cubicBezTo>
                  <a:lnTo>
                    <a:pt x="2544" y="10438"/>
                  </a:lnTo>
                  <a:cubicBezTo>
                    <a:pt x="1530" y="10438"/>
                    <a:pt x="706" y="9615"/>
                    <a:pt x="706" y="8601"/>
                  </a:cubicBezTo>
                  <a:lnTo>
                    <a:pt x="706" y="2543"/>
                  </a:lnTo>
                  <a:cubicBezTo>
                    <a:pt x="706" y="1530"/>
                    <a:pt x="1530" y="706"/>
                    <a:pt x="2544" y="706"/>
                  </a:cubicBezTo>
                  <a:lnTo>
                    <a:pt x="3809" y="706"/>
                  </a:lnTo>
                  <a:lnTo>
                    <a:pt x="5626" y="4472"/>
                  </a:lnTo>
                  <a:cubicBezTo>
                    <a:pt x="5685" y="4595"/>
                    <a:pt x="5809" y="4672"/>
                    <a:pt x="5944" y="4672"/>
                  </a:cubicBezTo>
                  <a:lnTo>
                    <a:pt x="9964" y="4672"/>
                  </a:lnTo>
                  <a:lnTo>
                    <a:pt x="9964" y="860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Manrope SemiBold" charset="0"/>
              </a:endParaRPr>
            </a:p>
          </p:txBody>
        </p:sp>
      </p:grpSp>
      <p:pic>
        <p:nvPicPr>
          <p:cNvPr id="148" name="图形 147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71570" y="1503800"/>
            <a:ext cx="557665" cy="843062"/>
          </a:xfrm>
          <a:prstGeom prst="rect">
            <a:avLst/>
          </a:prstGeom>
        </p:spPr>
      </p:pic>
      <p:sp>
        <p:nvSpPr>
          <p:cNvPr id="151" name="矩形 150"/>
          <p:cNvSpPr/>
          <p:nvPr/>
        </p:nvSpPr>
        <p:spPr>
          <a:xfrm>
            <a:off x="939904" y="3226494"/>
            <a:ext cx="48611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B52F"/>
                </a:solidFill>
                <a:latin typeface="MuseoModerno Black" pitchFamily="2" charset="0"/>
                <a:cs typeface="Manrope SemiBold" charset="0"/>
              </a:rPr>
              <a:t>A picture is worth a thousand words</a:t>
            </a:r>
            <a:endParaRPr lang="zh-CN" altLang="en-US" dirty="0">
              <a:solidFill>
                <a:srgbClr val="FFB52F"/>
              </a:solidFill>
              <a:latin typeface="MuseoModerno Black" pitchFamily="2" charset="0"/>
              <a:cs typeface="Manrope SemiBold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1905288" y="3805766"/>
            <a:ext cx="3982697" cy="573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anrope SemiBold" charset="0"/>
              </a:rPr>
              <a:t>It serves a variety of purposes, making presentations powerful tools for convincing and teaching.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Manrope SemiBold" charset="0"/>
            </a:endParaRPr>
          </a:p>
        </p:txBody>
      </p:sp>
      <p:sp>
        <p:nvSpPr>
          <p:cNvPr id="158" name="矩形: 圆角 157"/>
          <p:cNvSpPr/>
          <p:nvPr/>
        </p:nvSpPr>
        <p:spPr>
          <a:xfrm>
            <a:off x="1019175" y="4932146"/>
            <a:ext cx="1590166" cy="422054"/>
          </a:xfrm>
          <a:prstGeom prst="roundRect">
            <a:avLst>
              <a:gd name="adj" fmla="val 50000"/>
            </a:avLst>
          </a:prstGeom>
          <a:solidFill>
            <a:srgbClr val="6579B7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latin typeface="MuseoModerno Black" pitchFamily="2" charset="0"/>
                <a:cs typeface="Manrope SemiBold" charset="0"/>
              </a:rPr>
              <a:t>Speaker name:XXX</a:t>
            </a:r>
            <a:endParaRPr lang="zh-CN" altLang="en-US" sz="1050">
              <a:latin typeface="MuseoModerno Black" pitchFamily="2" charset="0"/>
              <a:cs typeface="Manrope SemiBold" charset="0"/>
            </a:endParaRPr>
          </a:p>
        </p:txBody>
      </p:sp>
      <p:sp>
        <p:nvSpPr>
          <p:cNvPr id="159" name="矩形: 圆角 158"/>
          <p:cNvSpPr/>
          <p:nvPr/>
        </p:nvSpPr>
        <p:spPr>
          <a:xfrm>
            <a:off x="2961870" y="4932146"/>
            <a:ext cx="1590166" cy="422054"/>
          </a:xfrm>
          <a:prstGeom prst="roundRect">
            <a:avLst>
              <a:gd name="adj" fmla="val 50000"/>
            </a:avLst>
          </a:prstGeom>
          <a:solidFill>
            <a:srgbClr val="6579B7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err="1">
                <a:latin typeface="MuseoModerno Black" pitchFamily="2" charset="0"/>
                <a:cs typeface="Manrope SemiBold" charset="0"/>
              </a:rPr>
              <a:t>Date:20xx.01.01</a:t>
            </a:r>
            <a:endParaRPr lang="zh-CN" altLang="en-US" sz="1050" dirty="0">
              <a:latin typeface="MuseoModerno Black" pitchFamily="2" charset="0"/>
              <a:cs typeface="Manrope SemiBold" charset="0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矩形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D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MuseoModerno Black" pitchFamily="2" charset="0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471237" y="403058"/>
              <a:ext cx="11249526" cy="6051884"/>
            </a:xfrm>
            <a:prstGeom prst="roundRect">
              <a:avLst>
                <a:gd name="adj" fmla="val 4617"/>
              </a:avLst>
            </a:prstGeom>
            <a:solidFill>
              <a:srgbClr val="FFF9F3"/>
            </a:solidFill>
            <a:ln w="19050">
              <a:solidFill>
                <a:srgbClr val="4556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MuseoModerno Black" pitchFamily="2" charset="0"/>
              </a:endParaRPr>
            </a:p>
          </p:txBody>
        </p:sp>
        <p:pic>
          <p:nvPicPr>
            <p:cNvPr id="149" name="图形 14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6236" y="129438"/>
              <a:ext cx="710568" cy="710568"/>
            </a:xfrm>
            <a:prstGeom prst="rect">
              <a:avLst/>
            </a:prstGeom>
          </p:spPr>
        </p:pic>
        <p:pic>
          <p:nvPicPr>
            <p:cNvPr id="153" name="图形 15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403106" y="787894"/>
              <a:ext cx="577945" cy="365018"/>
            </a:xfrm>
            <a:prstGeom prst="rect">
              <a:avLst/>
            </a:prstGeom>
          </p:spPr>
        </p:pic>
        <p:pic>
          <p:nvPicPr>
            <p:cNvPr id="155" name="图形 154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88707" y="6218521"/>
              <a:ext cx="424888" cy="424888"/>
            </a:xfrm>
            <a:prstGeom prst="rect">
              <a:avLst/>
            </a:prstGeom>
          </p:spPr>
        </p:pic>
        <p:pic>
          <p:nvPicPr>
            <p:cNvPr id="156" name="图形 155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99108" y="6205523"/>
              <a:ext cx="450884" cy="450884"/>
            </a:xfrm>
            <a:prstGeom prst="rect">
              <a:avLst/>
            </a:prstGeom>
          </p:spPr>
        </p:pic>
        <p:pic>
          <p:nvPicPr>
            <p:cNvPr id="157" name="图形 156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10827948" y="6383661"/>
              <a:ext cx="514098" cy="158184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1372665" y="2654575"/>
            <a:ext cx="9446671" cy="2667931"/>
            <a:chOff x="1360105" y="2492683"/>
            <a:chExt cx="9446671" cy="2667931"/>
          </a:xfrm>
        </p:grpSpPr>
        <p:grpSp>
          <p:nvGrpSpPr>
            <p:cNvPr id="8" name="组合 7"/>
            <p:cNvGrpSpPr/>
            <p:nvPr/>
          </p:nvGrpSpPr>
          <p:grpSpPr>
            <a:xfrm>
              <a:off x="1360105" y="2492683"/>
              <a:ext cx="4100765" cy="2667931"/>
              <a:chOff x="1360105" y="2492683"/>
              <a:chExt cx="4100765" cy="2667931"/>
            </a:xfrm>
          </p:grpSpPr>
          <p:sp>
            <p:nvSpPr>
              <p:cNvPr id="154" name="矩形: 圆角 153"/>
              <p:cNvSpPr/>
              <p:nvPr/>
            </p:nvSpPr>
            <p:spPr>
              <a:xfrm>
                <a:off x="1399108" y="2492683"/>
                <a:ext cx="1731481" cy="2428723"/>
              </a:xfrm>
              <a:prstGeom prst="roundRect">
                <a:avLst>
                  <a:gd name="adj" fmla="val 2425"/>
                </a:avLst>
              </a:prstGeom>
              <a:solidFill>
                <a:srgbClr val="6579B7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zh-CN" altLang="en-US" dirty="0">
                  <a:latin typeface="Manrope SemiBold" charset="0"/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2" name="文本框 161"/>
              <p:cNvSpPr txBox="1"/>
              <p:nvPr/>
            </p:nvSpPr>
            <p:spPr>
              <a:xfrm>
                <a:off x="1981758" y="2589795"/>
                <a:ext cx="56618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useoModerno Black" pitchFamily="2" charset="0"/>
                    <a:ea typeface="MuseoModerno Black" pitchFamily="2" charset="0"/>
                    <a:cs typeface="Manrope SemiBold" charset="0"/>
                  </a:rPr>
                  <a:t>1</a:t>
                </a:r>
                <a:endPara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seoModerno Black" pitchFamily="2" charset="0"/>
                  <a:ea typeface="MuseoModerno Black" pitchFamily="2" charset="0"/>
                  <a:cs typeface="Manrope SemiBold" charset="0"/>
                </a:endParaRPr>
              </a:p>
            </p:txBody>
          </p:sp>
          <p:sp>
            <p:nvSpPr>
              <p:cNvPr id="164" name="矩形: 圆角 163"/>
              <p:cNvSpPr/>
              <p:nvPr/>
            </p:nvSpPr>
            <p:spPr>
              <a:xfrm>
                <a:off x="1680931" y="4771101"/>
                <a:ext cx="1167834" cy="389513"/>
              </a:xfrm>
              <a:prstGeom prst="roundRect">
                <a:avLst>
                  <a:gd name="adj" fmla="val 50000"/>
                </a:avLst>
              </a:prstGeom>
              <a:solidFill>
                <a:srgbClr val="F9A54B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chemeClr val="bg1"/>
                    </a:solidFill>
                    <a:latin typeface="MuseoModerno Black" pitchFamily="2" charset="0"/>
                    <a:ea typeface="Manrope SemiBold" charset="0"/>
                    <a:cs typeface="Manrope SemiBold" charset="0"/>
                  </a:rPr>
                  <a:t>Part</a:t>
                </a:r>
                <a:endParaRPr lang="zh-CN" altLang="en-US" sz="1200" dirty="0">
                  <a:solidFill>
                    <a:schemeClr val="bg1"/>
                  </a:solidFill>
                  <a:latin typeface="MuseoModerno Black" pitchFamily="2" charset="0"/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5" name="矩形: 圆角 164"/>
              <p:cNvSpPr/>
              <p:nvPr/>
            </p:nvSpPr>
            <p:spPr>
              <a:xfrm>
                <a:off x="3680058" y="2492683"/>
                <a:ext cx="1731481" cy="2428723"/>
              </a:xfrm>
              <a:prstGeom prst="roundRect">
                <a:avLst>
                  <a:gd name="adj" fmla="val 2425"/>
                </a:avLst>
              </a:prstGeom>
              <a:solidFill>
                <a:srgbClr val="6579B7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zh-CN" altLang="en-US" dirty="0">
                  <a:latin typeface="Manrope SemiBold" charset="0"/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6" name="文本框 165"/>
              <p:cNvSpPr txBox="1"/>
              <p:nvPr/>
            </p:nvSpPr>
            <p:spPr>
              <a:xfrm>
                <a:off x="4229045" y="2589795"/>
                <a:ext cx="633507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6000" dirty="0">
                    <a:solidFill>
                      <a:schemeClr val="bg1"/>
                    </a:solidFill>
                    <a:latin typeface="MuseoModerno Black" pitchFamily="2" charset="0"/>
                    <a:ea typeface="MuseoModerno Black" pitchFamily="2" charset="0"/>
                    <a:cs typeface="Manrope SemiBold" charset="0"/>
                  </a:rPr>
                  <a:t>2</a:t>
                </a:r>
                <a:endPara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seoModerno Black" pitchFamily="2" charset="0"/>
                  <a:ea typeface="MuseoModerno Black" pitchFamily="2" charset="0"/>
                  <a:cs typeface="Manrope SemiBold" charset="0"/>
                </a:endParaRPr>
              </a:p>
            </p:txBody>
          </p:sp>
          <p:sp>
            <p:nvSpPr>
              <p:cNvPr id="168" name="矩形: 圆角 167"/>
              <p:cNvSpPr/>
              <p:nvPr/>
            </p:nvSpPr>
            <p:spPr>
              <a:xfrm>
                <a:off x="3961881" y="4771101"/>
                <a:ext cx="1167834" cy="389513"/>
              </a:xfrm>
              <a:prstGeom prst="roundRect">
                <a:avLst>
                  <a:gd name="adj" fmla="val 50000"/>
                </a:avLst>
              </a:prstGeom>
              <a:solidFill>
                <a:srgbClr val="F9A54B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200">
                    <a:solidFill>
                      <a:schemeClr val="bg1"/>
                    </a:solidFill>
                    <a:latin typeface="MuseoModerno Black" pitchFamily="2" charset="0"/>
                    <a:ea typeface="Manrope SemiBold" charset="0"/>
                    <a:cs typeface="Manrope SemiBold" charset="0"/>
                  </a:rPr>
                  <a:t>Part</a:t>
                </a:r>
                <a:endParaRPr lang="zh-CN" altLang="en-US" sz="1200" dirty="0">
                  <a:solidFill>
                    <a:schemeClr val="bg1"/>
                  </a:solidFill>
                  <a:latin typeface="MuseoModerno Black" pitchFamily="2" charset="0"/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69" name="任意多边形: 形状 168"/>
              <p:cNvSpPr/>
              <p:nvPr/>
            </p:nvSpPr>
            <p:spPr>
              <a:xfrm>
                <a:off x="1762229" y="2492684"/>
                <a:ext cx="1005238" cy="128888"/>
              </a:xfrm>
              <a:custGeom>
                <a:avLst/>
                <a:gdLst>
                  <a:gd name="connsiteX0" fmla="*/ 0 w 1356360"/>
                  <a:gd name="connsiteY0" fmla="*/ 0 h 146050"/>
                  <a:gd name="connsiteX1" fmla="*/ 1356360 w 1356360"/>
                  <a:gd name="connsiteY1" fmla="*/ 0 h 146050"/>
                  <a:gd name="connsiteX2" fmla="*/ 1356360 w 1356360"/>
                  <a:gd name="connsiteY2" fmla="*/ 114396 h 146050"/>
                  <a:gd name="connsiteX3" fmla="*/ 1324706 w 1356360"/>
                  <a:gd name="connsiteY3" fmla="*/ 146050 h 146050"/>
                  <a:gd name="connsiteX4" fmla="*/ 31654 w 1356360"/>
                  <a:gd name="connsiteY4" fmla="*/ 146050 h 146050"/>
                  <a:gd name="connsiteX5" fmla="*/ 0 w 1356360"/>
                  <a:gd name="connsiteY5" fmla="*/ 114396 h 146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6360" h="146050">
                    <a:moveTo>
                      <a:pt x="0" y="0"/>
                    </a:moveTo>
                    <a:lnTo>
                      <a:pt x="1356360" y="0"/>
                    </a:lnTo>
                    <a:lnTo>
                      <a:pt x="1356360" y="114396"/>
                    </a:lnTo>
                    <a:cubicBezTo>
                      <a:pt x="1356360" y="131878"/>
                      <a:pt x="1342188" y="146050"/>
                      <a:pt x="1324706" y="146050"/>
                    </a:cubicBezTo>
                    <a:lnTo>
                      <a:pt x="31654" y="146050"/>
                    </a:lnTo>
                    <a:cubicBezTo>
                      <a:pt x="14172" y="146050"/>
                      <a:pt x="0" y="131878"/>
                      <a:pt x="0" y="114396"/>
                    </a:cubicBezTo>
                    <a:close/>
                  </a:path>
                </a:pathLst>
              </a:custGeom>
              <a:solidFill>
                <a:srgbClr val="F9A5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endParaRPr lang="zh-CN" altLang="en-US" dirty="0">
                  <a:latin typeface="Manrope SemiBold" charset="0"/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0" name="任意多边形: 形状 169"/>
              <p:cNvSpPr/>
              <p:nvPr/>
            </p:nvSpPr>
            <p:spPr>
              <a:xfrm>
                <a:off x="4043179" y="2492683"/>
                <a:ext cx="1005238" cy="128888"/>
              </a:xfrm>
              <a:custGeom>
                <a:avLst/>
                <a:gdLst>
                  <a:gd name="connsiteX0" fmla="*/ 0 w 1356360"/>
                  <a:gd name="connsiteY0" fmla="*/ 0 h 146050"/>
                  <a:gd name="connsiteX1" fmla="*/ 1356360 w 1356360"/>
                  <a:gd name="connsiteY1" fmla="*/ 0 h 146050"/>
                  <a:gd name="connsiteX2" fmla="*/ 1356360 w 1356360"/>
                  <a:gd name="connsiteY2" fmla="*/ 114396 h 146050"/>
                  <a:gd name="connsiteX3" fmla="*/ 1324706 w 1356360"/>
                  <a:gd name="connsiteY3" fmla="*/ 146050 h 146050"/>
                  <a:gd name="connsiteX4" fmla="*/ 31654 w 1356360"/>
                  <a:gd name="connsiteY4" fmla="*/ 146050 h 146050"/>
                  <a:gd name="connsiteX5" fmla="*/ 0 w 1356360"/>
                  <a:gd name="connsiteY5" fmla="*/ 114396 h 146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6360" h="146050">
                    <a:moveTo>
                      <a:pt x="0" y="0"/>
                    </a:moveTo>
                    <a:lnTo>
                      <a:pt x="1356360" y="0"/>
                    </a:lnTo>
                    <a:lnTo>
                      <a:pt x="1356360" y="114396"/>
                    </a:lnTo>
                    <a:cubicBezTo>
                      <a:pt x="1356360" y="131878"/>
                      <a:pt x="1342188" y="146050"/>
                      <a:pt x="1324706" y="146050"/>
                    </a:cubicBezTo>
                    <a:lnTo>
                      <a:pt x="31654" y="146050"/>
                    </a:lnTo>
                    <a:cubicBezTo>
                      <a:pt x="14172" y="146050"/>
                      <a:pt x="0" y="131878"/>
                      <a:pt x="0" y="114396"/>
                    </a:cubicBezTo>
                    <a:close/>
                  </a:path>
                </a:pathLst>
              </a:custGeom>
              <a:solidFill>
                <a:srgbClr val="F9A5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endParaRPr lang="zh-CN" altLang="en-US" dirty="0">
                  <a:latin typeface="Manrope SemiBold" charset="0"/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86" name="文本框 185"/>
              <p:cNvSpPr txBox="1"/>
              <p:nvPr/>
            </p:nvSpPr>
            <p:spPr>
              <a:xfrm>
                <a:off x="1360105" y="3484789"/>
                <a:ext cx="1815071" cy="5416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0" marR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en-US" altLang="zh-CN" sz="1600" b="1" dirty="0">
                    <a:solidFill>
                      <a:schemeClr val="bg1"/>
                    </a:solidFill>
                    <a:latin typeface="MuseoModerno Black" pitchFamily="2" charset="0"/>
                    <a:ea typeface="MuseoModerno Black" pitchFamily="2" charset="0"/>
                    <a:cs typeface="Manrope SemiBold" charset="0"/>
                  </a:rPr>
                  <a:t>Company Introduction</a:t>
                </a:r>
                <a:endParaRPr lang="en-US" altLang="zh-CN" sz="1600" b="1" dirty="0">
                  <a:solidFill>
                    <a:schemeClr val="bg1"/>
                  </a:solidFill>
                  <a:latin typeface="MuseoModerno Black" pitchFamily="2" charset="0"/>
                  <a:ea typeface="MuseoModerno Black" pitchFamily="2" charset="0"/>
                  <a:cs typeface="Manrope SemiBold" charset="0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1401900" y="3973486"/>
                <a:ext cx="1731481" cy="573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100" dirty="0">
                    <a:solidFill>
                      <a:schemeClr val="bg1"/>
                    </a:solidFill>
                    <a:cs typeface="Manrope SemiBold" charset="0"/>
                  </a:rPr>
                  <a:t>Making Powerful Tools For Convincing</a:t>
                </a:r>
                <a:endParaRPr lang="zh-CN" altLang="en-US" sz="1100" dirty="0">
                  <a:solidFill>
                    <a:schemeClr val="bg1"/>
                  </a:solidFill>
                  <a:cs typeface="Manrope SemiBold" charset="0"/>
                </a:endParaRPr>
              </a:p>
            </p:txBody>
          </p:sp>
          <p:sp>
            <p:nvSpPr>
              <p:cNvPr id="191" name="文本框 190"/>
              <p:cNvSpPr txBox="1"/>
              <p:nvPr/>
            </p:nvSpPr>
            <p:spPr>
              <a:xfrm>
                <a:off x="3645799" y="3484789"/>
                <a:ext cx="1815071" cy="5416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0" marR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en-US" altLang="zh-CN" sz="1600" b="1" dirty="0">
                    <a:solidFill>
                      <a:schemeClr val="bg1"/>
                    </a:solidFill>
                    <a:latin typeface="MuseoModerno Black" pitchFamily="2" charset="0"/>
                    <a:ea typeface="MuseoModerno Black" pitchFamily="2" charset="0"/>
                    <a:cs typeface="Manrope SemiBold" charset="0"/>
                  </a:rPr>
                  <a:t>Team Introduction</a:t>
                </a:r>
                <a:endParaRPr lang="en-US" altLang="zh-CN" sz="1600" b="1" dirty="0">
                  <a:solidFill>
                    <a:schemeClr val="bg1"/>
                  </a:solidFill>
                  <a:latin typeface="MuseoModerno Black" pitchFamily="2" charset="0"/>
                  <a:ea typeface="MuseoModerno Black" pitchFamily="2" charset="0"/>
                  <a:cs typeface="Manrope SemiBold" charset="0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3687594" y="3973486"/>
                <a:ext cx="1731481" cy="573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100" dirty="0">
                    <a:solidFill>
                      <a:schemeClr val="bg1"/>
                    </a:solidFill>
                    <a:cs typeface="Manrope SemiBold" charset="0"/>
                  </a:rPr>
                  <a:t>Making Powerful Tools For Convincing</a:t>
                </a:r>
                <a:endParaRPr lang="zh-CN" altLang="en-US" sz="1100" dirty="0">
                  <a:solidFill>
                    <a:schemeClr val="bg1"/>
                  </a:solidFill>
                  <a:cs typeface="Manrope SemiBold" charset="0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706011" y="2492683"/>
              <a:ext cx="4100765" cy="2667931"/>
              <a:chOff x="6373617" y="2492683"/>
              <a:chExt cx="4100765" cy="2667931"/>
            </a:xfrm>
          </p:grpSpPr>
          <p:sp>
            <p:nvSpPr>
              <p:cNvPr id="174" name="矩形: 圆角 173"/>
              <p:cNvSpPr/>
              <p:nvPr/>
            </p:nvSpPr>
            <p:spPr>
              <a:xfrm>
                <a:off x="6402712" y="2492683"/>
                <a:ext cx="1731481" cy="2428723"/>
              </a:xfrm>
              <a:prstGeom prst="roundRect">
                <a:avLst>
                  <a:gd name="adj" fmla="val 2425"/>
                </a:avLst>
              </a:prstGeom>
              <a:solidFill>
                <a:srgbClr val="6579B7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zh-CN" altLang="en-US" dirty="0">
                  <a:latin typeface="Manrope SemiBold" charset="0"/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5" name="文本框 174"/>
              <p:cNvSpPr txBox="1"/>
              <p:nvPr/>
            </p:nvSpPr>
            <p:spPr>
              <a:xfrm>
                <a:off x="6954103" y="2589795"/>
                <a:ext cx="62869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6000" dirty="0">
                    <a:solidFill>
                      <a:schemeClr val="bg1"/>
                    </a:solidFill>
                    <a:latin typeface="MuseoModerno Black" pitchFamily="2" charset="0"/>
                    <a:ea typeface="MuseoModerno Black" pitchFamily="2" charset="0"/>
                    <a:cs typeface="Manrope SemiBold" charset="0"/>
                  </a:rPr>
                  <a:t>3</a:t>
                </a:r>
                <a:endPara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seoModerno Black" pitchFamily="2" charset="0"/>
                  <a:ea typeface="MuseoModerno Black" pitchFamily="2" charset="0"/>
                  <a:cs typeface="Manrope SemiBold" charset="0"/>
                </a:endParaRPr>
              </a:p>
            </p:txBody>
          </p:sp>
          <p:sp>
            <p:nvSpPr>
              <p:cNvPr id="177" name="矩形: 圆角 176"/>
              <p:cNvSpPr/>
              <p:nvPr/>
            </p:nvSpPr>
            <p:spPr>
              <a:xfrm>
                <a:off x="6684535" y="4771101"/>
                <a:ext cx="1167834" cy="389513"/>
              </a:xfrm>
              <a:prstGeom prst="roundRect">
                <a:avLst>
                  <a:gd name="adj" fmla="val 50000"/>
                </a:avLst>
              </a:prstGeom>
              <a:solidFill>
                <a:srgbClr val="F9A54B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200">
                    <a:solidFill>
                      <a:schemeClr val="bg1"/>
                    </a:solidFill>
                    <a:latin typeface="MuseoModerno Black" pitchFamily="2" charset="0"/>
                    <a:ea typeface="Manrope SemiBold" charset="0"/>
                    <a:cs typeface="Manrope SemiBold" charset="0"/>
                  </a:rPr>
                  <a:t>Part</a:t>
                </a:r>
                <a:endParaRPr lang="zh-CN" altLang="en-US" sz="1200" dirty="0">
                  <a:solidFill>
                    <a:schemeClr val="bg1"/>
                  </a:solidFill>
                  <a:latin typeface="MuseoModerno Black" pitchFamily="2" charset="0"/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8" name="矩形: 圆角 177"/>
              <p:cNvSpPr/>
              <p:nvPr/>
            </p:nvSpPr>
            <p:spPr>
              <a:xfrm>
                <a:off x="8683661" y="2492683"/>
                <a:ext cx="1731481" cy="2428723"/>
              </a:xfrm>
              <a:prstGeom prst="roundRect">
                <a:avLst>
                  <a:gd name="adj" fmla="val 2425"/>
                </a:avLst>
              </a:prstGeom>
              <a:solidFill>
                <a:srgbClr val="6579B7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zh-CN" altLang="en-US" dirty="0">
                  <a:latin typeface="Manrope SemiBold" charset="0"/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79" name="文本框 178"/>
              <p:cNvSpPr txBox="1"/>
              <p:nvPr/>
            </p:nvSpPr>
            <p:spPr>
              <a:xfrm>
                <a:off x="9198985" y="2589795"/>
                <a:ext cx="70083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6000" dirty="0">
                    <a:solidFill>
                      <a:schemeClr val="bg1"/>
                    </a:solidFill>
                    <a:latin typeface="MuseoModerno Black" pitchFamily="2" charset="0"/>
                    <a:ea typeface="MuseoModerno Black" pitchFamily="2" charset="0"/>
                    <a:cs typeface="Manrope SemiBold" charset="0"/>
                  </a:rPr>
                  <a:t>4</a:t>
                </a:r>
                <a:endPara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seoModerno Black" pitchFamily="2" charset="0"/>
                  <a:ea typeface="MuseoModerno Black" pitchFamily="2" charset="0"/>
                  <a:cs typeface="Manrope SemiBold" charset="0"/>
                </a:endParaRPr>
              </a:p>
            </p:txBody>
          </p:sp>
          <p:sp>
            <p:nvSpPr>
              <p:cNvPr id="181" name="矩形: 圆角 180"/>
              <p:cNvSpPr/>
              <p:nvPr/>
            </p:nvSpPr>
            <p:spPr>
              <a:xfrm>
                <a:off x="8965484" y="4771101"/>
                <a:ext cx="1167834" cy="389513"/>
              </a:xfrm>
              <a:prstGeom prst="roundRect">
                <a:avLst>
                  <a:gd name="adj" fmla="val 50000"/>
                </a:avLst>
              </a:prstGeom>
              <a:solidFill>
                <a:srgbClr val="F9A54B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200">
                    <a:solidFill>
                      <a:schemeClr val="bg1"/>
                    </a:solidFill>
                    <a:latin typeface="MuseoModerno Black" pitchFamily="2" charset="0"/>
                    <a:ea typeface="Manrope SemiBold" charset="0"/>
                    <a:cs typeface="Manrope SemiBold" charset="0"/>
                  </a:rPr>
                  <a:t>Part</a:t>
                </a:r>
                <a:endParaRPr lang="zh-CN" altLang="en-US" sz="1200" dirty="0">
                  <a:solidFill>
                    <a:schemeClr val="bg1"/>
                  </a:solidFill>
                  <a:latin typeface="MuseoModerno Black" pitchFamily="2" charset="0"/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82" name="任意多边形: 形状 181"/>
              <p:cNvSpPr/>
              <p:nvPr/>
            </p:nvSpPr>
            <p:spPr>
              <a:xfrm>
                <a:off x="6765833" y="2492683"/>
                <a:ext cx="1005238" cy="128888"/>
              </a:xfrm>
              <a:custGeom>
                <a:avLst/>
                <a:gdLst>
                  <a:gd name="connsiteX0" fmla="*/ 0 w 1356360"/>
                  <a:gd name="connsiteY0" fmla="*/ 0 h 146050"/>
                  <a:gd name="connsiteX1" fmla="*/ 1356360 w 1356360"/>
                  <a:gd name="connsiteY1" fmla="*/ 0 h 146050"/>
                  <a:gd name="connsiteX2" fmla="*/ 1356360 w 1356360"/>
                  <a:gd name="connsiteY2" fmla="*/ 114396 h 146050"/>
                  <a:gd name="connsiteX3" fmla="*/ 1324706 w 1356360"/>
                  <a:gd name="connsiteY3" fmla="*/ 146050 h 146050"/>
                  <a:gd name="connsiteX4" fmla="*/ 31654 w 1356360"/>
                  <a:gd name="connsiteY4" fmla="*/ 146050 h 146050"/>
                  <a:gd name="connsiteX5" fmla="*/ 0 w 1356360"/>
                  <a:gd name="connsiteY5" fmla="*/ 114396 h 146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6360" h="146050">
                    <a:moveTo>
                      <a:pt x="0" y="0"/>
                    </a:moveTo>
                    <a:lnTo>
                      <a:pt x="1356360" y="0"/>
                    </a:lnTo>
                    <a:lnTo>
                      <a:pt x="1356360" y="114396"/>
                    </a:lnTo>
                    <a:cubicBezTo>
                      <a:pt x="1356360" y="131878"/>
                      <a:pt x="1342188" y="146050"/>
                      <a:pt x="1324706" y="146050"/>
                    </a:cubicBezTo>
                    <a:lnTo>
                      <a:pt x="31654" y="146050"/>
                    </a:lnTo>
                    <a:cubicBezTo>
                      <a:pt x="14172" y="146050"/>
                      <a:pt x="0" y="131878"/>
                      <a:pt x="0" y="114396"/>
                    </a:cubicBezTo>
                    <a:close/>
                  </a:path>
                </a:pathLst>
              </a:custGeom>
              <a:solidFill>
                <a:srgbClr val="F9A5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endParaRPr lang="zh-CN" altLang="en-US" dirty="0">
                  <a:latin typeface="Manrope SemiBold" charset="0"/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83" name="任意多边形: 形状 182"/>
              <p:cNvSpPr/>
              <p:nvPr/>
            </p:nvSpPr>
            <p:spPr>
              <a:xfrm>
                <a:off x="9046782" y="2492683"/>
                <a:ext cx="1005238" cy="128888"/>
              </a:xfrm>
              <a:custGeom>
                <a:avLst/>
                <a:gdLst>
                  <a:gd name="connsiteX0" fmla="*/ 0 w 1356360"/>
                  <a:gd name="connsiteY0" fmla="*/ 0 h 146050"/>
                  <a:gd name="connsiteX1" fmla="*/ 1356360 w 1356360"/>
                  <a:gd name="connsiteY1" fmla="*/ 0 h 146050"/>
                  <a:gd name="connsiteX2" fmla="*/ 1356360 w 1356360"/>
                  <a:gd name="connsiteY2" fmla="*/ 114396 h 146050"/>
                  <a:gd name="connsiteX3" fmla="*/ 1324706 w 1356360"/>
                  <a:gd name="connsiteY3" fmla="*/ 146050 h 146050"/>
                  <a:gd name="connsiteX4" fmla="*/ 31654 w 1356360"/>
                  <a:gd name="connsiteY4" fmla="*/ 146050 h 146050"/>
                  <a:gd name="connsiteX5" fmla="*/ 0 w 1356360"/>
                  <a:gd name="connsiteY5" fmla="*/ 114396 h 146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6360" h="146050">
                    <a:moveTo>
                      <a:pt x="0" y="0"/>
                    </a:moveTo>
                    <a:lnTo>
                      <a:pt x="1356360" y="0"/>
                    </a:lnTo>
                    <a:lnTo>
                      <a:pt x="1356360" y="114396"/>
                    </a:lnTo>
                    <a:cubicBezTo>
                      <a:pt x="1356360" y="131878"/>
                      <a:pt x="1342188" y="146050"/>
                      <a:pt x="1324706" y="146050"/>
                    </a:cubicBezTo>
                    <a:lnTo>
                      <a:pt x="31654" y="146050"/>
                    </a:lnTo>
                    <a:cubicBezTo>
                      <a:pt x="14172" y="146050"/>
                      <a:pt x="0" y="131878"/>
                      <a:pt x="0" y="114396"/>
                    </a:cubicBezTo>
                    <a:close/>
                  </a:path>
                </a:pathLst>
              </a:custGeom>
              <a:solidFill>
                <a:srgbClr val="F9A54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endParaRPr lang="zh-CN" altLang="en-US" dirty="0">
                  <a:latin typeface="Manrope SemiBold" charset="0"/>
                  <a:ea typeface="Manrope SemiBold" charset="0"/>
                  <a:cs typeface="Manrope SemiBold" charset="0"/>
                </a:endParaRPr>
              </a:p>
            </p:txBody>
          </p:sp>
          <p:sp>
            <p:nvSpPr>
              <p:cNvPr id="193" name="文本框 192"/>
              <p:cNvSpPr txBox="1"/>
              <p:nvPr/>
            </p:nvSpPr>
            <p:spPr>
              <a:xfrm>
                <a:off x="6373617" y="3484789"/>
                <a:ext cx="1815071" cy="3200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0" marR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en-US" altLang="zh-CN" sz="1600" b="1" dirty="0">
                    <a:solidFill>
                      <a:schemeClr val="bg1"/>
                    </a:solidFill>
                    <a:latin typeface="MuseoModerno Black" pitchFamily="2" charset="0"/>
                    <a:ea typeface="MuseoModerno Black" pitchFamily="2" charset="0"/>
                    <a:cs typeface="Manrope SemiBold" charset="0"/>
                  </a:rPr>
                  <a:t>Product</a:t>
                </a:r>
                <a:endParaRPr lang="en-US" altLang="zh-CN" sz="1600" b="1" dirty="0">
                  <a:solidFill>
                    <a:schemeClr val="bg1"/>
                  </a:solidFill>
                  <a:latin typeface="MuseoModerno Black" pitchFamily="2" charset="0"/>
                  <a:ea typeface="MuseoModerno Black" pitchFamily="2" charset="0"/>
                  <a:cs typeface="Manrope SemiBold" charset="0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6415412" y="3973486"/>
                <a:ext cx="1731481" cy="573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100" dirty="0">
                    <a:solidFill>
                      <a:schemeClr val="bg1"/>
                    </a:solidFill>
                    <a:cs typeface="Manrope SemiBold" charset="0"/>
                  </a:rPr>
                  <a:t>Making Powerful Tools For Convincing</a:t>
                </a:r>
                <a:endParaRPr lang="zh-CN" altLang="en-US" sz="1100" dirty="0">
                  <a:solidFill>
                    <a:schemeClr val="bg1"/>
                  </a:solidFill>
                  <a:cs typeface="Manrope SemiBold" charset="0"/>
                </a:endParaRPr>
              </a:p>
            </p:txBody>
          </p:sp>
          <p:sp>
            <p:nvSpPr>
              <p:cNvPr id="195" name="文本框 194"/>
              <p:cNvSpPr txBox="1"/>
              <p:nvPr/>
            </p:nvSpPr>
            <p:spPr>
              <a:xfrm>
                <a:off x="8659311" y="3484789"/>
                <a:ext cx="1815071" cy="5416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0" marR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en-US" altLang="zh-CN" sz="1600" b="1" dirty="0">
                    <a:solidFill>
                      <a:schemeClr val="bg1"/>
                    </a:solidFill>
                    <a:latin typeface="MuseoModerno Black" pitchFamily="2" charset="0"/>
                    <a:ea typeface="MuseoModerno Black" pitchFamily="2" charset="0"/>
                    <a:cs typeface="Manrope SemiBold" charset="0"/>
                  </a:rPr>
                  <a:t>Current </a:t>
                </a:r>
                <a:r>
                  <a:rPr lang="en-US" altLang="zh-CN" sz="1600" b="1" dirty="0" err="1">
                    <a:solidFill>
                      <a:schemeClr val="bg1"/>
                    </a:solidFill>
                    <a:latin typeface="MuseoModerno Black" pitchFamily="2" charset="0"/>
                    <a:ea typeface="MuseoModerno Black" pitchFamily="2" charset="0"/>
                    <a:cs typeface="Manrope SemiBold" charset="0"/>
                  </a:rPr>
                  <a:t>Status&amp;Award</a:t>
                </a:r>
                <a:endParaRPr lang="en-US" altLang="zh-CN" sz="1600" b="1" dirty="0">
                  <a:solidFill>
                    <a:schemeClr val="bg1"/>
                  </a:solidFill>
                  <a:latin typeface="MuseoModerno Black" pitchFamily="2" charset="0"/>
                  <a:ea typeface="MuseoModerno Black" pitchFamily="2" charset="0"/>
                  <a:cs typeface="Manrope SemiBold" charset="0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>
              <a:xfrm>
                <a:off x="8701106" y="3973486"/>
                <a:ext cx="1731481" cy="573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100" dirty="0">
                    <a:solidFill>
                      <a:schemeClr val="bg1"/>
                    </a:solidFill>
                    <a:cs typeface="Manrope SemiBold" charset="0"/>
                  </a:rPr>
                  <a:t>Making Powerful Tools For Convincing</a:t>
                </a:r>
                <a:endParaRPr lang="zh-CN" altLang="en-US" sz="1100" dirty="0">
                  <a:solidFill>
                    <a:schemeClr val="bg1"/>
                  </a:solidFill>
                  <a:cs typeface="Manrope SemiBold" charset="0"/>
                </a:endParaRPr>
              </a:p>
            </p:txBody>
          </p:sp>
        </p:grpSp>
      </p:grpSp>
      <p:sp>
        <p:nvSpPr>
          <p:cNvPr id="197" name="矩形 196"/>
          <p:cNvSpPr/>
          <p:nvPr/>
        </p:nvSpPr>
        <p:spPr>
          <a:xfrm>
            <a:off x="2048817" y="1046007"/>
            <a:ext cx="80943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0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Table Of Contents</a:t>
            </a:r>
            <a:endParaRPr lang="zh-CN" altLang="en-US" sz="60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39169" y="2335290"/>
            <a:ext cx="1832563" cy="3901453"/>
          </a:xfrm>
          <a:prstGeom prst="rect">
            <a:avLst/>
          </a:prstGeom>
        </p:spPr>
      </p:pic>
      <p:grpSp>
        <p:nvGrpSpPr>
          <p:cNvPr id="198" name="组合 197"/>
          <p:cNvGrpSpPr/>
          <p:nvPr/>
        </p:nvGrpSpPr>
        <p:grpSpPr>
          <a:xfrm>
            <a:off x="9861142" y="1057027"/>
            <a:ext cx="1077886" cy="797447"/>
            <a:chOff x="9861360" y="1584158"/>
            <a:chExt cx="1400790" cy="1036340"/>
          </a:xfrm>
        </p:grpSpPr>
        <p:sp>
          <p:nvSpPr>
            <p:cNvPr id="199" name="Freeform 5"/>
            <p:cNvSpPr>
              <a:spLocks noEditPoints="1"/>
            </p:cNvSpPr>
            <p:nvPr/>
          </p:nvSpPr>
          <p:spPr bwMode="auto">
            <a:xfrm>
              <a:off x="9878667" y="1601464"/>
              <a:ext cx="788962" cy="789980"/>
            </a:xfrm>
            <a:custGeom>
              <a:avLst/>
              <a:gdLst>
                <a:gd name="T0" fmla="*/ 1447 w 1668"/>
                <a:gd name="T1" fmla="*/ 580 h 1668"/>
                <a:gd name="T2" fmla="*/ 1479 w 1668"/>
                <a:gd name="T3" fmla="*/ 419 h 1668"/>
                <a:gd name="T4" fmla="*/ 1539 w 1668"/>
                <a:gd name="T5" fmla="*/ 359 h 1668"/>
                <a:gd name="T6" fmla="*/ 1309 w 1668"/>
                <a:gd name="T7" fmla="*/ 129 h 1668"/>
                <a:gd name="T8" fmla="*/ 1249 w 1668"/>
                <a:gd name="T9" fmla="*/ 189 h 1668"/>
                <a:gd name="T10" fmla="*/ 1088 w 1668"/>
                <a:gd name="T11" fmla="*/ 221 h 1668"/>
                <a:gd name="T12" fmla="*/ 997 w 1668"/>
                <a:gd name="T13" fmla="*/ 85 h 1668"/>
                <a:gd name="T14" fmla="*/ 997 w 1668"/>
                <a:gd name="T15" fmla="*/ 0 h 1668"/>
                <a:gd name="T16" fmla="*/ 672 w 1668"/>
                <a:gd name="T17" fmla="*/ 0 h 1668"/>
                <a:gd name="T18" fmla="*/ 672 w 1668"/>
                <a:gd name="T19" fmla="*/ 85 h 1668"/>
                <a:gd name="T20" fmla="*/ 580 w 1668"/>
                <a:gd name="T21" fmla="*/ 221 h 1668"/>
                <a:gd name="T22" fmla="*/ 420 w 1668"/>
                <a:gd name="T23" fmla="*/ 189 h 1668"/>
                <a:gd name="T24" fmla="*/ 359 w 1668"/>
                <a:gd name="T25" fmla="*/ 129 h 1668"/>
                <a:gd name="T26" fmla="*/ 129 w 1668"/>
                <a:gd name="T27" fmla="*/ 359 h 1668"/>
                <a:gd name="T28" fmla="*/ 190 w 1668"/>
                <a:gd name="T29" fmla="*/ 419 h 1668"/>
                <a:gd name="T30" fmla="*/ 222 w 1668"/>
                <a:gd name="T31" fmla="*/ 580 h 1668"/>
                <a:gd name="T32" fmla="*/ 85 w 1668"/>
                <a:gd name="T33" fmla="*/ 671 h 1668"/>
                <a:gd name="T34" fmla="*/ 0 w 1668"/>
                <a:gd name="T35" fmla="*/ 671 h 1668"/>
                <a:gd name="T36" fmla="*/ 0 w 1668"/>
                <a:gd name="T37" fmla="*/ 997 h 1668"/>
                <a:gd name="T38" fmla="*/ 85 w 1668"/>
                <a:gd name="T39" fmla="*/ 997 h 1668"/>
                <a:gd name="T40" fmla="*/ 222 w 1668"/>
                <a:gd name="T41" fmla="*/ 1088 h 1668"/>
                <a:gd name="T42" fmla="*/ 190 w 1668"/>
                <a:gd name="T43" fmla="*/ 1249 h 1668"/>
                <a:gd name="T44" fmla="*/ 129 w 1668"/>
                <a:gd name="T45" fmla="*/ 1309 h 1668"/>
                <a:gd name="T46" fmla="*/ 359 w 1668"/>
                <a:gd name="T47" fmla="*/ 1539 h 1668"/>
                <a:gd name="T48" fmla="*/ 420 w 1668"/>
                <a:gd name="T49" fmla="*/ 1479 h 1668"/>
                <a:gd name="T50" fmla="*/ 580 w 1668"/>
                <a:gd name="T51" fmla="*/ 1447 h 1668"/>
                <a:gd name="T52" fmla="*/ 672 w 1668"/>
                <a:gd name="T53" fmla="*/ 1583 h 1668"/>
                <a:gd name="T54" fmla="*/ 672 w 1668"/>
                <a:gd name="T55" fmla="*/ 1668 h 1668"/>
                <a:gd name="T56" fmla="*/ 997 w 1668"/>
                <a:gd name="T57" fmla="*/ 1668 h 1668"/>
                <a:gd name="T58" fmla="*/ 997 w 1668"/>
                <a:gd name="T59" fmla="*/ 1583 h 1668"/>
                <a:gd name="T60" fmla="*/ 1088 w 1668"/>
                <a:gd name="T61" fmla="*/ 1447 h 1668"/>
                <a:gd name="T62" fmla="*/ 1249 w 1668"/>
                <a:gd name="T63" fmla="*/ 1479 h 1668"/>
                <a:gd name="T64" fmla="*/ 1309 w 1668"/>
                <a:gd name="T65" fmla="*/ 1539 h 1668"/>
                <a:gd name="T66" fmla="*/ 1539 w 1668"/>
                <a:gd name="T67" fmla="*/ 1309 h 1668"/>
                <a:gd name="T68" fmla="*/ 1479 w 1668"/>
                <a:gd name="T69" fmla="*/ 1249 h 1668"/>
                <a:gd name="T70" fmla="*/ 1447 w 1668"/>
                <a:gd name="T71" fmla="*/ 1088 h 1668"/>
                <a:gd name="T72" fmla="*/ 1583 w 1668"/>
                <a:gd name="T73" fmla="*/ 997 h 1668"/>
                <a:gd name="T74" fmla="*/ 1668 w 1668"/>
                <a:gd name="T75" fmla="*/ 997 h 1668"/>
                <a:gd name="T76" fmla="*/ 1668 w 1668"/>
                <a:gd name="T77" fmla="*/ 671 h 1668"/>
                <a:gd name="T78" fmla="*/ 1583 w 1668"/>
                <a:gd name="T79" fmla="*/ 671 h 1668"/>
                <a:gd name="T80" fmla="*/ 1447 w 1668"/>
                <a:gd name="T81" fmla="*/ 580 h 1668"/>
                <a:gd name="T82" fmla="*/ 834 w 1668"/>
                <a:gd name="T83" fmla="*/ 1108 h 1668"/>
                <a:gd name="T84" fmla="*/ 560 w 1668"/>
                <a:gd name="T85" fmla="*/ 834 h 1668"/>
                <a:gd name="T86" fmla="*/ 834 w 1668"/>
                <a:gd name="T87" fmla="*/ 560 h 1668"/>
                <a:gd name="T88" fmla="*/ 1108 w 1668"/>
                <a:gd name="T89" fmla="*/ 834 h 1668"/>
                <a:gd name="T90" fmla="*/ 834 w 1668"/>
                <a:gd name="T91" fmla="*/ 1108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68" h="1668">
                  <a:moveTo>
                    <a:pt x="1447" y="580"/>
                  </a:moveTo>
                  <a:cubicBezTo>
                    <a:pt x="1424" y="524"/>
                    <a:pt x="1436" y="462"/>
                    <a:pt x="1479" y="419"/>
                  </a:cubicBezTo>
                  <a:cubicBezTo>
                    <a:pt x="1539" y="359"/>
                    <a:pt x="1539" y="359"/>
                    <a:pt x="1539" y="359"/>
                  </a:cubicBezTo>
                  <a:cubicBezTo>
                    <a:pt x="1309" y="129"/>
                    <a:pt x="1309" y="129"/>
                    <a:pt x="1309" y="129"/>
                  </a:cubicBezTo>
                  <a:cubicBezTo>
                    <a:pt x="1249" y="189"/>
                    <a:pt x="1249" y="189"/>
                    <a:pt x="1249" y="189"/>
                  </a:cubicBezTo>
                  <a:cubicBezTo>
                    <a:pt x="1206" y="232"/>
                    <a:pt x="1144" y="245"/>
                    <a:pt x="1088" y="221"/>
                  </a:cubicBezTo>
                  <a:cubicBezTo>
                    <a:pt x="1032" y="198"/>
                    <a:pt x="997" y="146"/>
                    <a:pt x="997" y="85"/>
                  </a:cubicBezTo>
                  <a:cubicBezTo>
                    <a:pt x="997" y="0"/>
                    <a:pt x="997" y="0"/>
                    <a:pt x="997" y="0"/>
                  </a:cubicBezTo>
                  <a:cubicBezTo>
                    <a:pt x="672" y="0"/>
                    <a:pt x="672" y="0"/>
                    <a:pt x="672" y="0"/>
                  </a:cubicBezTo>
                  <a:cubicBezTo>
                    <a:pt x="672" y="85"/>
                    <a:pt x="672" y="85"/>
                    <a:pt x="672" y="85"/>
                  </a:cubicBezTo>
                  <a:cubicBezTo>
                    <a:pt x="672" y="146"/>
                    <a:pt x="637" y="198"/>
                    <a:pt x="580" y="221"/>
                  </a:cubicBezTo>
                  <a:cubicBezTo>
                    <a:pt x="524" y="245"/>
                    <a:pt x="463" y="232"/>
                    <a:pt x="420" y="189"/>
                  </a:cubicBezTo>
                  <a:cubicBezTo>
                    <a:pt x="359" y="129"/>
                    <a:pt x="359" y="129"/>
                    <a:pt x="359" y="129"/>
                  </a:cubicBezTo>
                  <a:cubicBezTo>
                    <a:pt x="129" y="359"/>
                    <a:pt x="129" y="359"/>
                    <a:pt x="129" y="359"/>
                  </a:cubicBezTo>
                  <a:cubicBezTo>
                    <a:pt x="190" y="419"/>
                    <a:pt x="190" y="419"/>
                    <a:pt x="190" y="419"/>
                  </a:cubicBezTo>
                  <a:cubicBezTo>
                    <a:pt x="233" y="462"/>
                    <a:pt x="245" y="524"/>
                    <a:pt x="222" y="580"/>
                  </a:cubicBezTo>
                  <a:cubicBezTo>
                    <a:pt x="198" y="636"/>
                    <a:pt x="146" y="671"/>
                    <a:pt x="85" y="671"/>
                  </a:cubicBezTo>
                  <a:cubicBezTo>
                    <a:pt x="0" y="671"/>
                    <a:pt x="0" y="671"/>
                    <a:pt x="0" y="671"/>
                  </a:cubicBezTo>
                  <a:cubicBezTo>
                    <a:pt x="0" y="997"/>
                    <a:pt x="0" y="997"/>
                    <a:pt x="0" y="997"/>
                  </a:cubicBezTo>
                  <a:cubicBezTo>
                    <a:pt x="85" y="997"/>
                    <a:pt x="85" y="997"/>
                    <a:pt x="85" y="997"/>
                  </a:cubicBezTo>
                  <a:cubicBezTo>
                    <a:pt x="146" y="997"/>
                    <a:pt x="198" y="1032"/>
                    <a:pt x="222" y="1088"/>
                  </a:cubicBezTo>
                  <a:cubicBezTo>
                    <a:pt x="245" y="1144"/>
                    <a:pt x="233" y="1206"/>
                    <a:pt x="190" y="1249"/>
                  </a:cubicBezTo>
                  <a:cubicBezTo>
                    <a:pt x="129" y="1309"/>
                    <a:pt x="129" y="1309"/>
                    <a:pt x="129" y="1309"/>
                  </a:cubicBezTo>
                  <a:cubicBezTo>
                    <a:pt x="359" y="1539"/>
                    <a:pt x="359" y="1539"/>
                    <a:pt x="359" y="1539"/>
                  </a:cubicBezTo>
                  <a:cubicBezTo>
                    <a:pt x="420" y="1479"/>
                    <a:pt x="420" y="1479"/>
                    <a:pt x="420" y="1479"/>
                  </a:cubicBezTo>
                  <a:cubicBezTo>
                    <a:pt x="463" y="1436"/>
                    <a:pt x="524" y="1423"/>
                    <a:pt x="580" y="1447"/>
                  </a:cubicBezTo>
                  <a:cubicBezTo>
                    <a:pt x="637" y="1470"/>
                    <a:pt x="672" y="1522"/>
                    <a:pt x="672" y="1583"/>
                  </a:cubicBezTo>
                  <a:cubicBezTo>
                    <a:pt x="672" y="1668"/>
                    <a:pt x="672" y="1668"/>
                    <a:pt x="672" y="1668"/>
                  </a:cubicBezTo>
                  <a:cubicBezTo>
                    <a:pt x="997" y="1668"/>
                    <a:pt x="997" y="1668"/>
                    <a:pt x="997" y="1668"/>
                  </a:cubicBezTo>
                  <a:cubicBezTo>
                    <a:pt x="997" y="1583"/>
                    <a:pt x="997" y="1583"/>
                    <a:pt x="997" y="1583"/>
                  </a:cubicBezTo>
                  <a:cubicBezTo>
                    <a:pt x="997" y="1522"/>
                    <a:pt x="1032" y="1470"/>
                    <a:pt x="1088" y="1447"/>
                  </a:cubicBezTo>
                  <a:cubicBezTo>
                    <a:pt x="1144" y="1423"/>
                    <a:pt x="1206" y="1436"/>
                    <a:pt x="1249" y="1479"/>
                  </a:cubicBezTo>
                  <a:cubicBezTo>
                    <a:pt x="1309" y="1539"/>
                    <a:pt x="1309" y="1539"/>
                    <a:pt x="1309" y="1539"/>
                  </a:cubicBezTo>
                  <a:cubicBezTo>
                    <a:pt x="1539" y="1309"/>
                    <a:pt x="1539" y="1309"/>
                    <a:pt x="1539" y="1309"/>
                  </a:cubicBezTo>
                  <a:cubicBezTo>
                    <a:pt x="1479" y="1249"/>
                    <a:pt x="1479" y="1249"/>
                    <a:pt x="1479" y="1249"/>
                  </a:cubicBezTo>
                  <a:cubicBezTo>
                    <a:pt x="1436" y="1206"/>
                    <a:pt x="1424" y="1144"/>
                    <a:pt x="1447" y="1088"/>
                  </a:cubicBezTo>
                  <a:cubicBezTo>
                    <a:pt x="1470" y="1032"/>
                    <a:pt x="1522" y="997"/>
                    <a:pt x="1583" y="997"/>
                  </a:cubicBezTo>
                  <a:cubicBezTo>
                    <a:pt x="1668" y="997"/>
                    <a:pt x="1668" y="997"/>
                    <a:pt x="1668" y="997"/>
                  </a:cubicBezTo>
                  <a:cubicBezTo>
                    <a:pt x="1668" y="671"/>
                    <a:pt x="1668" y="671"/>
                    <a:pt x="1668" y="671"/>
                  </a:cubicBezTo>
                  <a:cubicBezTo>
                    <a:pt x="1583" y="671"/>
                    <a:pt x="1583" y="671"/>
                    <a:pt x="1583" y="671"/>
                  </a:cubicBezTo>
                  <a:cubicBezTo>
                    <a:pt x="1522" y="671"/>
                    <a:pt x="1470" y="636"/>
                    <a:pt x="1447" y="580"/>
                  </a:cubicBezTo>
                  <a:close/>
                  <a:moveTo>
                    <a:pt x="834" y="1108"/>
                  </a:moveTo>
                  <a:cubicBezTo>
                    <a:pt x="683" y="1108"/>
                    <a:pt x="560" y="985"/>
                    <a:pt x="560" y="834"/>
                  </a:cubicBezTo>
                  <a:cubicBezTo>
                    <a:pt x="560" y="683"/>
                    <a:pt x="683" y="560"/>
                    <a:pt x="834" y="560"/>
                  </a:cubicBezTo>
                  <a:cubicBezTo>
                    <a:pt x="985" y="560"/>
                    <a:pt x="1108" y="683"/>
                    <a:pt x="1108" y="834"/>
                  </a:cubicBezTo>
                  <a:cubicBezTo>
                    <a:pt x="1108" y="985"/>
                    <a:pt x="985" y="1108"/>
                    <a:pt x="834" y="1108"/>
                  </a:cubicBezTo>
                  <a:close/>
                </a:path>
              </a:pathLst>
            </a:cu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200" name="Freeform 6"/>
            <p:cNvSpPr>
              <a:spLocks noEditPoints="1"/>
            </p:cNvSpPr>
            <p:nvPr/>
          </p:nvSpPr>
          <p:spPr bwMode="auto">
            <a:xfrm>
              <a:off x="10768413" y="2126761"/>
              <a:ext cx="475413" cy="475413"/>
            </a:xfrm>
            <a:custGeom>
              <a:avLst/>
              <a:gdLst>
                <a:gd name="T0" fmla="*/ 870 w 1005"/>
                <a:gd name="T1" fmla="*/ 350 h 1005"/>
                <a:gd name="T2" fmla="*/ 891 w 1005"/>
                <a:gd name="T3" fmla="*/ 244 h 1005"/>
                <a:gd name="T4" fmla="*/ 923 w 1005"/>
                <a:gd name="T5" fmla="*/ 212 h 1005"/>
                <a:gd name="T6" fmla="*/ 792 w 1005"/>
                <a:gd name="T7" fmla="*/ 82 h 1005"/>
                <a:gd name="T8" fmla="*/ 761 w 1005"/>
                <a:gd name="T9" fmla="*/ 114 h 1005"/>
                <a:gd name="T10" fmla="*/ 654 w 1005"/>
                <a:gd name="T11" fmla="*/ 135 h 1005"/>
                <a:gd name="T12" fmla="*/ 594 w 1005"/>
                <a:gd name="T13" fmla="*/ 45 h 1005"/>
                <a:gd name="T14" fmla="*/ 594 w 1005"/>
                <a:gd name="T15" fmla="*/ 0 h 1005"/>
                <a:gd name="T16" fmla="*/ 410 w 1005"/>
                <a:gd name="T17" fmla="*/ 0 h 1005"/>
                <a:gd name="T18" fmla="*/ 410 w 1005"/>
                <a:gd name="T19" fmla="*/ 45 h 1005"/>
                <a:gd name="T20" fmla="*/ 350 w 1005"/>
                <a:gd name="T21" fmla="*/ 135 h 1005"/>
                <a:gd name="T22" fmla="*/ 244 w 1005"/>
                <a:gd name="T23" fmla="*/ 114 h 1005"/>
                <a:gd name="T24" fmla="*/ 212 w 1005"/>
                <a:gd name="T25" fmla="*/ 82 h 1005"/>
                <a:gd name="T26" fmla="*/ 82 w 1005"/>
                <a:gd name="T27" fmla="*/ 212 h 1005"/>
                <a:gd name="T28" fmla="*/ 113 w 1005"/>
                <a:gd name="T29" fmla="*/ 244 h 1005"/>
                <a:gd name="T30" fmla="*/ 135 w 1005"/>
                <a:gd name="T31" fmla="*/ 350 h 1005"/>
                <a:gd name="T32" fmla="*/ 45 w 1005"/>
                <a:gd name="T33" fmla="*/ 410 h 1005"/>
                <a:gd name="T34" fmla="*/ 0 w 1005"/>
                <a:gd name="T35" fmla="*/ 410 h 1005"/>
                <a:gd name="T36" fmla="*/ 0 w 1005"/>
                <a:gd name="T37" fmla="*/ 594 h 1005"/>
                <a:gd name="T38" fmla="*/ 45 w 1005"/>
                <a:gd name="T39" fmla="*/ 594 h 1005"/>
                <a:gd name="T40" fmla="*/ 135 w 1005"/>
                <a:gd name="T41" fmla="*/ 655 h 1005"/>
                <a:gd name="T42" fmla="*/ 113 w 1005"/>
                <a:gd name="T43" fmla="*/ 761 h 1005"/>
                <a:gd name="T44" fmla="*/ 82 w 1005"/>
                <a:gd name="T45" fmla="*/ 792 h 1005"/>
                <a:gd name="T46" fmla="*/ 212 w 1005"/>
                <a:gd name="T47" fmla="*/ 923 h 1005"/>
                <a:gd name="T48" fmla="*/ 244 w 1005"/>
                <a:gd name="T49" fmla="*/ 891 h 1005"/>
                <a:gd name="T50" fmla="*/ 350 w 1005"/>
                <a:gd name="T51" fmla="*/ 870 h 1005"/>
                <a:gd name="T52" fmla="*/ 410 w 1005"/>
                <a:gd name="T53" fmla="*/ 960 h 1005"/>
                <a:gd name="T54" fmla="*/ 410 w 1005"/>
                <a:gd name="T55" fmla="*/ 1005 h 1005"/>
                <a:gd name="T56" fmla="*/ 594 w 1005"/>
                <a:gd name="T57" fmla="*/ 1005 h 1005"/>
                <a:gd name="T58" fmla="*/ 594 w 1005"/>
                <a:gd name="T59" fmla="*/ 960 h 1005"/>
                <a:gd name="T60" fmla="*/ 654 w 1005"/>
                <a:gd name="T61" fmla="*/ 870 h 1005"/>
                <a:gd name="T62" fmla="*/ 761 w 1005"/>
                <a:gd name="T63" fmla="*/ 891 h 1005"/>
                <a:gd name="T64" fmla="*/ 792 w 1005"/>
                <a:gd name="T65" fmla="*/ 923 h 1005"/>
                <a:gd name="T66" fmla="*/ 923 w 1005"/>
                <a:gd name="T67" fmla="*/ 792 h 1005"/>
                <a:gd name="T68" fmla="*/ 891 w 1005"/>
                <a:gd name="T69" fmla="*/ 761 h 1005"/>
                <a:gd name="T70" fmla="*/ 870 w 1005"/>
                <a:gd name="T71" fmla="*/ 655 h 1005"/>
                <a:gd name="T72" fmla="*/ 960 w 1005"/>
                <a:gd name="T73" fmla="*/ 594 h 1005"/>
                <a:gd name="T74" fmla="*/ 1005 w 1005"/>
                <a:gd name="T75" fmla="*/ 594 h 1005"/>
                <a:gd name="T76" fmla="*/ 1005 w 1005"/>
                <a:gd name="T77" fmla="*/ 410 h 1005"/>
                <a:gd name="T78" fmla="*/ 960 w 1005"/>
                <a:gd name="T79" fmla="*/ 410 h 1005"/>
                <a:gd name="T80" fmla="*/ 870 w 1005"/>
                <a:gd name="T81" fmla="*/ 350 h 1005"/>
                <a:gd name="T82" fmla="*/ 502 w 1005"/>
                <a:gd name="T83" fmla="*/ 677 h 1005"/>
                <a:gd name="T84" fmla="*/ 328 w 1005"/>
                <a:gd name="T85" fmla="*/ 502 h 1005"/>
                <a:gd name="T86" fmla="*/ 502 w 1005"/>
                <a:gd name="T87" fmla="*/ 328 h 1005"/>
                <a:gd name="T88" fmla="*/ 677 w 1005"/>
                <a:gd name="T89" fmla="*/ 502 h 1005"/>
                <a:gd name="T90" fmla="*/ 502 w 1005"/>
                <a:gd name="T91" fmla="*/ 677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05" h="1005">
                  <a:moveTo>
                    <a:pt x="870" y="350"/>
                  </a:moveTo>
                  <a:cubicBezTo>
                    <a:pt x="854" y="313"/>
                    <a:pt x="862" y="272"/>
                    <a:pt x="891" y="244"/>
                  </a:cubicBezTo>
                  <a:cubicBezTo>
                    <a:pt x="923" y="212"/>
                    <a:pt x="923" y="212"/>
                    <a:pt x="923" y="212"/>
                  </a:cubicBezTo>
                  <a:cubicBezTo>
                    <a:pt x="792" y="82"/>
                    <a:pt x="792" y="82"/>
                    <a:pt x="792" y="82"/>
                  </a:cubicBezTo>
                  <a:cubicBezTo>
                    <a:pt x="761" y="114"/>
                    <a:pt x="761" y="114"/>
                    <a:pt x="761" y="114"/>
                  </a:cubicBezTo>
                  <a:cubicBezTo>
                    <a:pt x="732" y="142"/>
                    <a:pt x="691" y="150"/>
                    <a:pt x="654" y="135"/>
                  </a:cubicBezTo>
                  <a:cubicBezTo>
                    <a:pt x="617" y="119"/>
                    <a:pt x="594" y="85"/>
                    <a:pt x="594" y="45"/>
                  </a:cubicBezTo>
                  <a:cubicBezTo>
                    <a:pt x="594" y="0"/>
                    <a:pt x="594" y="0"/>
                    <a:pt x="594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10" y="45"/>
                    <a:pt x="410" y="45"/>
                    <a:pt x="410" y="45"/>
                  </a:cubicBezTo>
                  <a:cubicBezTo>
                    <a:pt x="410" y="85"/>
                    <a:pt x="387" y="119"/>
                    <a:pt x="350" y="135"/>
                  </a:cubicBezTo>
                  <a:cubicBezTo>
                    <a:pt x="313" y="150"/>
                    <a:pt x="272" y="142"/>
                    <a:pt x="244" y="114"/>
                  </a:cubicBezTo>
                  <a:cubicBezTo>
                    <a:pt x="212" y="82"/>
                    <a:pt x="212" y="82"/>
                    <a:pt x="212" y="82"/>
                  </a:cubicBezTo>
                  <a:cubicBezTo>
                    <a:pt x="82" y="212"/>
                    <a:pt x="82" y="212"/>
                    <a:pt x="82" y="212"/>
                  </a:cubicBezTo>
                  <a:cubicBezTo>
                    <a:pt x="113" y="244"/>
                    <a:pt x="113" y="244"/>
                    <a:pt x="113" y="244"/>
                  </a:cubicBezTo>
                  <a:cubicBezTo>
                    <a:pt x="142" y="272"/>
                    <a:pt x="150" y="313"/>
                    <a:pt x="135" y="350"/>
                  </a:cubicBezTo>
                  <a:cubicBezTo>
                    <a:pt x="119" y="387"/>
                    <a:pt x="85" y="410"/>
                    <a:pt x="45" y="410"/>
                  </a:cubicBezTo>
                  <a:cubicBezTo>
                    <a:pt x="0" y="410"/>
                    <a:pt x="0" y="410"/>
                    <a:pt x="0" y="410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45" y="594"/>
                    <a:pt x="45" y="594"/>
                    <a:pt x="45" y="594"/>
                  </a:cubicBezTo>
                  <a:cubicBezTo>
                    <a:pt x="85" y="594"/>
                    <a:pt x="119" y="617"/>
                    <a:pt x="135" y="655"/>
                  </a:cubicBezTo>
                  <a:cubicBezTo>
                    <a:pt x="150" y="692"/>
                    <a:pt x="142" y="732"/>
                    <a:pt x="113" y="761"/>
                  </a:cubicBezTo>
                  <a:cubicBezTo>
                    <a:pt x="82" y="792"/>
                    <a:pt x="82" y="792"/>
                    <a:pt x="82" y="792"/>
                  </a:cubicBezTo>
                  <a:cubicBezTo>
                    <a:pt x="212" y="923"/>
                    <a:pt x="212" y="923"/>
                    <a:pt x="212" y="923"/>
                  </a:cubicBezTo>
                  <a:cubicBezTo>
                    <a:pt x="244" y="891"/>
                    <a:pt x="244" y="891"/>
                    <a:pt x="244" y="891"/>
                  </a:cubicBezTo>
                  <a:cubicBezTo>
                    <a:pt x="272" y="863"/>
                    <a:pt x="313" y="855"/>
                    <a:pt x="350" y="870"/>
                  </a:cubicBezTo>
                  <a:cubicBezTo>
                    <a:pt x="387" y="885"/>
                    <a:pt x="410" y="920"/>
                    <a:pt x="410" y="960"/>
                  </a:cubicBezTo>
                  <a:cubicBezTo>
                    <a:pt x="410" y="1005"/>
                    <a:pt x="410" y="1005"/>
                    <a:pt x="410" y="1005"/>
                  </a:cubicBezTo>
                  <a:cubicBezTo>
                    <a:pt x="594" y="1005"/>
                    <a:pt x="594" y="1005"/>
                    <a:pt x="594" y="1005"/>
                  </a:cubicBezTo>
                  <a:cubicBezTo>
                    <a:pt x="594" y="960"/>
                    <a:pt x="594" y="960"/>
                    <a:pt x="594" y="960"/>
                  </a:cubicBezTo>
                  <a:cubicBezTo>
                    <a:pt x="594" y="920"/>
                    <a:pt x="617" y="885"/>
                    <a:pt x="654" y="870"/>
                  </a:cubicBezTo>
                  <a:cubicBezTo>
                    <a:pt x="692" y="855"/>
                    <a:pt x="732" y="863"/>
                    <a:pt x="761" y="891"/>
                  </a:cubicBezTo>
                  <a:cubicBezTo>
                    <a:pt x="792" y="923"/>
                    <a:pt x="792" y="923"/>
                    <a:pt x="792" y="923"/>
                  </a:cubicBezTo>
                  <a:cubicBezTo>
                    <a:pt x="923" y="792"/>
                    <a:pt x="923" y="792"/>
                    <a:pt x="923" y="792"/>
                  </a:cubicBezTo>
                  <a:cubicBezTo>
                    <a:pt x="891" y="761"/>
                    <a:pt x="891" y="761"/>
                    <a:pt x="891" y="761"/>
                  </a:cubicBezTo>
                  <a:cubicBezTo>
                    <a:pt x="862" y="732"/>
                    <a:pt x="854" y="692"/>
                    <a:pt x="870" y="655"/>
                  </a:cubicBezTo>
                  <a:cubicBezTo>
                    <a:pt x="885" y="617"/>
                    <a:pt x="920" y="594"/>
                    <a:pt x="960" y="594"/>
                  </a:cubicBezTo>
                  <a:cubicBezTo>
                    <a:pt x="1005" y="594"/>
                    <a:pt x="1005" y="594"/>
                    <a:pt x="1005" y="594"/>
                  </a:cubicBezTo>
                  <a:cubicBezTo>
                    <a:pt x="1005" y="410"/>
                    <a:pt x="1005" y="410"/>
                    <a:pt x="1005" y="410"/>
                  </a:cubicBezTo>
                  <a:cubicBezTo>
                    <a:pt x="960" y="410"/>
                    <a:pt x="960" y="410"/>
                    <a:pt x="960" y="410"/>
                  </a:cubicBezTo>
                  <a:cubicBezTo>
                    <a:pt x="920" y="410"/>
                    <a:pt x="885" y="387"/>
                    <a:pt x="870" y="350"/>
                  </a:cubicBezTo>
                  <a:close/>
                  <a:moveTo>
                    <a:pt x="502" y="677"/>
                  </a:moveTo>
                  <a:cubicBezTo>
                    <a:pt x="406" y="677"/>
                    <a:pt x="328" y="599"/>
                    <a:pt x="328" y="502"/>
                  </a:cubicBezTo>
                  <a:cubicBezTo>
                    <a:pt x="328" y="406"/>
                    <a:pt x="406" y="328"/>
                    <a:pt x="502" y="328"/>
                  </a:cubicBezTo>
                  <a:cubicBezTo>
                    <a:pt x="598" y="328"/>
                    <a:pt x="677" y="406"/>
                    <a:pt x="677" y="502"/>
                  </a:cubicBezTo>
                  <a:cubicBezTo>
                    <a:pt x="677" y="599"/>
                    <a:pt x="598" y="677"/>
                    <a:pt x="502" y="677"/>
                  </a:cubicBezTo>
                  <a:close/>
                </a:path>
              </a:pathLst>
            </a:cu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201" name="Freeform 7"/>
            <p:cNvSpPr>
              <a:spLocks noEditPoints="1"/>
            </p:cNvSpPr>
            <p:nvPr/>
          </p:nvSpPr>
          <p:spPr bwMode="auto">
            <a:xfrm>
              <a:off x="10143351" y="1867166"/>
              <a:ext cx="259594" cy="259594"/>
            </a:xfrm>
            <a:custGeom>
              <a:avLst/>
              <a:gdLst>
                <a:gd name="T0" fmla="*/ 274 w 548"/>
                <a:gd name="T1" fmla="*/ 0 h 548"/>
                <a:gd name="T2" fmla="*/ 0 w 548"/>
                <a:gd name="T3" fmla="*/ 274 h 548"/>
                <a:gd name="T4" fmla="*/ 274 w 548"/>
                <a:gd name="T5" fmla="*/ 548 h 548"/>
                <a:gd name="T6" fmla="*/ 548 w 548"/>
                <a:gd name="T7" fmla="*/ 274 h 548"/>
                <a:gd name="T8" fmla="*/ 274 w 548"/>
                <a:gd name="T9" fmla="*/ 0 h 548"/>
                <a:gd name="T10" fmla="*/ 274 w 548"/>
                <a:gd name="T11" fmla="*/ 511 h 548"/>
                <a:gd name="T12" fmla="*/ 38 w 548"/>
                <a:gd name="T13" fmla="*/ 274 h 548"/>
                <a:gd name="T14" fmla="*/ 274 w 548"/>
                <a:gd name="T15" fmla="*/ 37 h 548"/>
                <a:gd name="T16" fmla="*/ 511 w 548"/>
                <a:gd name="T17" fmla="*/ 274 h 548"/>
                <a:gd name="T18" fmla="*/ 274 w 548"/>
                <a:gd name="T19" fmla="*/ 51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8" h="548">
                  <a:moveTo>
                    <a:pt x="274" y="0"/>
                  </a:moveTo>
                  <a:cubicBezTo>
                    <a:pt x="123" y="0"/>
                    <a:pt x="0" y="123"/>
                    <a:pt x="0" y="274"/>
                  </a:cubicBezTo>
                  <a:cubicBezTo>
                    <a:pt x="0" y="425"/>
                    <a:pt x="123" y="548"/>
                    <a:pt x="274" y="548"/>
                  </a:cubicBezTo>
                  <a:cubicBezTo>
                    <a:pt x="425" y="548"/>
                    <a:pt x="548" y="425"/>
                    <a:pt x="548" y="274"/>
                  </a:cubicBezTo>
                  <a:cubicBezTo>
                    <a:pt x="548" y="123"/>
                    <a:pt x="425" y="0"/>
                    <a:pt x="274" y="0"/>
                  </a:cubicBezTo>
                  <a:close/>
                  <a:moveTo>
                    <a:pt x="274" y="511"/>
                  </a:moveTo>
                  <a:cubicBezTo>
                    <a:pt x="144" y="511"/>
                    <a:pt x="38" y="404"/>
                    <a:pt x="38" y="274"/>
                  </a:cubicBezTo>
                  <a:cubicBezTo>
                    <a:pt x="38" y="143"/>
                    <a:pt x="144" y="37"/>
                    <a:pt x="274" y="37"/>
                  </a:cubicBezTo>
                  <a:cubicBezTo>
                    <a:pt x="405" y="37"/>
                    <a:pt x="511" y="143"/>
                    <a:pt x="511" y="274"/>
                  </a:cubicBezTo>
                  <a:cubicBezTo>
                    <a:pt x="511" y="404"/>
                    <a:pt x="405" y="511"/>
                    <a:pt x="274" y="511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202" name="Freeform 8"/>
            <p:cNvSpPr>
              <a:spLocks noEditPoints="1"/>
            </p:cNvSpPr>
            <p:nvPr/>
          </p:nvSpPr>
          <p:spPr bwMode="auto">
            <a:xfrm>
              <a:off x="9861360" y="1584158"/>
              <a:ext cx="824593" cy="825611"/>
            </a:xfrm>
            <a:custGeom>
              <a:avLst/>
              <a:gdLst>
                <a:gd name="T0" fmla="*/ 1620 w 1743"/>
                <a:gd name="T1" fmla="*/ 672 h 1743"/>
                <a:gd name="T2" fmla="*/ 1542 w 1743"/>
                <a:gd name="T3" fmla="*/ 484 h 1743"/>
                <a:gd name="T4" fmla="*/ 1621 w 1743"/>
                <a:gd name="T5" fmla="*/ 397 h 1743"/>
                <a:gd name="T6" fmla="*/ 1359 w 1743"/>
                <a:gd name="T7" fmla="*/ 127 h 1743"/>
                <a:gd name="T8" fmla="*/ 1259 w 1743"/>
                <a:gd name="T9" fmla="*/ 201 h 1743"/>
                <a:gd name="T10" fmla="*/ 1071 w 1743"/>
                <a:gd name="T11" fmla="*/ 123 h 1743"/>
                <a:gd name="T12" fmla="*/ 1052 w 1743"/>
                <a:gd name="T13" fmla="*/ 0 h 1743"/>
                <a:gd name="T14" fmla="*/ 671 w 1743"/>
                <a:gd name="T15" fmla="*/ 19 h 1743"/>
                <a:gd name="T16" fmla="*/ 603 w 1743"/>
                <a:gd name="T17" fmla="*/ 225 h 1743"/>
                <a:gd name="T18" fmla="*/ 410 w 1743"/>
                <a:gd name="T19" fmla="*/ 127 h 1743"/>
                <a:gd name="T20" fmla="*/ 383 w 1743"/>
                <a:gd name="T21" fmla="*/ 127 h 1743"/>
                <a:gd name="T22" fmla="*/ 121 w 1743"/>
                <a:gd name="T23" fmla="*/ 397 h 1743"/>
                <a:gd name="T24" fmla="*/ 200 w 1743"/>
                <a:gd name="T25" fmla="*/ 484 h 1743"/>
                <a:gd name="T26" fmla="*/ 122 w 1743"/>
                <a:gd name="T27" fmla="*/ 672 h 1743"/>
                <a:gd name="T28" fmla="*/ 0 w 1743"/>
                <a:gd name="T29" fmla="*/ 691 h 1743"/>
                <a:gd name="T30" fmla="*/ 18 w 1743"/>
                <a:gd name="T31" fmla="*/ 1072 h 1743"/>
                <a:gd name="T32" fmla="*/ 224 w 1743"/>
                <a:gd name="T33" fmla="*/ 1140 h 1743"/>
                <a:gd name="T34" fmla="*/ 127 w 1743"/>
                <a:gd name="T35" fmla="*/ 1334 h 1743"/>
                <a:gd name="T36" fmla="*/ 127 w 1743"/>
                <a:gd name="T37" fmla="*/ 1360 h 1743"/>
                <a:gd name="T38" fmla="*/ 410 w 1743"/>
                <a:gd name="T39" fmla="*/ 1616 h 1743"/>
                <a:gd name="T40" fmla="*/ 603 w 1743"/>
                <a:gd name="T41" fmla="*/ 1519 h 1743"/>
                <a:gd name="T42" fmla="*/ 671 w 1743"/>
                <a:gd name="T43" fmla="*/ 1725 h 1743"/>
                <a:gd name="T44" fmla="*/ 1052 w 1743"/>
                <a:gd name="T45" fmla="*/ 1743 h 1743"/>
                <a:gd name="T46" fmla="*/ 1071 w 1743"/>
                <a:gd name="T47" fmla="*/ 1621 h 1743"/>
                <a:gd name="T48" fmla="*/ 1259 w 1743"/>
                <a:gd name="T49" fmla="*/ 1543 h 1743"/>
                <a:gd name="T50" fmla="*/ 1346 w 1743"/>
                <a:gd name="T51" fmla="*/ 1622 h 1743"/>
                <a:gd name="T52" fmla="*/ 1616 w 1743"/>
                <a:gd name="T53" fmla="*/ 1360 h 1743"/>
                <a:gd name="T54" fmla="*/ 1616 w 1743"/>
                <a:gd name="T55" fmla="*/ 1334 h 1743"/>
                <a:gd name="T56" fmla="*/ 1518 w 1743"/>
                <a:gd name="T57" fmla="*/ 1140 h 1743"/>
                <a:gd name="T58" fmla="*/ 1724 w 1743"/>
                <a:gd name="T59" fmla="*/ 1072 h 1743"/>
                <a:gd name="T60" fmla="*/ 1743 w 1743"/>
                <a:gd name="T61" fmla="*/ 691 h 1743"/>
                <a:gd name="T62" fmla="*/ 1705 w 1743"/>
                <a:gd name="T63" fmla="*/ 1035 h 1743"/>
                <a:gd name="T64" fmla="*/ 1484 w 1743"/>
                <a:gd name="T65" fmla="*/ 1126 h 1743"/>
                <a:gd name="T66" fmla="*/ 1576 w 1743"/>
                <a:gd name="T67" fmla="*/ 1347 h 1743"/>
                <a:gd name="T68" fmla="*/ 1286 w 1743"/>
                <a:gd name="T69" fmla="*/ 1517 h 1743"/>
                <a:gd name="T70" fmla="*/ 1034 w 1743"/>
                <a:gd name="T71" fmla="*/ 1621 h 1743"/>
                <a:gd name="T72" fmla="*/ 709 w 1743"/>
                <a:gd name="T73" fmla="*/ 1706 h 1743"/>
                <a:gd name="T74" fmla="*/ 617 w 1743"/>
                <a:gd name="T75" fmla="*/ 1485 h 1743"/>
                <a:gd name="T76" fmla="*/ 396 w 1743"/>
                <a:gd name="T77" fmla="*/ 1577 h 1743"/>
                <a:gd name="T78" fmla="*/ 227 w 1743"/>
                <a:gd name="T79" fmla="*/ 1287 h 1743"/>
                <a:gd name="T80" fmla="*/ 122 w 1743"/>
                <a:gd name="T81" fmla="*/ 1035 h 1743"/>
                <a:gd name="T82" fmla="*/ 37 w 1743"/>
                <a:gd name="T83" fmla="*/ 709 h 1743"/>
                <a:gd name="T84" fmla="*/ 259 w 1743"/>
                <a:gd name="T85" fmla="*/ 618 h 1743"/>
                <a:gd name="T86" fmla="*/ 166 w 1743"/>
                <a:gd name="T87" fmla="*/ 397 h 1743"/>
                <a:gd name="T88" fmla="*/ 457 w 1743"/>
                <a:gd name="T89" fmla="*/ 227 h 1743"/>
                <a:gd name="T90" fmla="*/ 709 w 1743"/>
                <a:gd name="T91" fmla="*/ 123 h 1743"/>
                <a:gd name="T92" fmla="*/ 1034 w 1743"/>
                <a:gd name="T93" fmla="*/ 38 h 1743"/>
                <a:gd name="T94" fmla="*/ 1125 w 1743"/>
                <a:gd name="T95" fmla="*/ 259 h 1743"/>
                <a:gd name="T96" fmla="*/ 1346 w 1743"/>
                <a:gd name="T97" fmla="*/ 167 h 1743"/>
                <a:gd name="T98" fmla="*/ 1516 w 1743"/>
                <a:gd name="T99" fmla="*/ 457 h 1743"/>
                <a:gd name="T100" fmla="*/ 1620 w 1743"/>
                <a:gd name="T101" fmla="*/ 709 h 1743"/>
                <a:gd name="T102" fmla="*/ 1705 w 1743"/>
                <a:gd name="T103" fmla="*/ 1035 h 1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43" h="1743">
                  <a:moveTo>
                    <a:pt x="1724" y="672"/>
                  </a:moveTo>
                  <a:cubicBezTo>
                    <a:pt x="1620" y="672"/>
                    <a:pt x="1620" y="672"/>
                    <a:pt x="1620" y="672"/>
                  </a:cubicBezTo>
                  <a:cubicBezTo>
                    <a:pt x="1575" y="672"/>
                    <a:pt x="1536" y="646"/>
                    <a:pt x="1518" y="604"/>
                  </a:cubicBezTo>
                  <a:cubicBezTo>
                    <a:pt x="1501" y="562"/>
                    <a:pt x="1510" y="516"/>
                    <a:pt x="1542" y="484"/>
                  </a:cubicBezTo>
                  <a:cubicBezTo>
                    <a:pt x="1616" y="410"/>
                    <a:pt x="1616" y="410"/>
                    <a:pt x="1616" y="410"/>
                  </a:cubicBezTo>
                  <a:cubicBezTo>
                    <a:pt x="1619" y="407"/>
                    <a:pt x="1621" y="402"/>
                    <a:pt x="1621" y="397"/>
                  </a:cubicBezTo>
                  <a:cubicBezTo>
                    <a:pt x="1621" y="392"/>
                    <a:pt x="1619" y="387"/>
                    <a:pt x="1616" y="384"/>
                  </a:cubicBezTo>
                  <a:cubicBezTo>
                    <a:pt x="1359" y="127"/>
                    <a:pt x="1359" y="127"/>
                    <a:pt x="1359" y="127"/>
                  </a:cubicBezTo>
                  <a:cubicBezTo>
                    <a:pt x="1352" y="120"/>
                    <a:pt x="1340" y="120"/>
                    <a:pt x="1333" y="127"/>
                  </a:cubicBezTo>
                  <a:cubicBezTo>
                    <a:pt x="1259" y="201"/>
                    <a:pt x="1259" y="201"/>
                    <a:pt x="1259" y="201"/>
                  </a:cubicBezTo>
                  <a:cubicBezTo>
                    <a:pt x="1227" y="233"/>
                    <a:pt x="1181" y="242"/>
                    <a:pt x="1139" y="225"/>
                  </a:cubicBezTo>
                  <a:cubicBezTo>
                    <a:pt x="1097" y="207"/>
                    <a:pt x="1071" y="168"/>
                    <a:pt x="1071" y="123"/>
                  </a:cubicBezTo>
                  <a:cubicBezTo>
                    <a:pt x="1071" y="19"/>
                    <a:pt x="1071" y="19"/>
                    <a:pt x="1071" y="19"/>
                  </a:cubicBezTo>
                  <a:cubicBezTo>
                    <a:pt x="1071" y="9"/>
                    <a:pt x="1063" y="0"/>
                    <a:pt x="1052" y="0"/>
                  </a:cubicBezTo>
                  <a:cubicBezTo>
                    <a:pt x="690" y="0"/>
                    <a:pt x="690" y="0"/>
                    <a:pt x="690" y="0"/>
                  </a:cubicBezTo>
                  <a:cubicBezTo>
                    <a:pt x="680" y="0"/>
                    <a:pt x="671" y="9"/>
                    <a:pt x="671" y="19"/>
                  </a:cubicBezTo>
                  <a:cubicBezTo>
                    <a:pt x="671" y="123"/>
                    <a:pt x="671" y="123"/>
                    <a:pt x="671" y="123"/>
                  </a:cubicBezTo>
                  <a:cubicBezTo>
                    <a:pt x="671" y="168"/>
                    <a:pt x="645" y="207"/>
                    <a:pt x="603" y="225"/>
                  </a:cubicBezTo>
                  <a:cubicBezTo>
                    <a:pt x="561" y="242"/>
                    <a:pt x="515" y="233"/>
                    <a:pt x="483" y="201"/>
                  </a:cubicBezTo>
                  <a:cubicBezTo>
                    <a:pt x="410" y="127"/>
                    <a:pt x="410" y="127"/>
                    <a:pt x="410" y="127"/>
                  </a:cubicBezTo>
                  <a:cubicBezTo>
                    <a:pt x="406" y="124"/>
                    <a:pt x="401" y="122"/>
                    <a:pt x="396" y="122"/>
                  </a:cubicBezTo>
                  <a:cubicBezTo>
                    <a:pt x="391" y="122"/>
                    <a:pt x="387" y="124"/>
                    <a:pt x="383" y="127"/>
                  </a:cubicBezTo>
                  <a:cubicBezTo>
                    <a:pt x="127" y="384"/>
                    <a:pt x="127" y="384"/>
                    <a:pt x="127" y="384"/>
                  </a:cubicBezTo>
                  <a:cubicBezTo>
                    <a:pt x="123" y="387"/>
                    <a:pt x="121" y="392"/>
                    <a:pt x="121" y="397"/>
                  </a:cubicBezTo>
                  <a:cubicBezTo>
                    <a:pt x="121" y="402"/>
                    <a:pt x="123" y="407"/>
                    <a:pt x="127" y="410"/>
                  </a:cubicBezTo>
                  <a:cubicBezTo>
                    <a:pt x="200" y="484"/>
                    <a:pt x="200" y="484"/>
                    <a:pt x="200" y="484"/>
                  </a:cubicBezTo>
                  <a:cubicBezTo>
                    <a:pt x="232" y="516"/>
                    <a:pt x="241" y="562"/>
                    <a:pt x="224" y="604"/>
                  </a:cubicBezTo>
                  <a:cubicBezTo>
                    <a:pt x="207" y="646"/>
                    <a:pt x="168" y="672"/>
                    <a:pt x="122" y="672"/>
                  </a:cubicBezTo>
                  <a:cubicBezTo>
                    <a:pt x="18" y="672"/>
                    <a:pt x="18" y="672"/>
                    <a:pt x="18" y="672"/>
                  </a:cubicBezTo>
                  <a:cubicBezTo>
                    <a:pt x="8" y="672"/>
                    <a:pt x="0" y="680"/>
                    <a:pt x="0" y="691"/>
                  </a:cubicBezTo>
                  <a:cubicBezTo>
                    <a:pt x="0" y="1053"/>
                    <a:pt x="0" y="1053"/>
                    <a:pt x="0" y="1053"/>
                  </a:cubicBezTo>
                  <a:cubicBezTo>
                    <a:pt x="0" y="1064"/>
                    <a:pt x="8" y="1072"/>
                    <a:pt x="18" y="1072"/>
                  </a:cubicBezTo>
                  <a:cubicBezTo>
                    <a:pt x="122" y="1072"/>
                    <a:pt x="122" y="1072"/>
                    <a:pt x="122" y="1072"/>
                  </a:cubicBezTo>
                  <a:cubicBezTo>
                    <a:pt x="168" y="1072"/>
                    <a:pt x="207" y="1098"/>
                    <a:pt x="224" y="1140"/>
                  </a:cubicBezTo>
                  <a:cubicBezTo>
                    <a:pt x="241" y="1182"/>
                    <a:pt x="232" y="1228"/>
                    <a:pt x="200" y="1260"/>
                  </a:cubicBezTo>
                  <a:cubicBezTo>
                    <a:pt x="127" y="1334"/>
                    <a:pt x="127" y="1334"/>
                    <a:pt x="127" y="1334"/>
                  </a:cubicBezTo>
                  <a:cubicBezTo>
                    <a:pt x="123" y="1337"/>
                    <a:pt x="121" y="1342"/>
                    <a:pt x="121" y="1347"/>
                  </a:cubicBezTo>
                  <a:cubicBezTo>
                    <a:pt x="121" y="1352"/>
                    <a:pt x="123" y="1357"/>
                    <a:pt x="127" y="1360"/>
                  </a:cubicBezTo>
                  <a:cubicBezTo>
                    <a:pt x="383" y="1616"/>
                    <a:pt x="383" y="1616"/>
                    <a:pt x="383" y="1616"/>
                  </a:cubicBezTo>
                  <a:cubicBezTo>
                    <a:pt x="390" y="1623"/>
                    <a:pt x="403" y="1623"/>
                    <a:pt x="410" y="1616"/>
                  </a:cubicBezTo>
                  <a:cubicBezTo>
                    <a:pt x="483" y="1543"/>
                    <a:pt x="483" y="1543"/>
                    <a:pt x="483" y="1543"/>
                  </a:cubicBezTo>
                  <a:cubicBezTo>
                    <a:pt x="515" y="1511"/>
                    <a:pt x="561" y="1502"/>
                    <a:pt x="603" y="1519"/>
                  </a:cubicBezTo>
                  <a:cubicBezTo>
                    <a:pt x="645" y="1536"/>
                    <a:pt x="671" y="1576"/>
                    <a:pt x="671" y="1621"/>
                  </a:cubicBezTo>
                  <a:cubicBezTo>
                    <a:pt x="671" y="1725"/>
                    <a:pt x="671" y="1725"/>
                    <a:pt x="671" y="1725"/>
                  </a:cubicBezTo>
                  <a:cubicBezTo>
                    <a:pt x="671" y="1735"/>
                    <a:pt x="680" y="1743"/>
                    <a:pt x="690" y="1743"/>
                  </a:cubicBezTo>
                  <a:cubicBezTo>
                    <a:pt x="1052" y="1743"/>
                    <a:pt x="1052" y="1743"/>
                    <a:pt x="1052" y="1743"/>
                  </a:cubicBezTo>
                  <a:cubicBezTo>
                    <a:pt x="1063" y="1743"/>
                    <a:pt x="1071" y="1735"/>
                    <a:pt x="1071" y="1725"/>
                  </a:cubicBezTo>
                  <a:cubicBezTo>
                    <a:pt x="1071" y="1621"/>
                    <a:pt x="1071" y="1621"/>
                    <a:pt x="1071" y="1621"/>
                  </a:cubicBezTo>
                  <a:cubicBezTo>
                    <a:pt x="1071" y="1576"/>
                    <a:pt x="1097" y="1536"/>
                    <a:pt x="1139" y="1519"/>
                  </a:cubicBezTo>
                  <a:cubicBezTo>
                    <a:pt x="1181" y="1502"/>
                    <a:pt x="1227" y="1511"/>
                    <a:pt x="1259" y="1543"/>
                  </a:cubicBezTo>
                  <a:cubicBezTo>
                    <a:pt x="1333" y="1616"/>
                    <a:pt x="1333" y="1616"/>
                    <a:pt x="1333" y="1616"/>
                  </a:cubicBezTo>
                  <a:cubicBezTo>
                    <a:pt x="1336" y="1620"/>
                    <a:pt x="1341" y="1622"/>
                    <a:pt x="1346" y="1622"/>
                  </a:cubicBezTo>
                  <a:cubicBezTo>
                    <a:pt x="1351" y="1622"/>
                    <a:pt x="1356" y="1620"/>
                    <a:pt x="1359" y="1616"/>
                  </a:cubicBezTo>
                  <a:cubicBezTo>
                    <a:pt x="1616" y="1360"/>
                    <a:pt x="1616" y="1360"/>
                    <a:pt x="1616" y="1360"/>
                  </a:cubicBezTo>
                  <a:cubicBezTo>
                    <a:pt x="1619" y="1357"/>
                    <a:pt x="1621" y="1352"/>
                    <a:pt x="1621" y="1347"/>
                  </a:cubicBezTo>
                  <a:cubicBezTo>
                    <a:pt x="1621" y="1342"/>
                    <a:pt x="1619" y="1337"/>
                    <a:pt x="1616" y="1334"/>
                  </a:cubicBezTo>
                  <a:cubicBezTo>
                    <a:pt x="1542" y="1260"/>
                    <a:pt x="1542" y="1260"/>
                    <a:pt x="1542" y="1260"/>
                  </a:cubicBezTo>
                  <a:cubicBezTo>
                    <a:pt x="1510" y="1228"/>
                    <a:pt x="1501" y="1182"/>
                    <a:pt x="1518" y="1140"/>
                  </a:cubicBezTo>
                  <a:cubicBezTo>
                    <a:pt x="1536" y="1098"/>
                    <a:pt x="1575" y="1072"/>
                    <a:pt x="1620" y="1072"/>
                  </a:cubicBezTo>
                  <a:cubicBezTo>
                    <a:pt x="1724" y="1072"/>
                    <a:pt x="1724" y="1072"/>
                    <a:pt x="1724" y="1072"/>
                  </a:cubicBezTo>
                  <a:cubicBezTo>
                    <a:pt x="1734" y="1072"/>
                    <a:pt x="1743" y="1064"/>
                    <a:pt x="1743" y="1053"/>
                  </a:cubicBezTo>
                  <a:cubicBezTo>
                    <a:pt x="1743" y="691"/>
                    <a:pt x="1743" y="691"/>
                    <a:pt x="1743" y="691"/>
                  </a:cubicBezTo>
                  <a:cubicBezTo>
                    <a:pt x="1743" y="680"/>
                    <a:pt x="1734" y="672"/>
                    <a:pt x="1724" y="672"/>
                  </a:cubicBezTo>
                  <a:close/>
                  <a:moveTo>
                    <a:pt x="1705" y="1035"/>
                  </a:moveTo>
                  <a:cubicBezTo>
                    <a:pt x="1620" y="1035"/>
                    <a:pt x="1620" y="1035"/>
                    <a:pt x="1620" y="1035"/>
                  </a:cubicBezTo>
                  <a:cubicBezTo>
                    <a:pt x="1559" y="1035"/>
                    <a:pt x="1507" y="1070"/>
                    <a:pt x="1484" y="1126"/>
                  </a:cubicBezTo>
                  <a:cubicBezTo>
                    <a:pt x="1461" y="1182"/>
                    <a:pt x="1473" y="1244"/>
                    <a:pt x="1516" y="1287"/>
                  </a:cubicBezTo>
                  <a:cubicBezTo>
                    <a:pt x="1576" y="1347"/>
                    <a:pt x="1576" y="1347"/>
                    <a:pt x="1576" y="1347"/>
                  </a:cubicBezTo>
                  <a:cubicBezTo>
                    <a:pt x="1346" y="1577"/>
                    <a:pt x="1346" y="1577"/>
                    <a:pt x="1346" y="1577"/>
                  </a:cubicBezTo>
                  <a:cubicBezTo>
                    <a:pt x="1286" y="1517"/>
                    <a:pt x="1286" y="1517"/>
                    <a:pt x="1286" y="1517"/>
                  </a:cubicBezTo>
                  <a:cubicBezTo>
                    <a:pt x="1243" y="1474"/>
                    <a:pt x="1181" y="1461"/>
                    <a:pt x="1125" y="1485"/>
                  </a:cubicBezTo>
                  <a:cubicBezTo>
                    <a:pt x="1069" y="1508"/>
                    <a:pt x="1034" y="1560"/>
                    <a:pt x="1034" y="1621"/>
                  </a:cubicBezTo>
                  <a:cubicBezTo>
                    <a:pt x="1034" y="1706"/>
                    <a:pt x="1034" y="1706"/>
                    <a:pt x="1034" y="1706"/>
                  </a:cubicBezTo>
                  <a:cubicBezTo>
                    <a:pt x="709" y="1706"/>
                    <a:pt x="709" y="1706"/>
                    <a:pt x="709" y="1706"/>
                  </a:cubicBezTo>
                  <a:cubicBezTo>
                    <a:pt x="709" y="1621"/>
                    <a:pt x="709" y="1621"/>
                    <a:pt x="709" y="1621"/>
                  </a:cubicBezTo>
                  <a:cubicBezTo>
                    <a:pt x="709" y="1560"/>
                    <a:pt x="674" y="1508"/>
                    <a:pt x="617" y="1485"/>
                  </a:cubicBezTo>
                  <a:cubicBezTo>
                    <a:pt x="561" y="1461"/>
                    <a:pt x="500" y="1474"/>
                    <a:pt x="457" y="1517"/>
                  </a:cubicBezTo>
                  <a:cubicBezTo>
                    <a:pt x="396" y="1577"/>
                    <a:pt x="396" y="1577"/>
                    <a:pt x="396" y="1577"/>
                  </a:cubicBezTo>
                  <a:cubicBezTo>
                    <a:pt x="166" y="1347"/>
                    <a:pt x="166" y="1347"/>
                    <a:pt x="166" y="1347"/>
                  </a:cubicBezTo>
                  <a:cubicBezTo>
                    <a:pt x="227" y="1287"/>
                    <a:pt x="227" y="1287"/>
                    <a:pt x="227" y="1287"/>
                  </a:cubicBezTo>
                  <a:cubicBezTo>
                    <a:pt x="270" y="1244"/>
                    <a:pt x="282" y="1182"/>
                    <a:pt x="259" y="1126"/>
                  </a:cubicBezTo>
                  <a:cubicBezTo>
                    <a:pt x="235" y="1070"/>
                    <a:pt x="183" y="1035"/>
                    <a:pt x="122" y="1035"/>
                  </a:cubicBezTo>
                  <a:cubicBezTo>
                    <a:pt x="37" y="1035"/>
                    <a:pt x="37" y="1035"/>
                    <a:pt x="37" y="1035"/>
                  </a:cubicBezTo>
                  <a:cubicBezTo>
                    <a:pt x="37" y="709"/>
                    <a:pt x="37" y="709"/>
                    <a:pt x="37" y="709"/>
                  </a:cubicBezTo>
                  <a:cubicBezTo>
                    <a:pt x="122" y="709"/>
                    <a:pt x="122" y="709"/>
                    <a:pt x="122" y="709"/>
                  </a:cubicBezTo>
                  <a:cubicBezTo>
                    <a:pt x="183" y="709"/>
                    <a:pt x="235" y="674"/>
                    <a:pt x="259" y="618"/>
                  </a:cubicBezTo>
                  <a:cubicBezTo>
                    <a:pt x="282" y="562"/>
                    <a:pt x="270" y="500"/>
                    <a:pt x="227" y="457"/>
                  </a:cubicBezTo>
                  <a:cubicBezTo>
                    <a:pt x="166" y="397"/>
                    <a:pt x="166" y="397"/>
                    <a:pt x="166" y="397"/>
                  </a:cubicBezTo>
                  <a:cubicBezTo>
                    <a:pt x="396" y="167"/>
                    <a:pt x="396" y="167"/>
                    <a:pt x="396" y="167"/>
                  </a:cubicBezTo>
                  <a:cubicBezTo>
                    <a:pt x="457" y="227"/>
                    <a:pt x="457" y="227"/>
                    <a:pt x="457" y="227"/>
                  </a:cubicBezTo>
                  <a:cubicBezTo>
                    <a:pt x="500" y="270"/>
                    <a:pt x="561" y="283"/>
                    <a:pt x="617" y="259"/>
                  </a:cubicBezTo>
                  <a:cubicBezTo>
                    <a:pt x="674" y="236"/>
                    <a:pt x="709" y="184"/>
                    <a:pt x="709" y="123"/>
                  </a:cubicBezTo>
                  <a:cubicBezTo>
                    <a:pt x="709" y="38"/>
                    <a:pt x="709" y="38"/>
                    <a:pt x="709" y="38"/>
                  </a:cubicBezTo>
                  <a:cubicBezTo>
                    <a:pt x="1034" y="38"/>
                    <a:pt x="1034" y="38"/>
                    <a:pt x="1034" y="38"/>
                  </a:cubicBezTo>
                  <a:cubicBezTo>
                    <a:pt x="1034" y="123"/>
                    <a:pt x="1034" y="123"/>
                    <a:pt x="1034" y="123"/>
                  </a:cubicBezTo>
                  <a:cubicBezTo>
                    <a:pt x="1034" y="184"/>
                    <a:pt x="1069" y="236"/>
                    <a:pt x="1125" y="259"/>
                  </a:cubicBezTo>
                  <a:cubicBezTo>
                    <a:pt x="1181" y="283"/>
                    <a:pt x="1243" y="270"/>
                    <a:pt x="1286" y="227"/>
                  </a:cubicBezTo>
                  <a:cubicBezTo>
                    <a:pt x="1346" y="167"/>
                    <a:pt x="1346" y="167"/>
                    <a:pt x="1346" y="167"/>
                  </a:cubicBezTo>
                  <a:cubicBezTo>
                    <a:pt x="1576" y="397"/>
                    <a:pt x="1576" y="397"/>
                    <a:pt x="1576" y="397"/>
                  </a:cubicBezTo>
                  <a:cubicBezTo>
                    <a:pt x="1516" y="457"/>
                    <a:pt x="1516" y="457"/>
                    <a:pt x="1516" y="457"/>
                  </a:cubicBezTo>
                  <a:cubicBezTo>
                    <a:pt x="1473" y="500"/>
                    <a:pt x="1461" y="562"/>
                    <a:pt x="1484" y="618"/>
                  </a:cubicBezTo>
                  <a:cubicBezTo>
                    <a:pt x="1507" y="674"/>
                    <a:pt x="1559" y="709"/>
                    <a:pt x="1620" y="709"/>
                  </a:cubicBezTo>
                  <a:cubicBezTo>
                    <a:pt x="1705" y="709"/>
                    <a:pt x="1705" y="709"/>
                    <a:pt x="1705" y="709"/>
                  </a:cubicBezTo>
                  <a:lnTo>
                    <a:pt x="1705" y="1035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203" name="Freeform 9"/>
            <p:cNvSpPr>
              <a:spLocks noEditPoints="1"/>
            </p:cNvSpPr>
            <p:nvPr/>
          </p:nvSpPr>
          <p:spPr bwMode="auto">
            <a:xfrm>
              <a:off x="10750088" y="2109454"/>
              <a:ext cx="512062" cy="511044"/>
            </a:xfrm>
            <a:custGeom>
              <a:avLst/>
              <a:gdLst>
                <a:gd name="T0" fmla="*/ 998 w 1080"/>
                <a:gd name="T1" fmla="*/ 410 h 1079"/>
                <a:gd name="T2" fmla="*/ 955 w 1080"/>
                <a:gd name="T3" fmla="*/ 307 h 1079"/>
                <a:gd name="T4" fmla="*/ 1006 w 1080"/>
                <a:gd name="T5" fmla="*/ 249 h 1079"/>
                <a:gd name="T6" fmla="*/ 843 w 1080"/>
                <a:gd name="T7" fmla="*/ 79 h 1079"/>
                <a:gd name="T8" fmla="*/ 772 w 1080"/>
                <a:gd name="T9" fmla="*/ 124 h 1079"/>
                <a:gd name="T10" fmla="*/ 670 w 1080"/>
                <a:gd name="T11" fmla="*/ 82 h 1079"/>
                <a:gd name="T12" fmla="*/ 651 w 1080"/>
                <a:gd name="T13" fmla="*/ 0 h 1079"/>
                <a:gd name="T14" fmla="*/ 411 w 1080"/>
                <a:gd name="T15" fmla="*/ 18 h 1079"/>
                <a:gd name="T16" fmla="*/ 374 w 1080"/>
                <a:gd name="T17" fmla="*/ 137 h 1079"/>
                <a:gd name="T18" fmla="*/ 263 w 1080"/>
                <a:gd name="T19" fmla="*/ 79 h 1079"/>
                <a:gd name="T20" fmla="*/ 80 w 1080"/>
                <a:gd name="T21" fmla="*/ 236 h 1079"/>
                <a:gd name="T22" fmla="*/ 80 w 1080"/>
                <a:gd name="T23" fmla="*/ 262 h 1079"/>
                <a:gd name="T24" fmla="*/ 138 w 1080"/>
                <a:gd name="T25" fmla="*/ 373 h 1079"/>
                <a:gd name="T26" fmla="*/ 19 w 1080"/>
                <a:gd name="T27" fmla="*/ 410 h 1079"/>
                <a:gd name="T28" fmla="*/ 0 w 1080"/>
                <a:gd name="T29" fmla="*/ 650 h 1079"/>
                <a:gd name="T30" fmla="*/ 83 w 1080"/>
                <a:gd name="T31" fmla="*/ 669 h 1079"/>
                <a:gd name="T32" fmla="*/ 125 w 1080"/>
                <a:gd name="T33" fmla="*/ 771 h 1079"/>
                <a:gd name="T34" fmla="*/ 75 w 1080"/>
                <a:gd name="T35" fmla="*/ 829 h 1079"/>
                <a:gd name="T36" fmla="*/ 237 w 1080"/>
                <a:gd name="T37" fmla="*/ 999 h 1079"/>
                <a:gd name="T38" fmla="*/ 308 w 1080"/>
                <a:gd name="T39" fmla="*/ 954 h 1079"/>
                <a:gd name="T40" fmla="*/ 411 w 1080"/>
                <a:gd name="T41" fmla="*/ 997 h 1079"/>
                <a:gd name="T42" fmla="*/ 429 w 1080"/>
                <a:gd name="T43" fmla="*/ 1079 h 1079"/>
                <a:gd name="T44" fmla="*/ 670 w 1080"/>
                <a:gd name="T45" fmla="*/ 1060 h 1079"/>
                <a:gd name="T46" fmla="*/ 707 w 1080"/>
                <a:gd name="T47" fmla="*/ 941 h 1079"/>
                <a:gd name="T48" fmla="*/ 817 w 1080"/>
                <a:gd name="T49" fmla="*/ 999 h 1079"/>
                <a:gd name="T50" fmla="*/ 1000 w 1080"/>
                <a:gd name="T51" fmla="*/ 843 h 1079"/>
                <a:gd name="T52" fmla="*/ 1000 w 1080"/>
                <a:gd name="T53" fmla="*/ 816 h 1079"/>
                <a:gd name="T54" fmla="*/ 942 w 1080"/>
                <a:gd name="T55" fmla="*/ 706 h 1079"/>
                <a:gd name="T56" fmla="*/ 1061 w 1080"/>
                <a:gd name="T57" fmla="*/ 669 h 1079"/>
                <a:gd name="T58" fmla="*/ 1080 w 1080"/>
                <a:gd name="T59" fmla="*/ 429 h 1079"/>
                <a:gd name="T60" fmla="*/ 1043 w 1080"/>
                <a:gd name="T61" fmla="*/ 631 h 1079"/>
                <a:gd name="T62" fmla="*/ 908 w 1080"/>
                <a:gd name="T63" fmla="*/ 692 h 1079"/>
                <a:gd name="T64" fmla="*/ 961 w 1080"/>
                <a:gd name="T65" fmla="*/ 829 h 1079"/>
                <a:gd name="T66" fmla="*/ 799 w 1080"/>
                <a:gd name="T67" fmla="*/ 928 h 1079"/>
                <a:gd name="T68" fmla="*/ 632 w 1080"/>
                <a:gd name="T69" fmla="*/ 997 h 1079"/>
                <a:gd name="T70" fmla="*/ 448 w 1080"/>
                <a:gd name="T71" fmla="*/ 1042 h 1079"/>
                <a:gd name="T72" fmla="*/ 388 w 1080"/>
                <a:gd name="T73" fmla="*/ 907 h 1079"/>
                <a:gd name="T74" fmla="*/ 250 w 1080"/>
                <a:gd name="T75" fmla="*/ 960 h 1079"/>
                <a:gd name="T76" fmla="*/ 151 w 1080"/>
                <a:gd name="T77" fmla="*/ 798 h 1079"/>
                <a:gd name="T78" fmla="*/ 83 w 1080"/>
                <a:gd name="T79" fmla="*/ 631 h 1079"/>
                <a:gd name="T80" fmla="*/ 38 w 1080"/>
                <a:gd name="T81" fmla="*/ 447 h 1079"/>
                <a:gd name="T82" fmla="*/ 173 w 1080"/>
                <a:gd name="T83" fmla="*/ 387 h 1079"/>
                <a:gd name="T84" fmla="*/ 120 w 1080"/>
                <a:gd name="T85" fmla="*/ 249 h 1079"/>
                <a:gd name="T86" fmla="*/ 282 w 1080"/>
                <a:gd name="T87" fmla="*/ 151 h 1079"/>
                <a:gd name="T88" fmla="*/ 448 w 1080"/>
                <a:gd name="T89" fmla="*/ 82 h 1079"/>
                <a:gd name="T90" fmla="*/ 632 w 1080"/>
                <a:gd name="T91" fmla="*/ 37 h 1079"/>
                <a:gd name="T92" fmla="*/ 692 w 1080"/>
                <a:gd name="T93" fmla="*/ 172 h 1079"/>
                <a:gd name="T94" fmla="*/ 830 w 1080"/>
                <a:gd name="T95" fmla="*/ 119 h 1079"/>
                <a:gd name="T96" fmla="*/ 929 w 1080"/>
                <a:gd name="T97" fmla="*/ 281 h 1079"/>
                <a:gd name="T98" fmla="*/ 998 w 1080"/>
                <a:gd name="T99" fmla="*/ 447 h 1079"/>
                <a:gd name="T100" fmla="*/ 1043 w 1080"/>
                <a:gd name="T101" fmla="*/ 631 h 1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80" h="1079">
                  <a:moveTo>
                    <a:pt x="1061" y="410"/>
                  </a:moveTo>
                  <a:cubicBezTo>
                    <a:pt x="998" y="410"/>
                    <a:pt x="998" y="410"/>
                    <a:pt x="998" y="410"/>
                  </a:cubicBezTo>
                  <a:cubicBezTo>
                    <a:pt x="968" y="410"/>
                    <a:pt x="950" y="391"/>
                    <a:pt x="942" y="373"/>
                  </a:cubicBezTo>
                  <a:cubicBezTo>
                    <a:pt x="935" y="355"/>
                    <a:pt x="934" y="328"/>
                    <a:pt x="955" y="307"/>
                  </a:cubicBezTo>
                  <a:cubicBezTo>
                    <a:pt x="1000" y="262"/>
                    <a:pt x="1000" y="262"/>
                    <a:pt x="1000" y="262"/>
                  </a:cubicBezTo>
                  <a:cubicBezTo>
                    <a:pt x="1004" y="259"/>
                    <a:pt x="1006" y="254"/>
                    <a:pt x="1006" y="249"/>
                  </a:cubicBezTo>
                  <a:cubicBezTo>
                    <a:pt x="1006" y="244"/>
                    <a:pt x="1004" y="239"/>
                    <a:pt x="1000" y="236"/>
                  </a:cubicBezTo>
                  <a:cubicBezTo>
                    <a:pt x="843" y="79"/>
                    <a:pt x="843" y="79"/>
                    <a:pt x="843" y="79"/>
                  </a:cubicBezTo>
                  <a:cubicBezTo>
                    <a:pt x="836" y="72"/>
                    <a:pt x="824" y="72"/>
                    <a:pt x="817" y="79"/>
                  </a:cubicBezTo>
                  <a:cubicBezTo>
                    <a:pt x="772" y="124"/>
                    <a:pt x="772" y="124"/>
                    <a:pt x="772" y="124"/>
                  </a:cubicBezTo>
                  <a:cubicBezTo>
                    <a:pt x="751" y="145"/>
                    <a:pt x="725" y="145"/>
                    <a:pt x="707" y="137"/>
                  </a:cubicBezTo>
                  <a:cubicBezTo>
                    <a:pt x="689" y="130"/>
                    <a:pt x="670" y="111"/>
                    <a:pt x="670" y="82"/>
                  </a:cubicBezTo>
                  <a:cubicBezTo>
                    <a:pt x="670" y="18"/>
                    <a:pt x="670" y="18"/>
                    <a:pt x="670" y="18"/>
                  </a:cubicBezTo>
                  <a:cubicBezTo>
                    <a:pt x="670" y="8"/>
                    <a:pt x="661" y="0"/>
                    <a:pt x="651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19" y="0"/>
                    <a:pt x="411" y="8"/>
                    <a:pt x="411" y="18"/>
                  </a:cubicBezTo>
                  <a:cubicBezTo>
                    <a:pt x="411" y="82"/>
                    <a:pt x="411" y="82"/>
                    <a:pt x="411" y="82"/>
                  </a:cubicBezTo>
                  <a:cubicBezTo>
                    <a:pt x="411" y="111"/>
                    <a:pt x="392" y="130"/>
                    <a:pt x="374" y="137"/>
                  </a:cubicBezTo>
                  <a:cubicBezTo>
                    <a:pt x="356" y="145"/>
                    <a:pt x="329" y="145"/>
                    <a:pt x="308" y="124"/>
                  </a:cubicBezTo>
                  <a:cubicBezTo>
                    <a:pt x="263" y="79"/>
                    <a:pt x="263" y="79"/>
                    <a:pt x="263" y="79"/>
                  </a:cubicBezTo>
                  <a:cubicBezTo>
                    <a:pt x="256" y="72"/>
                    <a:pt x="244" y="72"/>
                    <a:pt x="237" y="79"/>
                  </a:cubicBezTo>
                  <a:cubicBezTo>
                    <a:pt x="80" y="236"/>
                    <a:pt x="80" y="236"/>
                    <a:pt x="80" y="236"/>
                  </a:cubicBezTo>
                  <a:cubicBezTo>
                    <a:pt x="77" y="239"/>
                    <a:pt x="75" y="244"/>
                    <a:pt x="75" y="249"/>
                  </a:cubicBezTo>
                  <a:cubicBezTo>
                    <a:pt x="75" y="254"/>
                    <a:pt x="77" y="259"/>
                    <a:pt x="80" y="262"/>
                  </a:cubicBezTo>
                  <a:cubicBezTo>
                    <a:pt x="125" y="307"/>
                    <a:pt x="125" y="307"/>
                    <a:pt x="125" y="307"/>
                  </a:cubicBezTo>
                  <a:cubicBezTo>
                    <a:pt x="146" y="328"/>
                    <a:pt x="145" y="355"/>
                    <a:pt x="138" y="373"/>
                  </a:cubicBezTo>
                  <a:cubicBezTo>
                    <a:pt x="131" y="391"/>
                    <a:pt x="112" y="410"/>
                    <a:pt x="83" y="410"/>
                  </a:cubicBezTo>
                  <a:cubicBezTo>
                    <a:pt x="19" y="410"/>
                    <a:pt x="19" y="410"/>
                    <a:pt x="19" y="410"/>
                  </a:cubicBezTo>
                  <a:cubicBezTo>
                    <a:pt x="9" y="410"/>
                    <a:pt x="0" y="418"/>
                    <a:pt x="0" y="429"/>
                  </a:cubicBezTo>
                  <a:cubicBezTo>
                    <a:pt x="0" y="650"/>
                    <a:pt x="0" y="650"/>
                    <a:pt x="0" y="650"/>
                  </a:cubicBezTo>
                  <a:cubicBezTo>
                    <a:pt x="0" y="660"/>
                    <a:pt x="9" y="669"/>
                    <a:pt x="19" y="669"/>
                  </a:cubicBezTo>
                  <a:cubicBezTo>
                    <a:pt x="83" y="669"/>
                    <a:pt x="83" y="669"/>
                    <a:pt x="83" y="669"/>
                  </a:cubicBezTo>
                  <a:cubicBezTo>
                    <a:pt x="112" y="669"/>
                    <a:pt x="131" y="688"/>
                    <a:pt x="138" y="706"/>
                  </a:cubicBezTo>
                  <a:cubicBezTo>
                    <a:pt x="145" y="724"/>
                    <a:pt x="146" y="750"/>
                    <a:pt x="125" y="771"/>
                  </a:cubicBezTo>
                  <a:cubicBezTo>
                    <a:pt x="80" y="816"/>
                    <a:pt x="80" y="816"/>
                    <a:pt x="80" y="816"/>
                  </a:cubicBezTo>
                  <a:cubicBezTo>
                    <a:pt x="77" y="820"/>
                    <a:pt x="75" y="824"/>
                    <a:pt x="75" y="829"/>
                  </a:cubicBezTo>
                  <a:cubicBezTo>
                    <a:pt x="75" y="834"/>
                    <a:pt x="77" y="839"/>
                    <a:pt x="80" y="843"/>
                  </a:cubicBezTo>
                  <a:cubicBezTo>
                    <a:pt x="237" y="999"/>
                    <a:pt x="237" y="999"/>
                    <a:pt x="237" y="999"/>
                  </a:cubicBezTo>
                  <a:cubicBezTo>
                    <a:pt x="244" y="1007"/>
                    <a:pt x="256" y="1007"/>
                    <a:pt x="263" y="999"/>
                  </a:cubicBezTo>
                  <a:cubicBezTo>
                    <a:pt x="308" y="954"/>
                    <a:pt x="308" y="954"/>
                    <a:pt x="308" y="954"/>
                  </a:cubicBezTo>
                  <a:cubicBezTo>
                    <a:pt x="329" y="933"/>
                    <a:pt x="356" y="934"/>
                    <a:pt x="374" y="941"/>
                  </a:cubicBezTo>
                  <a:cubicBezTo>
                    <a:pt x="392" y="949"/>
                    <a:pt x="411" y="967"/>
                    <a:pt x="411" y="997"/>
                  </a:cubicBezTo>
                  <a:cubicBezTo>
                    <a:pt x="411" y="1060"/>
                    <a:pt x="411" y="1060"/>
                    <a:pt x="411" y="1060"/>
                  </a:cubicBezTo>
                  <a:cubicBezTo>
                    <a:pt x="411" y="1071"/>
                    <a:pt x="419" y="1079"/>
                    <a:pt x="429" y="1079"/>
                  </a:cubicBezTo>
                  <a:cubicBezTo>
                    <a:pt x="651" y="1079"/>
                    <a:pt x="651" y="1079"/>
                    <a:pt x="651" y="1079"/>
                  </a:cubicBezTo>
                  <a:cubicBezTo>
                    <a:pt x="661" y="1079"/>
                    <a:pt x="670" y="1071"/>
                    <a:pt x="670" y="1060"/>
                  </a:cubicBezTo>
                  <a:cubicBezTo>
                    <a:pt x="670" y="997"/>
                    <a:pt x="670" y="997"/>
                    <a:pt x="670" y="997"/>
                  </a:cubicBezTo>
                  <a:cubicBezTo>
                    <a:pt x="670" y="967"/>
                    <a:pt x="689" y="949"/>
                    <a:pt x="707" y="941"/>
                  </a:cubicBezTo>
                  <a:cubicBezTo>
                    <a:pt x="725" y="934"/>
                    <a:pt x="751" y="933"/>
                    <a:pt x="772" y="954"/>
                  </a:cubicBezTo>
                  <a:cubicBezTo>
                    <a:pt x="817" y="999"/>
                    <a:pt x="817" y="999"/>
                    <a:pt x="817" y="999"/>
                  </a:cubicBezTo>
                  <a:cubicBezTo>
                    <a:pt x="824" y="1007"/>
                    <a:pt x="836" y="1007"/>
                    <a:pt x="843" y="999"/>
                  </a:cubicBezTo>
                  <a:cubicBezTo>
                    <a:pt x="1000" y="843"/>
                    <a:pt x="1000" y="843"/>
                    <a:pt x="1000" y="843"/>
                  </a:cubicBezTo>
                  <a:cubicBezTo>
                    <a:pt x="1004" y="839"/>
                    <a:pt x="1006" y="834"/>
                    <a:pt x="1006" y="829"/>
                  </a:cubicBezTo>
                  <a:cubicBezTo>
                    <a:pt x="1006" y="824"/>
                    <a:pt x="1004" y="820"/>
                    <a:pt x="1000" y="816"/>
                  </a:cubicBezTo>
                  <a:cubicBezTo>
                    <a:pt x="955" y="771"/>
                    <a:pt x="955" y="771"/>
                    <a:pt x="955" y="771"/>
                  </a:cubicBezTo>
                  <a:cubicBezTo>
                    <a:pt x="934" y="750"/>
                    <a:pt x="935" y="724"/>
                    <a:pt x="942" y="706"/>
                  </a:cubicBezTo>
                  <a:cubicBezTo>
                    <a:pt x="950" y="688"/>
                    <a:pt x="968" y="669"/>
                    <a:pt x="998" y="669"/>
                  </a:cubicBezTo>
                  <a:cubicBezTo>
                    <a:pt x="1061" y="669"/>
                    <a:pt x="1061" y="669"/>
                    <a:pt x="1061" y="669"/>
                  </a:cubicBezTo>
                  <a:cubicBezTo>
                    <a:pt x="1071" y="669"/>
                    <a:pt x="1080" y="660"/>
                    <a:pt x="1080" y="650"/>
                  </a:cubicBezTo>
                  <a:cubicBezTo>
                    <a:pt x="1080" y="429"/>
                    <a:pt x="1080" y="429"/>
                    <a:pt x="1080" y="429"/>
                  </a:cubicBezTo>
                  <a:cubicBezTo>
                    <a:pt x="1080" y="418"/>
                    <a:pt x="1071" y="410"/>
                    <a:pt x="1061" y="410"/>
                  </a:cubicBezTo>
                  <a:close/>
                  <a:moveTo>
                    <a:pt x="1043" y="631"/>
                  </a:moveTo>
                  <a:cubicBezTo>
                    <a:pt x="998" y="631"/>
                    <a:pt x="998" y="631"/>
                    <a:pt x="998" y="631"/>
                  </a:cubicBezTo>
                  <a:cubicBezTo>
                    <a:pt x="958" y="631"/>
                    <a:pt x="923" y="654"/>
                    <a:pt x="908" y="692"/>
                  </a:cubicBezTo>
                  <a:cubicBezTo>
                    <a:pt x="892" y="729"/>
                    <a:pt x="900" y="769"/>
                    <a:pt x="929" y="798"/>
                  </a:cubicBezTo>
                  <a:cubicBezTo>
                    <a:pt x="961" y="829"/>
                    <a:pt x="961" y="829"/>
                    <a:pt x="961" y="829"/>
                  </a:cubicBezTo>
                  <a:cubicBezTo>
                    <a:pt x="830" y="960"/>
                    <a:pt x="830" y="960"/>
                    <a:pt x="830" y="960"/>
                  </a:cubicBezTo>
                  <a:cubicBezTo>
                    <a:pt x="799" y="928"/>
                    <a:pt x="799" y="928"/>
                    <a:pt x="799" y="928"/>
                  </a:cubicBezTo>
                  <a:cubicBezTo>
                    <a:pt x="770" y="900"/>
                    <a:pt x="730" y="892"/>
                    <a:pt x="692" y="907"/>
                  </a:cubicBezTo>
                  <a:cubicBezTo>
                    <a:pt x="655" y="922"/>
                    <a:pt x="632" y="957"/>
                    <a:pt x="632" y="997"/>
                  </a:cubicBezTo>
                  <a:cubicBezTo>
                    <a:pt x="632" y="1042"/>
                    <a:pt x="632" y="1042"/>
                    <a:pt x="632" y="1042"/>
                  </a:cubicBezTo>
                  <a:cubicBezTo>
                    <a:pt x="448" y="1042"/>
                    <a:pt x="448" y="1042"/>
                    <a:pt x="448" y="1042"/>
                  </a:cubicBezTo>
                  <a:cubicBezTo>
                    <a:pt x="448" y="997"/>
                    <a:pt x="448" y="997"/>
                    <a:pt x="448" y="997"/>
                  </a:cubicBezTo>
                  <a:cubicBezTo>
                    <a:pt x="448" y="957"/>
                    <a:pt x="425" y="922"/>
                    <a:pt x="388" y="907"/>
                  </a:cubicBezTo>
                  <a:cubicBezTo>
                    <a:pt x="351" y="892"/>
                    <a:pt x="310" y="900"/>
                    <a:pt x="282" y="928"/>
                  </a:cubicBezTo>
                  <a:cubicBezTo>
                    <a:pt x="250" y="960"/>
                    <a:pt x="250" y="960"/>
                    <a:pt x="250" y="960"/>
                  </a:cubicBezTo>
                  <a:cubicBezTo>
                    <a:pt x="120" y="829"/>
                    <a:pt x="120" y="829"/>
                    <a:pt x="120" y="829"/>
                  </a:cubicBezTo>
                  <a:cubicBezTo>
                    <a:pt x="151" y="798"/>
                    <a:pt x="151" y="798"/>
                    <a:pt x="151" y="798"/>
                  </a:cubicBezTo>
                  <a:cubicBezTo>
                    <a:pt x="180" y="769"/>
                    <a:pt x="188" y="729"/>
                    <a:pt x="173" y="692"/>
                  </a:cubicBezTo>
                  <a:cubicBezTo>
                    <a:pt x="157" y="654"/>
                    <a:pt x="123" y="631"/>
                    <a:pt x="83" y="631"/>
                  </a:cubicBezTo>
                  <a:cubicBezTo>
                    <a:pt x="38" y="631"/>
                    <a:pt x="38" y="631"/>
                    <a:pt x="38" y="631"/>
                  </a:cubicBezTo>
                  <a:cubicBezTo>
                    <a:pt x="38" y="447"/>
                    <a:pt x="38" y="447"/>
                    <a:pt x="38" y="447"/>
                  </a:cubicBezTo>
                  <a:cubicBezTo>
                    <a:pt x="83" y="447"/>
                    <a:pt x="83" y="447"/>
                    <a:pt x="83" y="447"/>
                  </a:cubicBezTo>
                  <a:cubicBezTo>
                    <a:pt x="123" y="447"/>
                    <a:pt x="157" y="424"/>
                    <a:pt x="173" y="387"/>
                  </a:cubicBezTo>
                  <a:cubicBezTo>
                    <a:pt x="188" y="350"/>
                    <a:pt x="180" y="309"/>
                    <a:pt x="151" y="281"/>
                  </a:cubicBezTo>
                  <a:cubicBezTo>
                    <a:pt x="120" y="249"/>
                    <a:pt x="120" y="249"/>
                    <a:pt x="120" y="249"/>
                  </a:cubicBezTo>
                  <a:cubicBezTo>
                    <a:pt x="250" y="119"/>
                    <a:pt x="250" y="119"/>
                    <a:pt x="250" y="119"/>
                  </a:cubicBezTo>
                  <a:cubicBezTo>
                    <a:pt x="282" y="151"/>
                    <a:pt x="282" y="151"/>
                    <a:pt x="282" y="151"/>
                  </a:cubicBezTo>
                  <a:cubicBezTo>
                    <a:pt x="310" y="179"/>
                    <a:pt x="351" y="187"/>
                    <a:pt x="388" y="172"/>
                  </a:cubicBezTo>
                  <a:cubicBezTo>
                    <a:pt x="425" y="156"/>
                    <a:pt x="448" y="122"/>
                    <a:pt x="448" y="82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632" y="37"/>
                    <a:pt x="632" y="37"/>
                    <a:pt x="632" y="37"/>
                  </a:cubicBezTo>
                  <a:cubicBezTo>
                    <a:pt x="632" y="82"/>
                    <a:pt x="632" y="82"/>
                    <a:pt x="632" y="82"/>
                  </a:cubicBezTo>
                  <a:cubicBezTo>
                    <a:pt x="632" y="122"/>
                    <a:pt x="655" y="156"/>
                    <a:pt x="692" y="172"/>
                  </a:cubicBezTo>
                  <a:cubicBezTo>
                    <a:pt x="729" y="187"/>
                    <a:pt x="770" y="179"/>
                    <a:pt x="799" y="151"/>
                  </a:cubicBezTo>
                  <a:cubicBezTo>
                    <a:pt x="830" y="119"/>
                    <a:pt x="830" y="119"/>
                    <a:pt x="830" y="119"/>
                  </a:cubicBezTo>
                  <a:cubicBezTo>
                    <a:pt x="961" y="249"/>
                    <a:pt x="961" y="249"/>
                    <a:pt x="961" y="249"/>
                  </a:cubicBezTo>
                  <a:cubicBezTo>
                    <a:pt x="929" y="281"/>
                    <a:pt x="929" y="281"/>
                    <a:pt x="929" y="281"/>
                  </a:cubicBezTo>
                  <a:cubicBezTo>
                    <a:pt x="900" y="309"/>
                    <a:pt x="892" y="350"/>
                    <a:pt x="908" y="387"/>
                  </a:cubicBezTo>
                  <a:cubicBezTo>
                    <a:pt x="923" y="424"/>
                    <a:pt x="958" y="447"/>
                    <a:pt x="998" y="447"/>
                  </a:cubicBezTo>
                  <a:cubicBezTo>
                    <a:pt x="1043" y="447"/>
                    <a:pt x="1043" y="447"/>
                    <a:pt x="1043" y="447"/>
                  </a:cubicBezTo>
                  <a:lnTo>
                    <a:pt x="1043" y="631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204" name="Freeform 10"/>
            <p:cNvSpPr>
              <a:spLocks noEditPoints="1"/>
            </p:cNvSpPr>
            <p:nvPr/>
          </p:nvSpPr>
          <p:spPr bwMode="auto">
            <a:xfrm>
              <a:off x="10924169" y="2281499"/>
              <a:ext cx="164919" cy="165937"/>
            </a:xfrm>
            <a:custGeom>
              <a:avLst/>
              <a:gdLst>
                <a:gd name="T0" fmla="*/ 174 w 349"/>
                <a:gd name="T1" fmla="*/ 0 h 349"/>
                <a:gd name="T2" fmla="*/ 0 w 349"/>
                <a:gd name="T3" fmla="*/ 174 h 349"/>
                <a:gd name="T4" fmla="*/ 174 w 349"/>
                <a:gd name="T5" fmla="*/ 349 h 349"/>
                <a:gd name="T6" fmla="*/ 349 w 349"/>
                <a:gd name="T7" fmla="*/ 174 h 349"/>
                <a:gd name="T8" fmla="*/ 174 w 349"/>
                <a:gd name="T9" fmla="*/ 0 h 349"/>
                <a:gd name="T10" fmla="*/ 174 w 349"/>
                <a:gd name="T11" fmla="*/ 312 h 349"/>
                <a:gd name="T12" fmla="*/ 37 w 349"/>
                <a:gd name="T13" fmla="*/ 174 h 349"/>
                <a:gd name="T14" fmla="*/ 174 w 349"/>
                <a:gd name="T15" fmla="*/ 37 h 349"/>
                <a:gd name="T16" fmla="*/ 311 w 349"/>
                <a:gd name="T17" fmla="*/ 174 h 349"/>
                <a:gd name="T18" fmla="*/ 174 w 349"/>
                <a:gd name="T19" fmla="*/ 312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9" h="349">
                  <a:moveTo>
                    <a:pt x="174" y="0"/>
                  </a:moveTo>
                  <a:cubicBezTo>
                    <a:pt x="78" y="0"/>
                    <a:pt x="0" y="78"/>
                    <a:pt x="0" y="174"/>
                  </a:cubicBezTo>
                  <a:cubicBezTo>
                    <a:pt x="0" y="271"/>
                    <a:pt x="78" y="349"/>
                    <a:pt x="174" y="349"/>
                  </a:cubicBezTo>
                  <a:cubicBezTo>
                    <a:pt x="270" y="349"/>
                    <a:pt x="349" y="271"/>
                    <a:pt x="349" y="174"/>
                  </a:cubicBezTo>
                  <a:cubicBezTo>
                    <a:pt x="349" y="78"/>
                    <a:pt x="270" y="0"/>
                    <a:pt x="174" y="0"/>
                  </a:cubicBezTo>
                  <a:close/>
                  <a:moveTo>
                    <a:pt x="174" y="312"/>
                  </a:moveTo>
                  <a:cubicBezTo>
                    <a:pt x="98" y="312"/>
                    <a:pt x="37" y="250"/>
                    <a:pt x="37" y="174"/>
                  </a:cubicBezTo>
                  <a:cubicBezTo>
                    <a:pt x="37" y="99"/>
                    <a:pt x="98" y="37"/>
                    <a:pt x="174" y="37"/>
                  </a:cubicBezTo>
                  <a:cubicBezTo>
                    <a:pt x="250" y="37"/>
                    <a:pt x="311" y="99"/>
                    <a:pt x="311" y="174"/>
                  </a:cubicBezTo>
                  <a:cubicBezTo>
                    <a:pt x="311" y="250"/>
                    <a:pt x="250" y="312"/>
                    <a:pt x="174" y="312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</p:grpSp>
      <p:pic>
        <p:nvPicPr>
          <p:cNvPr id="11" name="图形 10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1009864" y="926192"/>
            <a:ext cx="2420622" cy="592548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useoModerno Black" pitchFamily="2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471237" y="403058"/>
            <a:ext cx="11249526" cy="6051884"/>
          </a:xfrm>
          <a:prstGeom prst="roundRect">
            <a:avLst>
              <a:gd name="adj" fmla="val 4617"/>
            </a:avLst>
          </a:prstGeom>
          <a:solidFill>
            <a:srgbClr val="FFF9F3"/>
          </a:solidFill>
          <a:ln w="19050">
            <a:solidFill>
              <a:srgbClr val="4556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useoModerno Black" pitchFamily="2" charset="0"/>
            </a:endParaRPr>
          </a:p>
        </p:txBody>
      </p:sp>
      <p:pic>
        <p:nvPicPr>
          <p:cNvPr id="149" name="图形 14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236" y="129438"/>
            <a:ext cx="710568" cy="710568"/>
          </a:xfrm>
          <a:prstGeom prst="rect">
            <a:avLst/>
          </a:prstGeom>
        </p:spPr>
      </p:pic>
      <p:sp>
        <p:nvSpPr>
          <p:cNvPr id="150" name="矩形 149"/>
          <p:cNvSpPr/>
          <p:nvPr/>
        </p:nvSpPr>
        <p:spPr>
          <a:xfrm>
            <a:off x="1038236" y="617522"/>
            <a:ext cx="14059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B52F"/>
                </a:solidFill>
                <a:latin typeface="MuseoModerno Black" pitchFamily="2" charset="0"/>
                <a:cs typeface="Manrope SemiBold" charset="0"/>
              </a:rPr>
              <a:t>logo here</a:t>
            </a:r>
            <a:endParaRPr lang="zh-CN" altLang="en-US" sz="1600" dirty="0">
              <a:solidFill>
                <a:srgbClr val="FFB52F"/>
              </a:solidFill>
              <a:latin typeface="MuseoModerno Black" pitchFamily="2" charset="0"/>
              <a:cs typeface="Manrope SemiBold" charset="0"/>
            </a:endParaRPr>
          </a:p>
        </p:txBody>
      </p:sp>
      <p:pic>
        <p:nvPicPr>
          <p:cNvPr id="153" name="图形 1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03106" y="787894"/>
            <a:ext cx="577945" cy="365018"/>
          </a:xfrm>
          <a:prstGeom prst="rect">
            <a:avLst/>
          </a:prstGeom>
        </p:spPr>
      </p:pic>
      <p:pic>
        <p:nvPicPr>
          <p:cNvPr id="155" name="图形 15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707" y="6218521"/>
            <a:ext cx="424888" cy="424888"/>
          </a:xfrm>
          <a:prstGeom prst="rect">
            <a:avLst/>
          </a:prstGeom>
        </p:spPr>
      </p:pic>
      <p:pic>
        <p:nvPicPr>
          <p:cNvPr id="156" name="图形 15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9108" y="6205523"/>
            <a:ext cx="450884" cy="450884"/>
          </a:xfrm>
          <a:prstGeom prst="rect">
            <a:avLst/>
          </a:prstGeom>
        </p:spPr>
      </p:pic>
      <p:pic>
        <p:nvPicPr>
          <p:cNvPr id="157" name="图形 15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10827948" y="6383661"/>
            <a:ext cx="514098" cy="158184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80527" y="1152912"/>
            <a:ext cx="4486873" cy="4654128"/>
            <a:chOff x="1380527" y="1112681"/>
            <a:chExt cx="4715473" cy="4891249"/>
          </a:xfrm>
        </p:grpSpPr>
        <p:pic>
          <p:nvPicPr>
            <p:cNvPr id="145" name="图形 144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724242" y="1544284"/>
              <a:ext cx="4028043" cy="4028043"/>
            </a:xfrm>
            <a:prstGeom prst="rect">
              <a:avLst/>
            </a:prstGeom>
          </p:spPr>
        </p:pic>
        <p:pic>
          <p:nvPicPr>
            <p:cNvPr id="2" name="图形 1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380527" y="1112681"/>
              <a:ext cx="4715473" cy="4891249"/>
            </a:xfrm>
            <a:prstGeom prst="rect">
              <a:avLst/>
            </a:prstGeom>
          </p:spPr>
        </p:pic>
      </p:grpSp>
      <p:sp>
        <p:nvSpPr>
          <p:cNvPr id="154" name="矩形 153"/>
          <p:cNvSpPr/>
          <p:nvPr/>
        </p:nvSpPr>
        <p:spPr>
          <a:xfrm>
            <a:off x="6257952" y="1342616"/>
            <a:ext cx="3000348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5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01</a:t>
            </a:r>
            <a:endParaRPr lang="zh-CN" altLang="en-US" sz="115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6296052" y="2908031"/>
            <a:ext cx="491639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dirty="0">
                <a:solidFill>
                  <a:srgbClr val="FFB52F"/>
                </a:solidFill>
                <a:latin typeface="MuseoModerno Black" pitchFamily="2" charset="0"/>
                <a:cs typeface="Manrope SemiBold" charset="0"/>
              </a:rPr>
              <a:t>Company Introduction</a:t>
            </a:r>
            <a:endParaRPr lang="zh-CN" altLang="en-US" sz="5000" dirty="0">
              <a:solidFill>
                <a:srgbClr val="FFB52F"/>
              </a:solidFill>
              <a:latin typeface="MuseoModerno Black" pitchFamily="2" charset="0"/>
              <a:cs typeface="Manrope SemiBold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413502" y="4639507"/>
            <a:ext cx="4849749" cy="573875"/>
            <a:chOff x="6350425" y="4453686"/>
            <a:chExt cx="4849749" cy="573875"/>
          </a:xfrm>
        </p:grpSpPr>
        <p:grpSp>
          <p:nvGrpSpPr>
            <p:cNvPr id="163" name="组合 162"/>
            <p:cNvGrpSpPr/>
            <p:nvPr/>
          </p:nvGrpSpPr>
          <p:grpSpPr>
            <a:xfrm>
              <a:off x="6350425" y="4541906"/>
              <a:ext cx="852530" cy="397434"/>
              <a:chOff x="3971239" y="1943294"/>
              <a:chExt cx="1163867" cy="542573"/>
            </a:xfrm>
          </p:grpSpPr>
          <p:sp>
            <p:nvSpPr>
              <p:cNvPr id="164" name="椭圆 163"/>
              <p:cNvSpPr/>
              <p:nvPr/>
            </p:nvSpPr>
            <p:spPr>
              <a:xfrm>
                <a:off x="3971239" y="1943294"/>
                <a:ext cx="542573" cy="542573"/>
              </a:xfrm>
              <a:prstGeom prst="ellipse">
                <a:avLst/>
              </a:prstGeom>
              <a:solidFill>
                <a:srgbClr val="FFB52F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165" name="椭圆 164"/>
              <p:cNvSpPr/>
              <p:nvPr/>
            </p:nvSpPr>
            <p:spPr>
              <a:xfrm>
                <a:off x="4592533" y="1943294"/>
                <a:ext cx="542573" cy="542573"/>
              </a:xfrm>
              <a:prstGeom prst="ellipse">
                <a:avLst/>
              </a:prstGeom>
              <a:solidFill>
                <a:srgbClr val="FFB52F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166" name="Oval 140"/>
              <p:cNvSpPr/>
              <p:nvPr/>
            </p:nvSpPr>
            <p:spPr>
              <a:xfrm>
                <a:off x="4137894" y="2119906"/>
                <a:ext cx="209263" cy="189349"/>
              </a:xfrm>
              <a:custGeom>
                <a:avLst/>
                <a:gdLst>
                  <a:gd name="connsiteX0" fmla="*/ 362353 w 606580"/>
                  <a:gd name="connsiteY0" fmla="*/ 250084 h 548858"/>
                  <a:gd name="connsiteX1" fmla="*/ 513151 w 606580"/>
                  <a:gd name="connsiteY1" fmla="*/ 250084 h 548858"/>
                  <a:gd name="connsiteX2" fmla="*/ 513151 w 606580"/>
                  <a:gd name="connsiteY2" fmla="*/ 287907 h 548858"/>
                  <a:gd name="connsiteX3" fmla="*/ 362353 w 606580"/>
                  <a:gd name="connsiteY3" fmla="*/ 287907 h 548858"/>
                  <a:gd name="connsiteX4" fmla="*/ 362353 w 606580"/>
                  <a:gd name="connsiteY4" fmla="*/ 193349 h 548858"/>
                  <a:gd name="connsiteX5" fmla="*/ 513151 w 606580"/>
                  <a:gd name="connsiteY5" fmla="*/ 193349 h 548858"/>
                  <a:gd name="connsiteX6" fmla="*/ 513151 w 606580"/>
                  <a:gd name="connsiteY6" fmla="*/ 231172 h 548858"/>
                  <a:gd name="connsiteX7" fmla="*/ 362353 w 606580"/>
                  <a:gd name="connsiteY7" fmla="*/ 231172 h 548858"/>
                  <a:gd name="connsiteX8" fmla="*/ 228608 w 606580"/>
                  <a:gd name="connsiteY8" fmla="*/ 151254 h 548858"/>
                  <a:gd name="connsiteX9" fmla="*/ 228608 w 606580"/>
                  <a:gd name="connsiteY9" fmla="*/ 195378 h 548858"/>
                  <a:gd name="connsiteX10" fmla="*/ 275122 w 606580"/>
                  <a:gd name="connsiteY10" fmla="*/ 195378 h 548858"/>
                  <a:gd name="connsiteX11" fmla="*/ 228608 w 606580"/>
                  <a:gd name="connsiteY11" fmla="*/ 151254 h 548858"/>
                  <a:gd name="connsiteX12" fmla="*/ 190635 w 606580"/>
                  <a:gd name="connsiteY12" fmla="*/ 148843 h 548858"/>
                  <a:gd name="connsiteX13" fmla="*/ 131402 w 606580"/>
                  <a:gd name="connsiteY13" fmla="*/ 221611 h 548858"/>
                  <a:gd name="connsiteX14" fmla="*/ 205769 w 606580"/>
                  <a:gd name="connsiteY14" fmla="*/ 295862 h 548858"/>
                  <a:gd name="connsiteX15" fmla="*/ 279022 w 606580"/>
                  <a:gd name="connsiteY15" fmla="*/ 233291 h 548858"/>
                  <a:gd name="connsiteX16" fmla="*/ 190635 w 606580"/>
                  <a:gd name="connsiteY16" fmla="*/ 233291 h 548858"/>
                  <a:gd name="connsiteX17" fmla="*/ 362353 w 606580"/>
                  <a:gd name="connsiteY17" fmla="*/ 133086 h 548858"/>
                  <a:gd name="connsiteX18" fmla="*/ 513151 w 606580"/>
                  <a:gd name="connsiteY18" fmla="*/ 133086 h 548858"/>
                  <a:gd name="connsiteX19" fmla="*/ 513151 w 606580"/>
                  <a:gd name="connsiteY19" fmla="*/ 171050 h 548858"/>
                  <a:gd name="connsiteX20" fmla="*/ 362353 w 606580"/>
                  <a:gd name="connsiteY20" fmla="*/ 171050 h 548858"/>
                  <a:gd name="connsiteX21" fmla="*/ 205769 w 606580"/>
                  <a:gd name="connsiteY21" fmla="*/ 109447 h 548858"/>
                  <a:gd name="connsiteX22" fmla="*/ 318109 w 606580"/>
                  <a:gd name="connsiteY22" fmla="*/ 221611 h 548858"/>
                  <a:gd name="connsiteX23" fmla="*/ 205769 w 606580"/>
                  <a:gd name="connsiteY23" fmla="*/ 333775 h 548858"/>
                  <a:gd name="connsiteX24" fmla="*/ 93429 w 606580"/>
                  <a:gd name="connsiteY24" fmla="*/ 221611 h 548858"/>
                  <a:gd name="connsiteX25" fmla="*/ 205769 w 606580"/>
                  <a:gd name="connsiteY25" fmla="*/ 109447 h 548858"/>
                  <a:gd name="connsiteX26" fmla="*/ 37882 w 606580"/>
                  <a:gd name="connsiteY26" fmla="*/ 37913 h 548858"/>
                  <a:gd name="connsiteX27" fmla="*/ 37882 w 606580"/>
                  <a:gd name="connsiteY27" fmla="*/ 405363 h 548858"/>
                  <a:gd name="connsiteX28" fmla="*/ 568698 w 606580"/>
                  <a:gd name="connsiteY28" fmla="*/ 405363 h 548858"/>
                  <a:gd name="connsiteX29" fmla="*/ 568698 w 606580"/>
                  <a:gd name="connsiteY29" fmla="*/ 37913 h 548858"/>
                  <a:gd name="connsiteX30" fmla="*/ 18941 w 606580"/>
                  <a:gd name="connsiteY30" fmla="*/ 0 h 548858"/>
                  <a:gd name="connsiteX31" fmla="*/ 587639 w 606580"/>
                  <a:gd name="connsiteY31" fmla="*/ 0 h 548858"/>
                  <a:gd name="connsiteX32" fmla="*/ 606580 w 606580"/>
                  <a:gd name="connsiteY32" fmla="*/ 18910 h 548858"/>
                  <a:gd name="connsiteX33" fmla="*/ 606580 w 606580"/>
                  <a:gd name="connsiteY33" fmla="*/ 424273 h 548858"/>
                  <a:gd name="connsiteX34" fmla="*/ 587639 w 606580"/>
                  <a:gd name="connsiteY34" fmla="*/ 443184 h 548858"/>
                  <a:gd name="connsiteX35" fmla="*/ 322277 w 606580"/>
                  <a:gd name="connsiteY35" fmla="*/ 443184 h 548858"/>
                  <a:gd name="connsiteX36" fmla="*/ 322277 w 606580"/>
                  <a:gd name="connsiteY36" fmla="*/ 511038 h 548858"/>
                  <a:gd name="connsiteX37" fmla="*/ 450223 w 606580"/>
                  <a:gd name="connsiteY37" fmla="*/ 511038 h 548858"/>
                  <a:gd name="connsiteX38" fmla="*/ 450223 w 606580"/>
                  <a:gd name="connsiteY38" fmla="*/ 548858 h 548858"/>
                  <a:gd name="connsiteX39" fmla="*/ 156357 w 606580"/>
                  <a:gd name="connsiteY39" fmla="*/ 548858 h 548858"/>
                  <a:gd name="connsiteX40" fmla="*/ 156357 w 606580"/>
                  <a:gd name="connsiteY40" fmla="*/ 511038 h 548858"/>
                  <a:gd name="connsiteX41" fmla="*/ 284395 w 606580"/>
                  <a:gd name="connsiteY41" fmla="*/ 511038 h 548858"/>
                  <a:gd name="connsiteX42" fmla="*/ 284395 w 606580"/>
                  <a:gd name="connsiteY42" fmla="*/ 443184 h 548858"/>
                  <a:gd name="connsiteX43" fmla="*/ 18941 w 606580"/>
                  <a:gd name="connsiteY43" fmla="*/ 443184 h 548858"/>
                  <a:gd name="connsiteX44" fmla="*/ 0 w 606580"/>
                  <a:gd name="connsiteY44" fmla="*/ 424273 h 548858"/>
                  <a:gd name="connsiteX45" fmla="*/ 0 w 606580"/>
                  <a:gd name="connsiteY45" fmla="*/ 18910 h 548858"/>
                  <a:gd name="connsiteX46" fmla="*/ 18941 w 606580"/>
                  <a:gd name="connsiteY46" fmla="*/ 0 h 548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606580" h="548858">
                    <a:moveTo>
                      <a:pt x="362353" y="250084"/>
                    </a:moveTo>
                    <a:lnTo>
                      <a:pt x="513151" y="250084"/>
                    </a:lnTo>
                    <a:lnTo>
                      <a:pt x="513151" y="287907"/>
                    </a:lnTo>
                    <a:lnTo>
                      <a:pt x="362353" y="287907"/>
                    </a:lnTo>
                    <a:close/>
                    <a:moveTo>
                      <a:pt x="362353" y="193349"/>
                    </a:moveTo>
                    <a:lnTo>
                      <a:pt x="513151" y="193349"/>
                    </a:lnTo>
                    <a:lnTo>
                      <a:pt x="513151" y="231172"/>
                    </a:lnTo>
                    <a:lnTo>
                      <a:pt x="362353" y="231172"/>
                    </a:lnTo>
                    <a:close/>
                    <a:moveTo>
                      <a:pt x="228608" y="151254"/>
                    </a:moveTo>
                    <a:lnTo>
                      <a:pt x="228608" y="195378"/>
                    </a:lnTo>
                    <a:lnTo>
                      <a:pt x="275122" y="195378"/>
                    </a:lnTo>
                    <a:cubicBezTo>
                      <a:pt x="267138" y="174428"/>
                      <a:pt x="250055" y="158206"/>
                      <a:pt x="228608" y="151254"/>
                    </a:cubicBezTo>
                    <a:close/>
                    <a:moveTo>
                      <a:pt x="190635" y="148843"/>
                    </a:moveTo>
                    <a:cubicBezTo>
                      <a:pt x="156841" y="155888"/>
                      <a:pt x="131402" y="185830"/>
                      <a:pt x="131402" y="221611"/>
                    </a:cubicBezTo>
                    <a:cubicBezTo>
                      <a:pt x="131402" y="262583"/>
                      <a:pt x="164732" y="295862"/>
                      <a:pt x="205769" y="295862"/>
                    </a:cubicBezTo>
                    <a:cubicBezTo>
                      <a:pt x="242813" y="295862"/>
                      <a:pt x="273358" y="268701"/>
                      <a:pt x="279022" y="233291"/>
                    </a:cubicBezTo>
                    <a:lnTo>
                      <a:pt x="190635" y="233291"/>
                    </a:lnTo>
                    <a:close/>
                    <a:moveTo>
                      <a:pt x="362353" y="133086"/>
                    </a:moveTo>
                    <a:lnTo>
                      <a:pt x="513151" y="133086"/>
                    </a:lnTo>
                    <a:lnTo>
                      <a:pt x="513151" y="171050"/>
                    </a:lnTo>
                    <a:lnTo>
                      <a:pt x="362353" y="171050"/>
                    </a:lnTo>
                    <a:close/>
                    <a:moveTo>
                      <a:pt x="205769" y="109447"/>
                    </a:moveTo>
                    <a:cubicBezTo>
                      <a:pt x="267788" y="109447"/>
                      <a:pt x="318109" y="159689"/>
                      <a:pt x="318109" y="221611"/>
                    </a:cubicBezTo>
                    <a:cubicBezTo>
                      <a:pt x="318109" y="283533"/>
                      <a:pt x="267788" y="333775"/>
                      <a:pt x="205769" y="333775"/>
                    </a:cubicBezTo>
                    <a:cubicBezTo>
                      <a:pt x="143750" y="333775"/>
                      <a:pt x="93429" y="283533"/>
                      <a:pt x="93429" y="221611"/>
                    </a:cubicBezTo>
                    <a:cubicBezTo>
                      <a:pt x="93429" y="159689"/>
                      <a:pt x="143750" y="109447"/>
                      <a:pt x="205769" y="109447"/>
                    </a:cubicBezTo>
                    <a:close/>
                    <a:moveTo>
                      <a:pt x="37882" y="37913"/>
                    </a:moveTo>
                    <a:lnTo>
                      <a:pt x="37882" y="405363"/>
                    </a:lnTo>
                    <a:lnTo>
                      <a:pt x="568698" y="405363"/>
                    </a:lnTo>
                    <a:lnTo>
                      <a:pt x="568698" y="37913"/>
                    </a:lnTo>
                    <a:close/>
                    <a:moveTo>
                      <a:pt x="18941" y="0"/>
                    </a:moveTo>
                    <a:lnTo>
                      <a:pt x="587639" y="0"/>
                    </a:lnTo>
                    <a:cubicBezTo>
                      <a:pt x="598038" y="0"/>
                      <a:pt x="606580" y="8528"/>
                      <a:pt x="606580" y="18910"/>
                    </a:cubicBezTo>
                    <a:lnTo>
                      <a:pt x="606580" y="424273"/>
                    </a:lnTo>
                    <a:cubicBezTo>
                      <a:pt x="606580" y="434656"/>
                      <a:pt x="598038" y="443184"/>
                      <a:pt x="587639" y="443184"/>
                    </a:cubicBezTo>
                    <a:lnTo>
                      <a:pt x="322277" y="443184"/>
                    </a:lnTo>
                    <a:lnTo>
                      <a:pt x="322277" y="511038"/>
                    </a:lnTo>
                    <a:lnTo>
                      <a:pt x="450223" y="511038"/>
                    </a:lnTo>
                    <a:lnTo>
                      <a:pt x="450223" y="548858"/>
                    </a:lnTo>
                    <a:lnTo>
                      <a:pt x="156357" y="548858"/>
                    </a:lnTo>
                    <a:lnTo>
                      <a:pt x="156357" y="511038"/>
                    </a:lnTo>
                    <a:lnTo>
                      <a:pt x="284395" y="511038"/>
                    </a:lnTo>
                    <a:lnTo>
                      <a:pt x="284395" y="443184"/>
                    </a:lnTo>
                    <a:lnTo>
                      <a:pt x="18941" y="443184"/>
                    </a:lnTo>
                    <a:cubicBezTo>
                      <a:pt x="8542" y="443184"/>
                      <a:pt x="0" y="434656"/>
                      <a:pt x="0" y="424273"/>
                    </a:cubicBezTo>
                    <a:lnTo>
                      <a:pt x="0" y="18910"/>
                    </a:lnTo>
                    <a:cubicBezTo>
                      <a:pt x="0" y="8528"/>
                      <a:pt x="8542" y="0"/>
                      <a:pt x="1894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167" name="Oval 140"/>
              <p:cNvSpPr/>
              <p:nvPr/>
            </p:nvSpPr>
            <p:spPr>
              <a:xfrm>
                <a:off x="4763628" y="2109949"/>
                <a:ext cx="200383" cy="209263"/>
              </a:xfrm>
              <a:custGeom>
                <a:avLst/>
                <a:gdLst>
                  <a:gd name="T0" fmla="*/ 10185 w 10671"/>
                  <a:gd name="T1" fmla="*/ 3987 h 11145"/>
                  <a:gd name="T2" fmla="*/ 10185 w 10671"/>
                  <a:gd name="T3" fmla="*/ 2746 h 11145"/>
                  <a:gd name="T4" fmla="*/ 7848 w 10671"/>
                  <a:gd name="T5" fmla="*/ 408 h 11145"/>
                  <a:gd name="T6" fmla="*/ 4449 w 10671"/>
                  <a:gd name="T7" fmla="*/ 408 h 11145"/>
                  <a:gd name="T8" fmla="*/ 4348 w 10671"/>
                  <a:gd name="T9" fmla="*/ 200 h 11145"/>
                  <a:gd name="T10" fmla="*/ 4030 w 10671"/>
                  <a:gd name="T11" fmla="*/ 0 h 11145"/>
                  <a:gd name="T12" fmla="*/ 2544 w 10671"/>
                  <a:gd name="T13" fmla="*/ 0 h 11145"/>
                  <a:gd name="T14" fmla="*/ 0 w 10671"/>
                  <a:gd name="T15" fmla="*/ 2543 h 11145"/>
                  <a:gd name="T16" fmla="*/ 0 w 10671"/>
                  <a:gd name="T17" fmla="*/ 8601 h 11145"/>
                  <a:gd name="T18" fmla="*/ 2544 w 10671"/>
                  <a:gd name="T19" fmla="*/ 11145 h 11145"/>
                  <a:gd name="T20" fmla="*/ 8128 w 10671"/>
                  <a:gd name="T21" fmla="*/ 11145 h 11145"/>
                  <a:gd name="T22" fmla="*/ 10671 w 10671"/>
                  <a:gd name="T23" fmla="*/ 8601 h 11145"/>
                  <a:gd name="T24" fmla="*/ 10671 w 10671"/>
                  <a:gd name="T25" fmla="*/ 4612 h 11145"/>
                  <a:gd name="T26" fmla="*/ 10185 w 10671"/>
                  <a:gd name="T27" fmla="*/ 3987 h 11145"/>
                  <a:gd name="T28" fmla="*/ 7848 w 10671"/>
                  <a:gd name="T29" fmla="*/ 1115 h 11145"/>
                  <a:gd name="T30" fmla="*/ 9479 w 10671"/>
                  <a:gd name="T31" fmla="*/ 2746 h 11145"/>
                  <a:gd name="T32" fmla="*/ 9479 w 10671"/>
                  <a:gd name="T33" fmla="*/ 3966 h 11145"/>
                  <a:gd name="T34" fmla="*/ 6166 w 10671"/>
                  <a:gd name="T35" fmla="*/ 3966 h 11145"/>
                  <a:gd name="T36" fmla="*/ 4790 w 10671"/>
                  <a:gd name="T37" fmla="*/ 1115 h 11145"/>
                  <a:gd name="T38" fmla="*/ 7848 w 10671"/>
                  <a:gd name="T39" fmla="*/ 1115 h 11145"/>
                  <a:gd name="T40" fmla="*/ 9964 w 10671"/>
                  <a:gd name="T41" fmla="*/ 8601 h 11145"/>
                  <a:gd name="T42" fmla="*/ 8126 w 10671"/>
                  <a:gd name="T43" fmla="*/ 10438 h 11145"/>
                  <a:gd name="T44" fmla="*/ 2544 w 10671"/>
                  <a:gd name="T45" fmla="*/ 10438 h 11145"/>
                  <a:gd name="T46" fmla="*/ 706 w 10671"/>
                  <a:gd name="T47" fmla="*/ 8601 h 11145"/>
                  <a:gd name="T48" fmla="*/ 706 w 10671"/>
                  <a:gd name="T49" fmla="*/ 2543 h 11145"/>
                  <a:gd name="T50" fmla="*/ 2544 w 10671"/>
                  <a:gd name="T51" fmla="*/ 706 h 11145"/>
                  <a:gd name="T52" fmla="*/ 3809 w 10671"/>
                  <a:gd name="T53" fmla="*/ 706 h 11145"/>
                  <a:gd name="T54" fmla="*/ 5626 w 10671"/>
                  <a:gd name="T55" fmla="*/ 4472 h 11145"/>
                  <a:gd name="T56" fmla="*/ 5944 w 10671"/>
                  <a:gd name="T57" fmla="*/ 4672 h 11145"/>
                  <a:gd name="T58" fmla="*/ 9964 w 10671"/>
                  <a:gd name="T59" fmla="*/ 4672 h 11145"/>
                  <a:gd name="T60" fmla="*/ 9964 w 10671"/>
                  <a:gd name="T61" fmla="*/ 8601 h 11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671" h="11145">
                    <a:moveTo>
                      <a:pt x="10185" y="3987"/>
                    </a:moveTo>
                    <a:lnTo>
                      <a:pt x="10185" y="2746"/>
                    </a:lnTo>
                    <a:cubicBezTo>
                      <a:pt x="10185" y="1457"/>
                      <a:pt x="9136" y="408"/>
                      <a:pt x="7848" y="408"/>
                    </a:cubicBezTo>
                    <a:lnTo>
                      <a:pt x="4449" y="408"/>
                    </a:lnTo>
                    <a:lnTo>
                      <a:pt x="4348" y="200"/>
                    </a:lnTo>
                    <a:cubicBezTo>
                      <a:pt x="4289" y="77"/>
                      <a:pt x="4165" y="0"/>
                      <a:pt x="4030" y="0"/>
                    </a:cubicBezTo>
                    <a:lnTo>
                      <a:pt x="2544" y="0"/>
                    </a:lnTo>
                    <a:cubicBezTo>
                      <a:pt x="1141" y="0"/>
                      <a:pt x="0" y="1141"/>
                      <a:pt x="0" y="2543"/>
                    </a:cubicBezTo>
                    <a:lnTo>
                      <a:pt x="0" y="8601"/>
                    </a:lnTo>
                    <a:cubicBezTo>
                      <a:pt x="0" y="10003"/>
                      <a:pt x="1141" y="11145"/>
                      <a:pt x="2544" y="11145"/>
                    </a:cubicBezTo>
                    <a:lnTo>
                      <a:pt x="8128" y="11145"/>
                    </a:lnTo>
                    <a:cubicBezTo>
                      <a:pt x="9530" y="11145"/>
                      <a:pt x="10671" y="10003"/>
                      <a:pt x="10671" y="8601"/>
                    </a:cubicBezTo>
                    <a:lnTo>
                      <a:pt x="10671" y="4612"/>
                    </a:lnTo>
                    <a:cubicBezTo>
                      <a:pt x="10670" y="4311"/>
                      <a:pt x="10464" y="4058"/>
                      <a:pt x="10185" y="3987"/>
                    </a:cubicBezTo>
                    <a:close/>
                    <a:moveTo>
                      <a:pt x="7848" y="1115"/>
                    </a:moveTo>
                    <a:cubicBezTo>
                      <a:pt x="8748" y="1115"/>
                      <a:pt x="9479" y="1846"/>
                      <a:pt x="9479" y="2746"/>
                    </a:cubicBezTo>
                    <a:lnTo>
                      <a:pt x="9479" y="3966"/>
                    </a:lnTo>
                    <a:lnTo>
                      <a:pt x="6166" y="3966"/>
                    </a:lnTo>
                    <a:lnTo>
                      <a:pt x="4790" y="1115"/>
                    </a:lnTo>
                    <a:lnTo>
                      <a:pt x="7848" y="1115"/>
                    </a:lnTo>
                    <a:close/>
                    <a:moveTo>
                      <a:pt x="9964" y="8601"/>
                    </a:moveTo>
                    <a:cubicBezTo>
                      <a:pt x="9964" y="9615"/>
                      <a:pt x="9140" y="10438"/>
                      <a:pt x="8126" y="10438"/>
                    </a:cubicBezTo>
                    <a:lnTo>
                      <a:pt x="2544" y="10438"/>
                    </a:lnTo>
                    <a:cubicBezTo>
                      <a:pt x="1530" y="10438"/>
                      <a:pt x="706" y="9615"/>
                      <a:pt x="706" y="8601"/>
                    </a:cubicBezTo>
                    <a:lnTo>
                      <a:pt x="706" y="2543"/>
                    </a:lnTo>
                    <a:cubicBezTo>
                      <a:pt x="706" y="1530"/>
                      <a:pt x="1530" y="706"/>
                      <a:pt x="2544" y="706"/>
                    </a:cubicBezTo>
                    <a:lnTo>
                      <a:pt x="3809" y="706"/>
                    </a:lnTo>
                    <a:lnTo>
                      <a:pt x="5626" y="4472"/>
                    </a:lnTo>
                    <a:cubicBezTo>
                      <a:pt x="5685" y="4595"/>
                      <a:pt x="5809" y="4672"/>
                      <a:pt x="5944" y="4672"/>
                    </a:cubicBezTo>
                    <a:lnTo>
                      <a:pt x="9964" y="4672"/>
                    </a:lnTo>
                    <a:lnTo>
                      <a:pt x="9964" y="860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</p:grpSp>
        <p:sp>
          <p:nvSpPr>
            <p:cNvPr id="168" name="矩形 167"/>
            <p:cNvSpPr/>
            <p:nvPr/>
          </p:nvSpPr>
          <p:spPr>
            <a:xfrm>
              <a:off x="7217477" y="4453686"/>
              <a:ext cx="3982697" cy="573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Manrope SemiBold" charset="0"/>
                </a:rPr>
                <a:t>It serves a variety of purposes, making presentations powerful tools for convincing and teaching.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anrope SemiBold" charset="0"/>
              </a:endParaRPr>
            </a:p>
          </p:txBody>
        </p:sp>
      </p:grpSp>
    </p:spTree>
    <p:custDataLst>
      <p:tags r:id="rId1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1006475" y="406131"/>
            <a:ext cx="65055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Company Introduction</a:t>
            </a:r>
            <a:endParaRPr lang="zh-CN" altLang="en-US" sz="36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492551" y="1692334"/>
            <a:ext cx="9206899" cy="4610203"/>
            <a:chOff x="1119799" y="1692334"/>
            <a:chExt cx="9206899" cy="4610203"/>
          </a:xfrm>
        </p:grpSpPr>
        <p:grpSp>
          <p:nvGrpSpPr>
            <p:cNvPr id="7" name="组合 6"/>
            <p:cNvGrpSpPr/>
            <p:nvPr/>
          </p:nvGrpSpPr>
          <p:grpSpPr>
            <a:xfrm>
              <a:off x="1119799" y="2112121"/>
              <a:ext cx="7495267" cy="3263265"/>
              <a:chOff x="1119799" y="2384264"/>
              <a:chExt cx="7495267" cy="3263265"/>
            </a:xfrm>
          </p:grpSpPr>
          <p:sp>
            <p:nvSpPr>
              <p:cNvPr id="146" name="文本框"/>
              <p:cNvSpPr txBox="1"/>
              <p:nvPr/>
            </p:nvSpPr>
            <p:spPr>
              <a:xfrm>
                <a:off x="1120071" y="3525359"/>
                <a:ext cx="4165600" cy="1170369"/>
              </a:xfrm>
              <a:prstGeom prst="rect">
                <a:avLst/>
              </a:prstGeom>
              <a:noFill/>
            </p:spPr>
            <p:txBody>
              <a:bodyPr wrap="square" lIns="91423" tIns="45712" rIns="91423" bIns="45712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defTabSz="1217930">
                  <a:lnSpc>
                    <a:spcPct val="150000"/>
                  </a:lnSpc>
                  <a:defRPr/>
                </a:pP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MuseoModerno Black" pitchFamily="2" charset="0"/>
                    <a:sym typeface="MuseoModerno Black" pitchFamily="2" charset="0"/>
                  </a:rPr>
                  <a:t>It serves a variety of purposes, making presentations powerful tools for convincing and teaching. It serves a variety of purposes, making presentations powerful tools.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MuseoModerno Black" pitchFamily="2" charset="0"/>
                  <a:sym typeface="MuseoModerno Black" pitchFamily="2" charset="0"/>
                </a:endParaRPr>
              </a:p>
            </p:txBody>
          </p:sp>
          <p:sp>
            <p:nvSpPr>
              <p:cNvPr id="154" name="椭圆 153"/>
              <p:cNvSpPr/>
              <p:nvPr/>
            </p:nvSpPr>
            <p:spPr>
              <a:xfrm flipH="1">
                <a:off x="2862511" y="5110954"/>
                <a:ext cx="536575" cy="536575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useoModerno Black" pitchFamily="2" charset="0"/>
                  <a:ea typeface="MuseoModerno Black" pitchFamily="2" charset="0"/>
                  <a:cs typeface="MuseoModerno Black" pitchFamily="2" charset="0"/>
                </a:endParaRPr>
              </a:p>
            </p:txBody>
          </p:sp>
          <p:sp>
            <p:nvSpPr>
              <p:cNvPr id="160" name="Freeform 61"/>
              <p:cNvSpPr>
                <a:spLocks noEditPoints="1"/>
              </p:cNvSpPr>
              <p:nvPr/>
            </p:nvSpPr>
            <p:spPr bwMode="auto">
              <a:xfrm flipH="1">
                <a:off x="3023592" y="5261263"/>
                <a:ext cx="214413" cy="235957"/>
              </a:xfrm>
              <a:custGeom>
                <a:avLst/>
                <a:gdLst>
                  <a:gd name="connsiteX0" fmla="*/ 146296 w 551327"/>
                  <a:gd name="connsiteY0" fmla="*/ 483091 h 606722"/>
                  <a:gd name="connsiteX1" fmla="*/ 281772 w 551327"/>
                  <a:gd name="connsiteY1" fmla="*/ 483091 h 606722"/>
                  <a:gd name="connsiteX2" fmla="*/ 292987 w 551327"/>
                  <a:gd name="connsiteY2" fmla="*/ 494302 h 606722"/>
                  <a:gd name="connsiteX3" fmla="*/ 281772 w 551327"/>
                  <a:gd name="connsiteY3" fmla="*/ 505601 h 606722"/>
                  <a:gd name="connsiteX4" fmla="*/ 146296 w 551327"/>
                  <a:gd name="connsiteY4" fmla="*/ 505601 h 606722"/>
                  <a:gd name="connsiteX5" fmla="*/ 134991 w 551327"/>
                  <a:gd name="connsiteY5" fmla="*/ 494302 h 606722"/>
                  <a:gd name="connsiteX6" fmla="*/ 146296 w 551327"/>
                  <a:gd name="connsiteY6" fmla="*/ 483091 h 606722"/>
                  <a:gd name="connsiteX7" fmla="*/ 78764 w 551327"/>
                  <a:gd name="connsiteY7" fmla="*/ 460651 h 606722"/>
                  <a:gd name="connsiteX8" fmla="*/ 67550 w 551327"/>
                  <a:gd name="connsiteY8" fmla="*/ 471939 h 606722"/>
                  <a:gd name="connsiteX9" fmla="*/ 78764 w 551327"/>
                  <a:gd name="connsiteY9" fmla="*/ 483137 h 606722"/>
                  <a:gd name="connsiteX10" fmla="*/ 89978 w 551327"/>
                  <a:gd name="connsiteY10" fmla="*/ 471939 h 606722"/>
                  <a:gd name="connsiteX11" fmla="*/ 78764 w 551327"/>
                  <a:gd name="connsiteY11" fmla="*/ 460651 h 606722"/>
                  <a:gd name="connsiteX12" fmla="*/ 450065 w 551327"/>
                  <a:gd name="connsiteY12" fmla="*/ 449432 h 606722"/>
                  <a:gd name="connsiteX13" fmla="*/ 461278 w 551327"/>
                  <a:gd name="connsiteY13" fmla="*/ 460631 h 606722"/>
                  <a:gd name="connsiteX14" fmla="*/ 461278 w 551327"/>
                  <a:gd name="connsiteY14" fmla="*/ 494315 h 606722"/>
                  <a:gd name="connsiteX15" fmla="*/ 495093 w 551327"/>
                  <a:gd name="connsiteY15" fmla="*/ 494315 h 606722"/>
                  <a:gd name="connsiteX16" fmla="*/ 506306 w 551327"/>
                  <a:gd name="connsiteY16" fmla="*/ 505602 h 606722"/>
                  <a:gd name="connsiteX17" fmla="*/ 495093 w 551327"/>
                  <a:gd name="connsiteY17" fmla="*/ 516801 h 606722"/>
                  <a:gd name="connsiteX18" fmla="*/ 461278 w 551327"/>
                  <a:gd name="connsiteY18" fmla="*/ 516801 h 606722"/>
                  <a:gd name="connsiteX19" fmla="*/ 461278 w 551327"/>
                  <a:gd name="connsiteY19" fmla="*/ 550574 h 606722"/>
                  <a:gd name="connsiteX20" fmla="*/ 450065 w 551327"/>
                  <a:gd name="connsiteY20" fmla="*/ 561772 h 606722"/>
                  <a:gd name="connsiteX21" fmla="*/ 438764 w 551327"/>
                  <a:gd name="connsiteY21" fmla="*/ 550574 h 606722"/>
                  <a:gd name="connsiteX22" fmla="*/ 438764 w 551327"/>
                  <a:gd name="connsiteY22" fmla="*/ 516801 h 606722"/>
                  <a:gd name="connsiteX23" fmla="*/ 405038 w 551327"/>
                  <a:gd name="connsiteY23" fmla="*/ 516801 h 606722"/>
                  <a:gd name="connsiteX24" fmla="*/ 393825 w 551327"/>
                  <a:gd name="connsiteY24" fmla="*/ 505602 h 606722"/>
                  <a:gd name="connsiteX25" fmla="*/ 405038 w 551327"/>
                  <a:gd name="connsiteY25" fmla="*/ 494315 h 606722"/>
                  <a:gd name="connsiteX26" fmla="*/ 438764 w 551327"/>
                  <a:gd name="connsiteY26" fmla="*/ 494315 h 606722"/>
                  <a:gd name="connsiteX27" fmla="*/ 438764 w 551327"/>
                  <a:gd name="connsiteY27" fmla="*/ 460631 h 606722"/>
                  <a:gd name="connsiteX28" fmla="*/ 450065 w 551327"/>
                  <a:gd name="connsiteY28" fmla="*/ 449432 h 606722"/>
                  <a:gd name="connsiteX29" fmla="*/ 450065 w 551327"/>
                  <a:gd name="connsiteY29" fmla="*/ 426962 h 606722"/>
                  <a:gd name="connsiteX30" fmla="*/ 371316 w 551327"/>
                  <a:gd name="connsiteY30" fmla="*/ 505602 h 606722"/>
                  <a:gd name="connsiteX31" fmla="*/ 450065 w 551327"/>
                  <a:gd name="connsiteY31" fmla="*/ 584241 h 606722"/>
                  <a:gd name="connsiteX32" fmla="*/ 528815 w 551327"/>
                  <a:gd name="connsiteY32" fmla="*/ 505602 h 606722"/>
                  <a:gd name="connsiteX33" fmla="*/ 450065 w 551327"/>
                  <a:gd name="connsiteY33" fmla="*/ 426962 h 606722"/>
                  <a:gd name="connsiteX34" fmla="*/ 146296 w 551327"/>
                  <a:gd name="connsiteY34" fmla="*/ 426921 h 606722"/>
                  <a:gd name="connsiteX35" fmla="*/ 281772 w 551327"/>
                  <a:gd name="connsiteY35" fmla="*/ 426921 h 606722"/>
                  <a:gd name="connsiteX36" fmla="*/ 292987 w 551327"/>
                  <a:gd name="connsiteY36" fmla="*/ 438132 h 606722"/>
                  <a:gd name="connsiteX37" fmla="*/ 281772 w 551327"/>
                  <a:gd name="connsiteY37" fmla="*/ 449431 h 606722"/>
                  <a:gd name="connsiteX38" fmla="*/ 146296 w 551327"/>
                  <a:gd name="connsiteY38" fmla="*/ 449431 h 606722"/>
                  <a:gd name="connsiteX39" fmla="*/ 134991 w 551327"/>
                  <a:gd name="connsiteY39" fmla="*/ 438132 h 606722"/>
                  <a:gd name="connsiteX40" fmla="*/ 146296 w 551327"/>
                  <a:gd name="connsiteY40" fmla="*/ 426921 h 606722"/>
                  <a:gd name="connsiteX41" fmla="*/ 450065 w 551327"/>
                  <a:gd name="connsiteY41" fmla="*/ 404481 h 606722"/>
                  <a:gd name="connsiteX42" fmla="*/ 551327 w 551327"/>
                  <a:gd name="connsiteY42" fmla="*/ 505602 h 606722"/>
                  <a:gd name="connsiteX43" fmla="*/ 450065 w 551327"/>
                  <a:gd name="connsiteY43" fmla="*/ 606722 h 606722"/>
                  <a:gd name="connsiteX44" fmla="*/ 348804 w 551327"/>
                  <a:gd name="connsiteY44" fmla="*/ 505602 h 606722"/>
                  <a:gd name="connsiteX45" fmla="*/ 450065 w 551327"/>
                  <a:gd name="connsiteY45" fmla="*/ 404481 h 606722"/>
                  <a:gd name="connsiteX46" fmla="*/ 337535 w 551327"/>
                  <a:gd name="connsiteY46" fmla="*/ 370751 h 606722"/>
                  <a:gd name="connsiteX47" fmla="*/ 393823 w 551327"/>
                  <a:gd name="connsiteY47" fmla="*/ 370751 h 606722"/>
                  <a:gd name="connsiteX48" fmla="*/ 405045 w 551327"/>
                  <a:gd name="connsiteY48" fmla="*/ 381961 h 606722"/>
                  <a:gd name="connsiteX49" fmla="*/ 393823 w 551327"/>
                  <a:gd name="connsiteY49" fmla="*/ 393261 h 606722"/>
                  <a:gd name="connsiteX50" fmla="*/ 337535 w 551327"/>
                  <a:gd name="connsiteY50" fmla="*/ 393261 h 606722"/>
                  <a:gd name="connsiteX51" fmla="*/ 326224 w 551327"/>
                  <a:gd name="connsiteY51" fmla="*/ 381961 h 606722"/>
                  <a:gd name="connsiteX52" fmla="*/ 337535 w 551327"/>
                  <a:gd name="connsiteY52" fmla="*/ 370751 h 606722"/>
                  <a:gd name="connsiteX53" fmla="*/ 146296 w 551327"/>
                  <a:gd name="connsiteY53" fmla="*/ 370751 h 606722"/>
                  <a:gd name="connsiteX54" fmla="*/ 281772 w 551327"/>
                  <a:gd name="connsiteY54" fmla="*/ 370751 h 606722"/>
                  <a:gd name="connsiteX55" fmla="*/ 292987 w 551327"/>
                  <a:gd name="connsiteY55" fmla="*/ 381961 h 606722"/>
                  <a:gd name="connsiteX56" fmla="*/ 281772 w 551327"/>
                  <a:gd name="connsiteY56" fmla="*/ 393261 h 606722"/>
                  <a:gd name="connsiteX57" fmla="*/ 146296 w 551327"/>
                  <a:gd name="connsiteY57" fmla="*/ 393261 h 606722"/>
                  <a:gd name="connsiteX58" fmla="*/ 134991 w 551327"/>
                  <a:gd name="connsiteY58" fmla="*/ 381961 h 606722"/>
                  <a:gd name="connsiteX59" fmla="*/ 146296 w 551327"/>
                  <a:gd name="connsiteY59" fmla="*/ 370751 h 606722"/>
                  <a:gd name="connsiteX60" fmla="*/ 78764 w 551327"/>
                  <a:gd name="connsiteY60" fmla="*/ 337111 h 606722"/>
                  <a:gd name="connsiteX61" fmla="*/ 67550 w 551327"/>
                  <a:gd name="connsiteY61" fmla="*/ 348310 h 606722"/>
                  <a:gd name="connsiteX62" fmla="*/ 78764 w 551327"/>
                  <a:gd name="connsiteY62" fmla="*/ 359508 h 606722"/>
                  <a:gd name="connsiteX63" fmla="*/ 89978 w 551327"/>
                  <a:gd name="connsiteY63" fmla="*/ 348310 h 606722"/>
                  <a:gd name="connsiteX64" fmla="*/ 78764 w 551327"/>
                  <a:gd name="connsiteY64" fmla="*/ 337111 h 606722"/>
                  <a:gd name="connsiteX65" fmla="*/ 337535 w 551327"/>
                  <a:gd name="connsiteY65" fmla="*/ 314581 h 606722"/>
                  <a:gd name="connsiteX66" fmla="*/ 393823 w 551327"/>
                  <a:gd name="connsiteY66" fmla="*/ 314581 h 606722"/>
                  <a:gd name="connsiteX67" fmla="*/ 405045 w 551327"/>
                  <a:gd name="connsiteY67" fmla="*/ 325791 h 606722"/>
                  <a:gd name="connsiteX68" fmla="*/ 393823 w 551327"/>
                  <a:gd name="connsiteY68" fmla="*/ 337091 h 606722"/>
                  <a:gd name="connsiteX69" fmla="*/ 337535 w 551327"/>
                  <a:gd name="connsiteY69" fmla="*/ 337091 h 606722"/>
                  <a:gd name="connsiteX70" fmla="*/ 326224 w 551327"/>
                  <a:gd name="connsiteY70" fmla="*/ 325791 h 606722"/>
                  <a:gd name="connsiteX71" fmla="*/ 337535 w 551327"/>
                  <a:gd name="connsiteY71" fmla="*/ 314581 h 606722"/>
                  <a:gd name="connsiteX72" fmla="*/ 146296 w 551327"/>
                  <a:gd name="connsiteY72" fmla="*/ 314581 h 606722"/>
                  <a:gd name="connsiteX73" fmla="*/ 281772 w 551327"/>
                  <a:gd name="connsiteY73" fmla="*/ 314581 h 606722"/>
                  <a:gd name="connsiteX74" fmla="*/ 292987 w 551327"/>
                  <a:gd name="connsiteY74" fmla="*/ 325791 h 606722"/>
                  <a:gd name="connsiteX75" fmla="*/ 281772 w 551327"/>
                  <a:gd name="connsiteY75" fmla="*/ 337091 h 606722"/>
                  <a:gd name="connsiteX76" fmla="*/ 146296 w 551327"/>
                  <a:gd name="connsiteY76" fmla="*/ 337091 h 606722"/>
                  <a:gd name="connsiteX77" fmla="*/ 134991 w 551327"/>
                  <a:gd name="connsiteY77" fmla="*/ 325791 h 606722"/>
                  <a:gd name="connsiteX78" fmla="*/ 146296 w 551327"/>
                  <a:gd name="connsiteY78" fmla="*/ 314581 h 606722"/>
                  <a:gd name="connsiteX79" fmla="*/ 337535 w 551327"/>
                  <a:gd name="connsiteY79" fmla="*/ 258411 h 606722"/>
                  <a:gd name="connsiteX80" fmla="*/ 393823 w 551327"/>
                  <a:gd name="connsiteY80" fmla="*/ 258411 h 606722"/>
                  <a:gd name="connsiteX81" fmla="*/ 405045 w 551327"/>
                  <a:gd name="connsiteY81" fmla="*/ 269631 h 606722"/>
                  <a:gd name="connsiteX82" fmla="*/ 393823 w 551327"/>
                  <a:gd name="connsiteY82" fmla="*/ 280851 h 606722"/>
                  <a:gd name="connsiteX83" fmla="*/ 337535 w 551327"/>
                  <a:gd name="connsiteY83" fmla="*/ 280851 h 606722"/>
                  <a:gd name="connsiteX84" fmla="*/ 326224 w 551327"/>
                  <a:gd name="connsiteY84" fmla="*/ 269631 h 606722"/>
                  <a:gd name="connsiteX85" fmla="*/ 337535 w 551327"/>
                  <a:gd name="connsiteY85" fmla="*/ 258411 h 606722"/>
                  <a:gd name="connsiteX86" fmla="*/ 146296 w 551327"/>
                  <a:gd name="connsiteY86" fmla="*/ 258411 h 606722"/>
                  <a:gd name="connsiteX87" fmla="*/ 281772 w 551327"/>
                  <a:gd name="connsiteY87" fmla="*/ 258411 h 606722"/>
                  <a:gd name="connsiteX88" fmla="*/ 292987 w 551327"/>
                  <a:gd name="connsiteY88" fmla="*/ 269631 h 606722"/>
                  <a:gd name="connsiteX89" fmla="*/ 281772 w 551327"/>
                  <a:gd name="connsiteY89" fmla="*/ 280851 h 606722"/>
                  <a:gd name="connsiteX90" fmla="*/ 146296 w 551327"/>
                  <a:gd name="connsiteY90" fmla="*/ 280851 h 606722"/>
                  <a:gd name="connsiteX91" fmla="*/ 134991 w 551327"/>
                  <a:gd name="connsiteY91" fmla="*/ 269631 h 606722"/>
                  <a:gd name="connsiteX92" fmla="*/ 146296 w 551327"/>
                  <a:gd name="connsiteY92" fmla="*/ 258411 h 606722"/>
                  <a:gd name="connsiteX93" fmla="*/ 78764 w 551327"/>
                  <a:gd name="connsiteY93" fmla="*/ 213483 h 606722"/>
                  <a:gd name="connsiteX94" fmla="*/ 67550 w 551327"/>
                  <a:gd name="connsiteY94" fmla="*/ 224682 h 606722"/>
                  <a:gd name="connsiteX95" fmla="*/ 78764 w 551327"/>
                  <a:gd name="connsiteY95" fmla="*/ 235969 h 606722"/>
                  <a:gd name="connsiteX96" fmla="*/ 89978 w 551327"/>
                  <a:gd name="connsiteY96" fmla="*/ 224682 h 606722"/>
                  <a:gd name="connsiteX97" fmla="*/ 78764 w 551327"/>
                  <a:gd name="connsiteY97" fmla="*/ 213483 h 606722"/>
                  <a:gd name="connsiteX98" fmla="*/ 337535 w 551327"/>
                  <a:gd name="connsiteY98" fmla="*/ 202241 h 606722"/>
                  <a:gd name="connsiteX99" fmla="*/ 393823 w 551327"/>
                  <a:gd name="connsiteY99" fmla="*/ 202241 h 606722"/>
                  <a:gd name="connsiteX100" fmla="*/ 405045 w 551327"/>
                  <a:gd name="connsiteY100" fmla="*/ 213461 h 606722"/>
                  <a:gd name="connsiteX101" fmla="*/ 393823 w 551327"/>
                  <a:gd name="connsiteY101" fmla="*/ 224681 h 606722"/>
                  <a:gd name="connsiteX102" fmla="*/ 337535 w 551327"/>
                  <a:gd name="connsiteY102" fmla="*/ 224681 h 606722"/>
                  <a:gd name="connsiteX103" fmla="*/ 326224 w 551327"/>
                  <a:gd name="connsiteY103" fmla="*/ 213461 h 606722"/>
                  <a:gd name="connsiteX104" fmla="*/ 337535 w 551327"/>
                  <a:gd name="connsiteY104" fmla="*/ 202241 h 606722"/>
                  <a:gd name="connsiteX105" fmla="*/ 146296 w 551327"/>
                  <a:gd name="connsiteY105" fmla="*/ 202241 h 606722"/>
                  <a:gd name="connsiteX106" fmla="*/ 281772 w 551327"/>
                  <a:gd name="connsiteY106" fmla="*/ 202241 h 606722"/>
                  <a:gd name="connsiteX107" fmla="*/ 292987 w 551327"/>
                  <a:gd name="connsiteY107" fmla="*/ 213461 h 606722"/>
                  <a:gd name="connsiteX108" fmla="*/ 281772 w 551327"/>
                  <a:gd name="connsiteY108" fmla="*/ 224681 h 606722"/>
                  <a:gd name="connsiteX109" fmla="*/ 146296 w 551327"/>
                  <a:gd name="connsiteY109" fmla="*/ 224681 h 606722"/>
                  <a:gd name="connsiteX110" fmla="*/ 134991 w 551327"/>
                  <a:gd name="connsiteY110" fmla="*/ 213461 h 606722"/>
                  <a:gd name="connsiteX111" fmla="*/ 146296 w 551327"/>
                  <a:gd name="connsiteY111" fmla="*/ 202241 h 606722"/>
                  <a:gd name="connsiteX112" fmla="*/ 337535 w 551327"/>
                  <a:gd name="connsiteY112" fmla="*/ 146000 h 606722"/>
                  <a:gd name="connsiteX113" fmla="*/ 393823 w 551327"/>
                  <a:gd name="connsiteY113" fmla="*/ 146000 h 606722"/>
                  <a:gd name="connsiteX114" fmla="*/ 405045 w 551327"/>
                  <a:gd name="connsiteY114" fmla="*/ 157299 h 606722"/>
                  <a:gd name="connsiteX115" fmla="*/ 393823 w 551327"/>
                  <a:gd name="connsiteY115" fmla="*/ 168510 h 606722"/>
                  <a:gd name="connsiteX116" fmla="*/ 337535 w 551327"/>
                  <a:gd name="connsiteY116" fmla="*/ 168510 h 606722"/>
                  <a:gd name="connsiteX117" fmla="*/ 326224 w 551327"/>
                  <a:gd name="connsiteY117" fmla="*/ 157299 h 606722"/>
                  <a:gd name="connsiteX118" fmla="*/ 337535 w 551327"/>
                  <a:gd name="connsiteY118" fmla="*/ 146000 h 606722"/>
                  <a:gd name="connsiteX119" fmla="*/ 146296 w 551327"/>
                  <a:gd name="connsiteY119" fmla="*/ 146000 h 606722"/>
                  <a:gd name="connsiteX120" fmla="*/ 281772 w 551327"/>
                  <a:gd name="connsiteY120" fmla="*/ 146000 h 606722"/>
                  <a:gd name="connsiteX121" fmla="*/ 292987 w 551327"/>
                  <a:gd name="connsiteY121" fmla="*/ 157299 h 606722"/>
                  <a:gd name="connsiteX122" fmla="*/ 281772 w 551327"/>
                  <a:gd name="connsiteY122" fmla="*/ 168510 h 606722"/>
                  <a:gd name="connsiteX123" fmla="*/ 146296 w 551327"/>
                  <a:gd name="connsiteY123" fmla="*/ 168510 h 606722"/>
                  <a:gd name="connsiteX124" fmla="*/ 134991 w 551327"/>
                  <a:gd name="connsiteY124" fmla="*/ 157299 h 606722"/>
                  <a:gd name="connsiteX125" fmla="*/ 146296 w 551327"/>
                  <a:gd name="connsiteY125" fmla="*/ 146000 h 606722"/>
                  <a:gd name="connsiteX126" fmla="*/ 78764 w 551327"/>
                  <a:gd name="connsiteY126" fmla="*/ 89855 h 606722"/>
                  <a:gd name="connsiteX127" fmla="*/ 67550 w 551327"/>
                  <a:gd name="connsiteY127" fmla="*/ 101142 h 606722"/>
                  <a:gd name="connsiteX128" fmla="*/ 78764 w 551327"/>
                  <a:gd name="connsiteY128" fmla="*/ 112341 h 606722"/>
                  <a:gd name="connsiteX129" fmla="*/ 89978 w 551327"/>
                  <a:gd name="connsiteY129" fmla="*/ 101142 h 606722"/>
                  <a:gd name="connsiteX130" fmla="*/ 78764 w 551327"/>
                  <a:gd name="connsiteY130" fmla="*/ 89855 h 606722"/>
                  <a:gd name="connsiteX131" fmla="*/ 337535 w 551327"/>
                  <a:gd name="connsiteY131" fmla="*/ 89830 h 606722"/>
                  <a:gd name="connsiteX132" fmla="*/ 393823 w 551327"/>
                  <a:gd name="connsiteY132" fmla="*/ 89830 h 606722"/>
                  <a:gd name="connsiteX133" fmla="*/ 405045 w 551327"/>
                  <a:gd name="connsiteY133" fmla="*/ 101129 h 606722"/>
                  <a:gd name="connsiteX134" fmla="*/ 393823 w 551327"/>
                  <a:gd name="connsiteY134" fmla="*/ 112340 h 606722"/>
                  <a:gd name="connsiteX135" fmla="*/ 337535 w 551327"/>
                  <a:gd name="connsiteY135" fmla="*/ 112340 h 606722"/>
                  <a:gd name="connsiteX136" fmla="*/ 326224 w 551327"/>
                  <a:gd name="connsiteY136" fmla="*/ 101129 h 606722"/>
                  <a:gd name="connsiteX137" fmla="*/ 337535 w 551327"/>
                  <a:gd name="connsiteY137" fmla="*/ 89830 h 606722"/>
                  <a:gd name="connsiteX138" fmla="*/ 146296 w 551327"/>
                  <a:gd name="connsiteY138" fmla="*/ 89830 h 606722"/>
                  <a:gd name="connsiteX139" fmla="*/ 281772 w 551327"/>
                  <a:gd name="connsiteY139" fmla="*/ 89830 h 606722"/>
                  <a:gd name="connsiteX140" fmla="*/ 292987 w 551327"/>
                  <a:gd name="connsiteY140" fmla="*/ 101129 h 606722"/>
                  <a:gd name="connsiteX141" fmla="*/ 281772 w 551327"/>
                  <a:gd name="connsiteY141" fmla="*/ 112340 h 606722"/>
                  <a:gd name="connsiteX142" fmla="*/ 146296 w 551327"/>
                  <a:gd name="connsiteY142" fmla="*/ 112340 h 606722"/>
                  <a:gd name="connsiteX143" fmla="*/ 134991 w 551327"/>
                  <a:gd name="connsiteY143" fmla="*/ 101129 h 606722"/>
                  <a:gd name="connsiteX144" fmla="*/ 146296 w 551327"/>
                  <a:gd name="connsiteY144" fmla="*/ 89830 h 606722"/>
                  <a:gd name="connsiteX145" fmla="*/ 67550 w 551327"/>
                  <a:gd name="connsiteY145" fmla="*/ 0 h 606722"/>
                  <a:gd name="connsiteX146" fmla="*/ 382427 w 551327"/>
                  <a:gd name="connsiteY146" fmla="*/ 0 h 606722"/>
                  <a:gd name="connsiteX147" fmla="*/ 450066 w 551327"/>
                  <a:gd name="connsiteY147" fmla="*/ 67547 h 606722"/>
                  <a:gd name="connsiteX148" fmla="*/ 450066 w 551327"/>
                  <a:gd name="connsiteY148" fmla="*/ 368929 h 606722"/>
                  <a:gd name="connsiteX149" fmla="*/ 438763 w 551327"/>
                  <a:gd name="connsiteY149" fmla="*/ 380128 h 606722"/>
                  <a:gd name="connsiteX150" fmla="*/ 427549 w 551327"/>
                  <a:gd name="connsiteY150" fmla="*/ 368929 h 606722"/>
                  <a:gd name="connsiteX151" fmla="*/ 427549 w 551327"/>
                  <a:gd name="connsiteY151" fmla="*/ 67547 h 606722"/>
                  <a:gd name="connsiteX152" fmla="*/ 382427 w 551327"/>
                  <a:gd name="connsiteY152" fmla="*/ 22486 h 606722"/>
                  <a:gd name="connsiteX153" fmla="*/ 67550 w 551327"/>
                  <a:gd name="connsiteY153" fmla="*/ 22486 h 606722"/>
                  <a:gd name="connsiteX154" fmla="*/ 22517 w 551327"/>
                  <a:gd name="connsiteY154" fmla="*/ 67280 h 606722"/>
                  <a:gd name="connsiteX155" fmla="*/ 22517 w 551327"/>
                  <a:gd name="connsiteY155" fmla="*/ 89855 h 606722"/>
                  <a:gd name="connsiteX156" fmla="*/ 46991 w 551327"/>
                  <a:gd name="connsiteY156" fmla="*/ 89855 h 606722"/>
                  <a:gd name="connsiteX157" fmla="*/ 78764 w 551327"/>
                  <a:gd name="connsiteY157" fmla="*/ 67458 h 606722"/>
                  <a:gd name="connsiteX158" fmla="*/ 112494 w 551327"/>
                  <a:gd name="connsiteY158" fmla="*/ 101142 h 606722"/>
                  <a:gd name="connsiteX159" fmla="*/ 78764 w 551327"/>
                  <a:gd name="connsiteY159" fmla="*/ 134827 h 606722"/>
                  <a:gd name="connsiteX160" fmla="*/ 46991 w 551327"/>
                  <a:gd name="connsiteY160" fmla="*/ 112341 h 606722"/>
                  <a:gd name="connsiteX161" fmla="*/ 22517 w 551327"/>
                  <a:gd name="connsiteY161" fmla="*/ 112341 h 606722"/>
                  <a:gd name="connsiteX162" fmla="*/ 22517 w 551327"/>
                  <a:gd name="connsiteY162" fmla="*/ 213483 h 606722"/>
                  <a:gd name="connsiteX163" fmla="*/ 46991 w 551327"/>
                  <a:gd name="connsiteY163" fmla="*/ 213483 h 606722"/>
                  <a:gd name="connsiteX164" fmla="*/ 78764 w 551327"/>
                  <a:gd name="connsiteY164" fmla="*/ 190997 h 606722"/>
                  <a:gd name="connsiteX165" fmla="*/ 112494 w 551327"/>
                  <a:gd name="connsiteY165" fmla="*/ 224682 h 606722"/>
                  <a:gd name="connsiteX166" fmla="*/ 78764 w 551327"/>
                  <a:gd name="connsiteY166" fmla="*/ 258455 h 606722"/>
                  <a:gd name="connsiteX167" fmla="*/ 46991 w 551327"/>
                  <a:gd name="connsiteY167" fmla="*/ 235969 h 606722"/>
                  <a:gd name="connsiteX168" fmla="*/ 22517 w 551327"/>
                  <a:gd name="connsiteY168" fmla="*/ 235969 h 606722"/>
                  <a:gd name="connsiteX169" fmla="*/ 22517 w 551327"/>
                  <a:gd name="connsiteY169" fmla="*/ 337111 h 606722"/>
                  <a:gd name="connsiteX170" fmla="*/ 46991 w 551327"/>
                  <a:gd name="connsiteY170" fmla="*/ 337111 h 606722"/>
                  <a:gd name="connsiteX171" fmla="*/ 78764 w 551327"/>
                  <a:gd name="connsiteY171" fmla="*/ 314625 h 606722"/>
                  <a:gd name="connsiteX172" fmla="*/ 112494 w 551327"/>
                  <a:gd name="connsiteY172" fmla="*/ 348310 h 606722"/>
                  <a:gd name="connsiteX173" fmla="*/ 78764 w 551327"/>
                  <a:gd name="connsiteY173" fmla="*/ 381994 h 606722"/>
                  <a:gd name="connsiteX174" fmla="*/ 46991 w 551327"/>
                  <a:gd name="connsiteY174" fmla="*/ 359508 h 606722"/>
                  <a:gd name="connsiteX175" fmla="*/ 22517 w 551327"/>
                  <a:gd name="connsiteY175" fmla="*/ 359508 h 606722"/>
                  <a:gd name="connsiteX176" fmla="*/ 22517 w 551327"/>
                  <a:gd name="connsiteY176" fmla="*/ 460651 h 606722"/>
                  <a:gd name="connsiteX177" fmla="*/ 46991 w 551327"/>
                  <a:gd name="connsiteY177" fmla="*/ 460651 h 606722"/>
                  <a:gd name="connsiteX178" fmla="*/ 78764 w 551327"/>
                  <a:gd name="connsiteY178" fmla="*/ 438165 h 606722"/>
                  <a:gd name="connsiteX179" fmla="*/ 112494 w 551327"/>
                  <a:gd name="connsiteY179" fmla="*/ 471939 h 606722"/>
                  <a:gd name="connsiteX180" fmla="*/ 78764 w 551327"/>
                  <a:gd name="connsiteY180" fmla="*/ 505623 h 606722"/>
                  <a:gd name="connsiteX181" fmla="*/ 46991 w 551327"/>
                  <a:gd name="connsiteY181" fmla="*/ 483137 h 606722"/>
                  <a:gd name="connsiteX182" fmla="*/ 22517 w 551327"/>
                  <a:gd name="connsiteY182" fmla="*/ 483137 h 606722"/>
                  <a:gd name="connsiteX183" fmla="*/ 22517 w 551327"/>
                  <a:gd name="connsiteY183" fmla="*/ 505712 h 606722"/>
                  <a:gd name="connsiteX184" fmla="*/ 67372 w 551327"/>
                  <a:gd name="connsiteY184" fmla="*/ 550595 h 606722"/>
                  <a:gd name="connsiteX185" fmla="*/ 303752 w 551327"/>
                  <a:gd name="connsiteY185" fmla="*/ 550595 h 606722"/>
                  <a:gd name="connsiteX186" fmla="*/ 315055 w 551327"/>
                  <a:gd name="connsiteY186" fmla="*/ 561794 h 606722"/>
                  <a:gd name="connsiteX187" fmla="*/ 303752 w 551327"/>
                  <a:gd name="connsiteY187" fmla="*/ 572992 h 606722"/>
                  <a:gd name="connsiteX188" fmla="*/ 67372 w 551327"/>
                  <a:gd name="connsiteY188" fmla="*/ 572992 h 606722"/>
                  <a:gd name="connsiteX189" fmla="*/ 0 w 551327"/>
                  <a:gd name="connsiteY189" fmla="*/ 505712 h 606722"/>
                  <a:gd name="connsiteX190" fmla="*/ 0 w 551327"/>
                  <a:gd name="connsiteY190" fmla="*/ 67280 h 606722"/>
                  <a:gd name="connsiteX191" fmla="*/ 67550 w 551327"/>
                  <a:gd name="connsiteY191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</a:cxnLst>
                <a:rect l="l" t="t" r="r" b="b"/>
                <a:pathLst>
                  <a:path w="551327" h="606722">
                    <a:moveTo>
                      <a:pt x="146296" y="483091"/>
                    </a:moveTo>
                    <a:lnTo>
                      <a:pt x="281772" y="483091"/>
                    </a:lnTo>
                    <a:cubicBezTo>
                      <a:pt x="288002" y="483091"/>
                      <a:pt x="292987" y="488163"/>
                      <a:pt x="292987" y="494302"/>
                    </a:cubicBezTo>
                    <a:cubicBezTo>
                      <a:pt x="292987" y="500530"/>
                      <a:pt x="288002" y="505601"/>
                      <a:pt x="281772" y="505601"/>
                    </a:cubicBezTo>
                    <a:lnTo>
                      <a:pt x="146296" y="505601"/>
                    </a:lnTo>
                    <a:cubicBezTo>
                      <a:pt x="140065" y="505601"/>
                      <a:pt x="134991" y="500530"/>
                      <a:pt x="134991" y="494302"/>
                    </a:cubicBezTo>
                    <a:cubicBezTo>
                      <a:pt x="134991" y="488163"/>
                      <a:pt x="140065" y="483091"/>
                      <a:pt x="146296" y="483091"/>
                    </a:cubicBezTo>
                    <a:close/>
                    <a:moveTo>
                      <a:pt x="78764" y="460651"/>
                    </a:moveTo>
                    <a:cubicBezTo>
                      <a:pt x="72534" y="460651"/>
                      <a:pt x="67550" y="465717"/>
                      <a:pt x="67550" y="471939"/>
                    </a:cubicBezTo>
                    <a:cubicBezTo>
                      <a:pt x="67550" y="478071"/>
                      <a:pt x="72534" y="483137"/>
                      <a:pt x="78764" y="483137"/>
                    </a:cubicBezTo>
                    <a:cubicBezTo>
                      <a:pt x="84994" y="483137"/>
                      <a:pt x="89978" y="478071"/>
                      <a:pt x="89978" y="471939"/>
                    </a:cubicBezTo>
                    <a:cubicBezTo>
                      <a:pt x="89978" y="465717"/>
                      <a:pt x="84994" y="460651"/>
                      <a:pt x="78764" y="460651"/>
                    </a:cubicBezTo>
                    <a:close/>
                    <a:moveTo>
                      <a:pt x="450065" y="449432"/>
                    </a:moveTo>
                    <a:cubicBezTo>
                      <a:pt x="456295" y="449432"/>
                      <a:pt x="461278" y="454409"/>
                      <a:pt x="461278" y="460631"/>
                    </a:cubicBezTo>
                    <a:lnTo>
                      <a:pt x="461278" y="494315"/>
                    </a:lnTo>
                    <a:lnTo>
                      <a:pt x="495093" y="494315"/>
                    </a:lnTo>
                    <a:cubicBezTo>
                      <a:pt x="501234" y="494315"/>
                      <a:pt x="506306" y="499381"/>
                      <a:pt x="506306" y="505602"/>
                    </a:cubicBezTo>
                    <a:cubicBezTo>
                      <a:pt x="506306" y="511824"/>
                      <a:pt x="501234" y="516801"/>
                      <a:pt x="495093" y="516801"/>
                    </a:cubicBezTo>
                    <a:lnTo>
                      <a:pt x="461278" y="516801"/>
                    </a:lnTo>
                    <a:lnTo>
                      <a:pt x="461278" y="550574"/>
                    </a:lnTo>
                    <a:cubicBezTo>
                      <a:pt x="461278" y="556706"/>
                      <a:pt x="456295" y="561772"/>
                      <a:pt x="450065" y="561772"/>
                    </a:cubicBezTo>
                    <a:cubicBezTo>
                      <a:pt x="443836" y="561772"/>
                      <a:pt x="438764" y="556706"/>
                      <a:pt x="438764" y="550574"/>
                    </a:cubicBezTo>
                    <a:lnTo>
                      <a:pt x="438764" y="516801"/>
                    </a:lnTo>
                    <a:lnTo>
                      <a:pt x="405038" y="516801"/>
                    </a:lnTo>
                    <a:cubicBezTo>
                      <a:pt x="398808" y="516801"/>
                      <a:pt x="393825" y="511824"/>
                      <a:pt x="393825" y="505602"/>
                    </a:cubicBezTo>
                    <a:cubicBezTo>
                      <a:pt x="393825" y="499381"/>
                      <a:pt x="398808" y="494315"/>
                      <a:pt x="405038" y="494315"/>
                    </a:cubicBezTo>
                    <a:lnTo>
                      <a:pt x="438764" y="494315"/>
                    </a:lnTo>
                    <a:lnTo>
                      <a:pt x="438764" y="460631"/>
                    </a:lnTo>
                    <a:cubicBezTo>
                      <a:pt x="438764" y="454409"/>
                      <a:pt x="443836" y="449432"/>
                      <a:pt x="450065" y="449432"/>
                    </a:cubicBezTo>
                    <a:close/>
                    <a:moveTo>
                      <a:pt x="450065" y="426962"/>
                    </a:moveTo>
                    <a:cubicBezTo>
                      <a:pt x="406642" y="426962"/>
                      <a:pt x="371316" y="462239"/>
                      <a:pt x="371316" y="505602"/>
                    </a:cubicBezTo>
                    <a:cubicBezTo>
                      <a:pt x="371316" y="548964"/>
                      <a:pt x="406642" y="584241"/>
                      <a:pt x="450065" y="584241"/>
                    </a:cubicBezTo>
                    <a:cubicBezTo>
                      <a:pt x="493489" y="584241"/>
                      <a:pt x="528815" y="548964"/>
                      <a:pt x="528815" y="505602"/>
                    </a:cubicBezTo>
                    <a:cubicBezTo>
                      <a:pt x="528815" y="462239"/>
                      <a:pt x="493489" y="426962"/>
                      <a:pt x="450065" y="426962"/>
                    </a:cubicBezTo>
                    <a:close/>
                    <a:moveTo>
                      <a:pt x="146296" y="426921"/>
                    </a:moveTo>
                    <a:lnTo>
                      <a:pt x="281772" y="426921"/>
                    </a:lnTo>
                    <a:cubicBezTo>
                      <a:pt x="288002" y="426921"/>
                      <a:pt x="292987" y="431993"/>
                      <a:pt x="292987" y="438132"/>
                    </a:cubicBezTo>
                    <a:cubicBezTo>
                      <a:pt x="292987" y="444360"/>
                      <a:pt x="288002" y="449431"/>
                      <a:pt x="281772" y="449431"/>
                    </a:cubicBezTo>
                    <a:lnTo>
                      <a:pt x="146296" y="449431"/>
                    </a:lnTo>
                    <a:cubicBezTo>
                      <a:pt x="140065" y="449431"/>
                      <a:pt x="134991" y="444360"/>
                      <a:pt x="134991" y="438132"/>
                    </a:cubicBezTo>
                    <a:cubicBezTo>
                      <a:pt x="134991" y="431993"/>
                      <a:pt x="140065" y="426921"/>
                      <a:pt x="146296" y="426921"/>
                    </a:cubicBezTo>
                    <a:close/>
                    <a:moveTo>
                      <a:pt x="450065" y="404481"/>
                    </a:moveTo>
                    <a:cubicBezTo>
                      <a:pt x="505857" y="404481"/>
                      <a:pt x="551327" y="449888"/>
                      <a:pt x="551327" y="505602"/>
                    </a:cubicBezTo>
                    <a:cubicBezTo>
                      <a:pt x="551327" y="561316"/>
                      <a:pt x="505857" y="606722"/>
                      <a:pt x="450065" y="606722"/>
                    </a:cubicBezTo>
                    <a:cubicBezTo>
                      <a:pt x="394185" y="606722"/>
                      <a:pt x="348804" y="561316"/>
                      <a:pt x="348804" y="505602"/>
                    </a:cubicBezTo>
                    <a:cubicBezTo>
                      <a:pt x="348804" y="449888"/>
                      <a:pt x="394185" y="404481"/>
                      <a:pt x="450065" y="404481"/>
                    </a:cubicBezTo>
                    <a:close/>
                    <a:moveTo>
                      <a:pt x="337535" y="370751"/>
                    </a:moveTo>
                    <a:lnTo>
                      <a:pt x="393823" y="370751"/>
                    </a:lnTo>
                    <a:cubicBezTo>
                      <a:pt x="400057" y="370751"/>
                      <a:pt x="405045" y="375733"/>
                      <a:pt x="405045" y="381961"/>
                    </a:cubicBezTo>
                    <a:cubicBezTo>
                      <a:pt x="405045" y="388189"/>
                      <a:pt x="400057" y="393261"/>
                      <a:pt x="393823" y="393261"/>
                    </a:cubicBezTo>
                    <a:lnTo>
                      <a:pt x="337535" y="393261"/>
                    </a:lnTo>
                    <a:cubicBezTo>
                      <a:pt x="331301" y="393261"/>
                      <a:pt x="326224" y="388189"/>
                      <a:pt x="326224" y="381961"/>
                    </a:cubicBezTo>
                    <a:cubicBezTo>
                      <a:pt x="326224" y="375733"/>
                      <a:pt x="331301" y="370751"/>
                      <a:pt x="337535" y="370751"/>
                    </a:cubicBezTo>
                    <a:close/>
                    <a:moveTo>
                      <a:pt x="146296" y="370751"/>
                    </a:moveTo>
                    <a:lnTo>
                      <a:pt x="281772" y="370751"/>
                    </a:lnTo>
                    <a:cubicBezTo>
                      <a:pt x="288002" y="370751"/>
                      <a:pt x="292987" y="375733"/>
                      <a:pt x="292987" y="381961"/>
                    </a:cubicBezTo>
                    <a:cubicBezTo>
                      <a:pt x="292987" y="388189"/>
                      <a:pt x="288002" y="393261"/>
                      <a:pt x="281772" y="393261"/>
                    </a:cubicBezTo>
                    <a:lnTo>
                      <a:pt x="146296" y="393261"/>
                    </a:lnTo>
                    <a:cubicBezTo>
                      <a:pt x="140065" y="393261"/>
                      <a:pt x="134991" y="388189"/>
                      <a:pt x="134991" y="381961"/>
                    </a:cubicBezTo>
                    <a:cubicBezTo>
                      <a:pt x="134991" y="375733"/>
                      <a:pt x="140065" y="370751"/>
                      <a:pt x="146296" y="370751"/>
                    </a:cubicBezTo>
                    <a:close/>
                    <a:moveTo>
                      <a:pt x="78764" y="337111"/>
                    </a:moveTo>
                    <a:cubicBezTo>
                      <a:pt x="72534" y="337111"/>
                      <a:pt x="67550" y="342089"/>
                      <a:pt x="67550" y="348310"/>
                    </a:cubicBezTo>
                    <a:cubicBezTo>
                      <a:pt x="67550" y="354531"/>
                      <a:pt x="72534" y="359508"/>
                      <a:pt x="78764" y="359508"/>
                    </a:cubicBezTo>
                    <a:cubicBezTo>
                      <a:pt x="84994" y="359508"/>
                      <a:pt x="89978" y="354531"/>
                      <a:pt x="89978" y="348310"/>
                    </a:cubicBezTo>
                    <a:cubicBezTo>
                      <a:pt x="89978" y="342089"/>
                      <a:pt x="84994" y="337111"/>
                      <a:pt x="78764" y="337111"/>
                    </a:cubicBezTo>
                    <a:close/>
                    <a:moveTo>
                      <a:pt x="337535" y="314581"/>
                    </a:moveTo>
                    <a:lnTo>
                      <a:pt x="393823" y="314581"/>
                    </a:lnTo>
                    <a:cubicBezTo>
                      <a:pt x="400057" y="314581"/>
                      <a:pt x="405045" y="319563"/>
                      <a:pt x="405045" y="325791"/>
                    </a:cubicBezTo>
                    <a:cubicBezTo>
                      <a:pt x="405045" y="332019"/>
                      <a:pt x="400057" y="337091"/>
                      <a:pt x="393823" y="337091"/>
                    </a:cubicBezTo>
                    <a:lnTo>
                      <a:pt x="337535" y="337091"/>
                    </a:lnTo>
                    <a:cubicBezTo>
                      <a:pt x="331301" y="337091"/>
                      <a:pt x="326224" y="332019"/>
                      <a:pt x="326224" y="325791"/>
                    </a:cubicBezTo>
                    <a:cubicBezTo>
                      <a:pt x="326224" y="319563"/>
                      <a:pt x="331301" y="314581"/>
                      <a:pt x="337535" y="314581"/>
                    </a:cubicBezTo>
                    <a:close/>
                    <a:moveTo>
                      <a:pt x="146296" y="314581"/>
                    </a:moveTo>
                    <a:lnTo>
                      <a:pt x="281772" y="314581"/>
                    </a:lnTo>
                    <a:cubicBezTo>
                      <a:pt x="288002" y="314581"/>
                      <a:pt x="292987" y="319563"/>
                      <a:pt x="292987" y="325791"/>
                    </a:cubicBezTo>
                    <a:cubicBezTo>
                      <a:pt x="292987" y="332019"/>
                      <a:pt x="288002" y="337091"/>
                      <a:pt x="281772" y="337091"/>
                    </a:cubicBezTo>
                    <a:lnTo>
                      <a:pt x="146296" y="337091"/>
                    </a:lnTo>
                    <a:cubicBezTo>
                      <a:pt x="140065" y="337091"/>
                      <a:pt x="134991" y="332019"/>
                      <a:pt x="134991" y="325791"/>
                    </a:cubicBezTo>
                    <a:cubicBezTo>
                      <a:pt x="134991" y="319563"/>
                      <a:pt x="140065" y="314581"/>
                      <a:pt x="146296" y="314581"/>
                    </a:cubicBezTo>
                    <a:close/>
                    <a:moveTo>
                      <a:pt x="337535" y="258411"/>
                    </a:moveTo>
                    <a:lnTo>
                      <a:pt x="393823" y="258411"/>
                    </a:lnTo>
                    <a:cubicBezTo>
                      <a:pt x="400057" y="258411"/>
                      <a:pt x="405045" y="263397"/>
                      <a:pt x="405045" y="269631"/>
                    </a:cubicBezTo>
                    <a:cubicBezTo>
                      <a:pt x="405045" y="275864"/>
                      <a:pt x="400057" y="280851"/>
                      <a:pt x="393823" y="280851"/>
                    </a:cubicBezTo>
                    <a:lnTo>
                      <a:pt x="337535" y="280851"/>
                    </a:lnTo>
                    <a:cubicBezTo>
                      <a:pt x="331301" y="280851"/>
                      <a:pt x="326224" y="275864"/>
                      <a:pt x="326224" y="269631"/>
                    </a:cubicBezTo>
                    <a:cubicBezTo>
                      <a:pt x="326224" y="263397"/>
                      <a:pt x="331301" y="258411"/>
                      <a:pt x="337535" y="258411"/>
                    </a:cubicBezTo>
                    <a:close/>
                    <a:moveTo>
                      <a:pt x="146296" y="258411"/>
                    </a:moveTo>
                    <a:lnTo>
                      <a:pt x="281772" y="258411"/>
                    </a:lnTo>
                    <a:cubicBezTo>
                      <a:pt x="288002" y="258411"/>
                      <a:pt x="292987" y="263397"/>
                      <a:pt x="292987" y="269631"/>
                    </a:cubicBezTo>
                    <a:cubicBezTo>
                      <a:pt x="292987" y="275864"/>
                      <a:pt x="288002" y="280851"/>
                      <a:pt x="281772" y="280851"/>
                    </a:cubicBezTo>
                    <a:lnTo>
                      <a:pt x="146296" y="280851"/>
                    </a:lnTo>
                    <a:cubicBezTo>
                      <a:pt x="140065" y="280851"/>
                      <a:pt x="134991" y="275864"/>
                      <a:pt x="134991" y="269631"/>
                    </a:cubicBezTo>
                    <a:cubicBezTo>
                      <a:pt x="134991" y="263397"/>
                      <a:pt x="140065" y="258411"/>
                      <a:pt x="146296" y="258411"/>
                    </a:cubicBezTo>
                    <a:close/>
                    <a:moveTo>
                      <a:pt x="78764" y="213483"/>
                    </a:moveTo>
                    <a:cubicBezTo>
                      <a:pt x="72534" y="213483"/>
                      <a:pt x="67550" y="218549"/>
                      <a:pt x="67550" y="224682"/>
                    </a:cubicBezTo>
                    <a:cubicBezTo>
                      <a:pt x="67550" y="230903"/>
                      <a:pt x="72534" y="235969"/>
                      <a:pt x="78764" y="235969"/>
                    </a:cubicBezTo>
                    <a:cubicBezTo>
                      <a:pt x="84994" y="235969"/>
                      <a:pt x="89978" y="230903"/>
                      <a:pt x="89978" y="224682"/>
                    </a:cubicBezTo>
                    <a:cubicBezTo>
                      <a:pt x="89978" y="218549"/>
                      <a:pt x="84994" y="213483"/>
                      <a:pt x="78764" y="213483"/>
                    </a:cubicBezTo>
                    <a:close/>
                    <a:moveTo>
                      <a:pt x="337535" y="202241"/>
                    </a:moveTo>
                    <a:lnTo>
                      <a:pt x="393823" y="202241"/>
                    </a:lnTo>
                    <a:cubicBezTo>
                      <a:pt x="400057" y="202241"/>
                      <a:pt x="405045" y="207227"/>
                      <a:pt x="405045" y="213461"/>
                    </a:cubicBezTo>
                    <a:cubicBezTo>
                      <a:pt x="405045" y="219694"/>
                      <a:pt x="400057" y="224681"/>
                      <a:pt x="393823" y="224681"/>
                    </a:cubicBezTo>
                    <a:lnTo>
                      <a:pt x="337535" y="224681"/>
                    </a:lnTo>
                    <a:cubicBezTo>
                      <a:pt x="331301" y="224681"/>
                      <a:pt x="326224" y="219694"/>
                      <a:pt x="326224" y="213461"/>
                    </a:cubicBezTo>
                    <a:cubicBezTo>
                      <a:pt x="326224" y="207227"/>
                      <a:pt x="331301" y="202241"/>
                      <a:pt x="337535" y="202241"/>
                    </a:cubicBezTo>
                    <a:close/>
                    <a:moveTo>
                      <a:pt x="146296" y="202241"/>
                    </a:moveTo>
                    <a:lnTo>
                      <a:pt x="281772" y="202241"/>
                    </a:lnTo>
                    <a:cubicBezTo>
                      <a:pt x="288002" y="202241"/>
                      <a:pt x="292987" y="207227"/>
                      <a:pt x="292987" y="213461"/>
                    </a:cubicBezTo>
                    <a:cubicBezTo>
                      <a:pt x="292987" y="219694"/>
                      <a:pt x="288002" y="224681"/>
                      <a:pt x="281772" y="224681"/>
                    </a:cubicBezTo>
                    <a:lnTo>
                      <a:pt x="146296" y="224681"/>
                    </a:lnTo>
                    <a:cubicBezTo>
                      <a:pt x="140065" y="224681"/>
                      <a:pt x="134991" y="219694"/>
                      <a:pt x="134991" y="213461"/>
                    </a:cubicBezTo>
                    <a:cubicBezTo>
                      <a:pt x="134991" y="207227"/>
                      <a:pt x="140065" y="202241"/>
                      <a:pt x="146296" y="202241"/>
                    </a:cubicBezTo>
                    <a:close/>
                    <a:moveTo>
                      <a:pt x="337535" y="146000"/>
                    </a:moveTo>
                    <a:lnTo>
                      <a:pt x="393823" y="146000"/>
                    </a:lnTo>
                    <a:cubicBezTo>
                      <a:pt x="400057" y="146000"/>
                      <a:pt x="405045" y="151071"/>
                      <a:pt x="405045" y="157299"/>
                    </a:cubicBezTo>
                    <a:cubicBezTo>
                      <a:pt x="405045" y="163527"/>
                      <a:pt x="400057" y="168510"/>
                      <a:pt x="393823" y="168510"/>
                    </a:cubicBezTo>
                    <a:lnTo>
                      <a:pt x="337535" y="168510"/>
                    </a:lnTo>
                    <a:cubicBezTo>
                      <a:pt x="331301" y="168510"/>
                      <a:pt x="326224" y="163527"/>
                      <a:pt x="326224" y="157299"/>
                    </a:cubicBezTo>
                    <a:cubicBezTo>
                      <a:pt x="326224" y="151071"/>
                      <a:pt x="331301" y="146000"/>
                      <a:pt x="337535" y="146000"/>
                    </a:cubicBezTo>
                    <a:close/>
                    <a:moveTo>
                      <a:pt x="146296" y="146000"/>
                    </a:moveTo>
                    <a:lnTo>
                      <a:pt x="281772" y="146000"/>
                    </a:lnTo>
                    <a:cubicBezTo>
                      <a:pt x="288002" y="146000"/>
                      <a:pt x="292987" y="151071"/>
                      <a:pt x="292987" y="157299"/>
                    </a:cubicBezTo>
                    <a:cubicBezTo>
                      <a:pt x="292987" y="163527"/>
                      <a:pt x="288002" y="168510"/>
                      <a:pt x="281772" y="168510"/>
                    </a:cubicBezTo>
                    <a:lnTo>
                      <a:pt x="146296" y="168510"/>
                    </a:lnTo>
                    <a:cubicBezTo>
                      <a:pt x="140065" y="168510"/>
                      <a:pt x="134991" y="163527"/>
                      <a:pt x="134991" y="157299"/>
                    </a:cubicBezTo>
                    <a:cubicBezTo>
                      <a:pt x="134991" y="151071"/>
                      <a:pt x="140065" y="146000"/>
                      <a:pt x="146296" y="146000"/>
                    </a:cubicBezTo>
                    <a:close/>
                    <a:moveTo>
                      <a:pt x="78764" y="89855"/>
                    </a:moveTo>
                    <a:cubicBezTo>
                      <a:pt x="72534" y="89855"/>
                      <a:pt x="67550" y="94921"/>
                      <a:pt x="67550" y="101142"/>
                    </a:cubicBezTo>
                    <a:cubicBezTo>
                      <a:pt x="67550" y="107364"/>
                      <a:pt x="72534" y="112341"/>
                      <a:pt x="78764" y="112341"/>
                    </a:cubicBezTo>
                    <a:cubicBezTo>
                      <a:pt x="84994" y="112341"/>
                      <a:pt x="89978" y="107275"/>
                      <a:pt x="89978" y="101142"/>
                    </a:cubicBezTo>
                    <a:cubicBezTo>
                      <a:pt x="89978" y="94921"/>
                      <a:pt x="84994" y="89855"/>
                      <a:pt x="78764" y="89855"/>
                    </a:cubicBezTo>
                    <a:close/>
                    <a:moveTo>
                      <a:pt x="337535" y="89830"/>
                    </a:moveTo>
                    <a:lnTo>
                      <a:pt x="393823" y="89830"/>
                    </a:lnTo>
                    <a:cubicBezTo>
                      <a:pt x="400057" y="89830"/>
                      <a:pt x="405045" y="94901"/>
                      <a:pt x="405045" y="101129"/>
                    </a:cubicBezTo>
                    <a:cubicBezTo>
                      <a:pt x="405045" y="107357"/>
                      <a:pt x="400057" y="112340"/>
                      <a:pt x="393823" y="112340"/>
                    </a:cubicBezTo>
                    <a:lnTo>
                      <a:pt x="337535" y="112340"/>
                    </a:lnTo>
                    <a:cubicBezTo>
                      <a:pt x="331301" y="112340"/>
                      <a:pt x="326224" y="107357"/>
                      <a:pt x="326224" y="101129"/>
                    </a:cubicBezTo>
                    <a:cubicBezTo>
                      <a:pt x="326224" y="94901"/>
                      <a:pt x="331301" y="89830"/>
                      <a:pt x="337535" y="89830"/>
                    </a:cubicBezTo>
                    <a:close/>
                    <a:moveTo>
                      <a:pt x="146296" y="89830"/>
                    </a:moveTo>
                    <a:lnTo>
                      <a:pt x="281772" y="89830"/>
                    </a:lnTo>
                    <a:cubicBezTo>
                      <a:pt x="288002" y="89830"/>
                      <a:pt x="292987" y="94901"/>
                      <a:pt x="292987" y="101129"/>
                    </a:cubicBezTo>
                    <a:cubicBezTo>
                      <a:pt x="292987" y="107357"/>
                      <a:pt x="288002" y="112340"/>
                      <a:pt x="281772" y="112340"/>
                    </a:cubicBezTo>
                    <a:lnTo>
                      <a:pt x="146296" y="112340"/>
                    </a:lnTo>
                    <a:cubicBezTo>
                      <a:pt x="140065" y="112340"/>
                      <a:pt x="134991" y="107357"/>
                      <a:pt x="134991" y="101129"/>
                    </a:cubicBezTo>
                    <a:cubicBezTo>
                      <a:pt x="134991" y="94901"/>
                      <a:pt x="140065" y="89830"/>
                      <a:pt x="146296" y="89830"/>
                    </a:cubicBezTo>
                    <a:close/>
                    <a:moveTo>
                      <a:pt x="67550" y="0"/>
                    </a:moveTo>
                    <a:lnTo>
                      <a:pt x="382427" y="0"/>
                    </a:lnTo>
                    <a:cubicBezTo>
                      <a:pt x="419717" y="0"/>
                      <a:pt x="450066" y="30307"/>
                      <a:pt x="450066" y="67547"/>
                    </a:cubicBezTo>
                    <a:lnTo>
                      <a:pt x="450066" y="368929"/>
                    </a:lnTo>
                    <a:cubicBezTo>
                      <a:pt x="450066" y="375062"/>
                      <a:pt x="444993" y="380128"/>
                      <a:pt x="438763" y="380128"/>
                    </a:cubicBezTo>
                    <a:cubicBezTo>
                      <a:pt x="432622" y="380128"/>
                      <a:pt x="427549" y="375062"/>
                      <a:pt x="427549" y="368929"/>
                    </a:cubicBezTo>
                    <a:lnTo>
                      <a:pt x="427549" y="67547"/>
                    </a:lnTo>
                    <a:cubicBezTo>
                      <a:pt x="427549" y="42661"/>
                      <a:pt x="407347" y="22486"/>
                      <a:pt x="382427" y="22486"/>
                    </a:cubicBezTo>
                    <a:lnTo>
                      <a:pt x="67550" y="22486"/>
                    </a:lnTo>
                    <a:cubicBezTo>
                      <a:pt x="42719" y="22486"/>
                      <a:pt x="22517" y="42572"/>
                      <a:pt x="22517" y="67280"/>
                    </a:cubicBezTo>
                    <a:lnTo>
                      <a:pt x="22517" y="89855"/>
                    </a:lnTo>
                    <a:lnTo>
                      <a:pt x="46991" y="89855"/>
                    </a:lnTo>
                    <a:cubicBezTo>
                      <a:pt x="51619" y="76790"/>
                      <a:pt x="64079" y="67458"/>
                      <a:pt x="78764" y="67458"/>
                    </a:cubicBezTo>
                    <a:cubicBezTo>
                      <a:pt x="97364" y="67458"/>
                      <a:pt x="112494" y="82567"/>
                      <a:pt x="112494" y="101142"/>
                    </a:cubicBezTo>
                    <a:cubicBezTo>
                      <a:pt x="112494" y="119717"/>
                      <a:pt x="97364" y="134827"/>
                      <a:pt x="78764" y="134827"/>
                    </a:cubicBezTo>
                    <a:cubicBezTo>
                      <a:pt x="64079" y="134827"/>
                      <a:pt x="51619" y="125406"/>
                      <a:pt x="46991" y="112341"/>
                    </a:cubicBezTo>
                    <a:lnTo>
                      <a:pt x="22517" y="112341"/>
                    </a:lnTo>
                    <a:lnTo>
                      <a:pt x="22517" y="213483"/>
                    </a:lnTo>
                    <a:lnTo>
                      <a:pt x="46991" y="213483"/>
                    </a:lnTo>
                    <a:cubicBezTo>
                      <a:pt x="51619" y="200418"/>
                      <a:pt x="64079" y="190997"/>
                      <a:pt x="78764" y="190997"/>
                    </a:cubicBezTo>
                    <a:cubicBezTo>
                      <a:pt x="97364" y="190997"/>
                      <a:pt x="112494" y="206106"/>
                      <a:pt x="112494" y="224682"/>
                    </a:cubicBezTo>
                    <a:cubicBezTo>
                      <a:pt x="112494" y="243346"/>
                      <a:pt x="97364" y="258455"/>
                      <a:pt x="78764" y="258455"/>
                    </a:cubicBezTo>
                    <a:cubicBezTo>
                      <a:pt x="64079" y="258455"/>
                      <a:pt x="51619" y="249034"/>
                      <a:pt x="46991" y="235969"/>
                    </a:cubicBezTo>
                    <a:lnTo>
                      <a:pt x="22517" y="235969"/>
                    </a:lnTo>
                    <a:lnTo>
                      <a:pt x="22517" y="337111"/>
                    </a:lnTo>
                    <a:lnTo>
                      <a:pt x="46991" y="337111"/>
                    </a:lnTo>
                    <a:cubicBezTo>
                      <a:pt x="51619" y="324046"/>
                      <a:pt x="64079" y="314625"/>
                      <a:pt x="78764" y="314625"/>
                    </a:cubicBezTo>
                    <a:cubicBezTo>
                      <a:pt x="97364" y="314625"/>
                      <a:pt x="112494" y="329735"/>
                      <a:pt x="112494" y="348310"/>
                    </a:cubicBezTo>
                    <a:cubicBezTo>
                      <a:pt x="112494" y="366885"/>
                      <a:pt x="97364" y="381994"/>
                      <a:pt x="78764" y="381994"/>
                    </a:cubicBezTo>
                    <a:cubicBezTo>
                      <a:pt x="64079" y="381994"/>
                      <a:pt x="51619" y="372662"/>
                      <a:pt x="46991" y="359508"/>
                    </a:cubicBezTo>
                    <a:lnTo>
                      <a:pt x="22517" y="359508"/>
                    </a:lnTo>
                    <a:lnTo>
                      <a:pt x="22517" y="460651"/>
                    </a:lnTo>
                    <a:lnTo>
                      <a:pt x="46991" y="460651"/>
                    </a:lnTo>
                    <a:cubicBezTo>
                      <a:pt x="51619" y="447586"/>
                      <a:pt x="64079" y="438165"/>
                      <a:pt x="78764" y="438165"/>
                    </a:cubicBezTo>
                    <a:cubicBezTo>
                      <a:pt x="97364" y="438165"/>
                      <a:pt x="112494" y="453363"/>
                      <a:pt x="112494" y="471939"/>
                    </a:cubicBezTo>
                    <a:cubicBezTo>
                      <a:pt x="112494" y="490514"/>
                      <a:pt x="97364" y="505623"/>
                      <a:pt x="78764" y="505623"/>
                    </a:cubicBezTo>
                    <a:cubicBezTo>
                      <a:pt x="64079" y="505623"/>
                      <a:pt x="51619" y="496202"/>
                      <a:pt x="46991" y="483137"/>
                    </a:cubicBezTo>
                    <a:lnTo>
                      <a:pt x="22517" y="483137"/>
                    </a:lnTo>
                    <a:lnTo>
                      <a:pt x="22517" y="505712"/>
                    </a:lnTo>
                    <a:cubicBezTo>
                      <a:pt x="22517" y="530420"/>
                      <a:pt x="42630" y="550595"/>
                      <a:pt x="67372" y="550595"/>
                    </a:cubicBezTo>
                    <a:lnTo>
                      <a:pt x="303752" y="550595"/>
                    </a:lnTo>
                    <a:cubicBezTo>
                      <a:pt x="309982" y="550595"/>
                      <a:pt x="315055" y="555572"/>
                      <a:pt x="315055" y="561794"/>
                    </a:cubicBezTo>
                    <a:cubicBezTo>
                      <a:pt x="315055" y="568015"/>
                      <a:pt x="309982" y="572992"/>
                      <a:pt x="303752" y="572992"/>
                    </a:cubicBezTo>
                    <a:lnTo>
                      <a:pt x="67372" y="572992"/>
                    </a:lnTo>
                    <a:cubicBezTo>
                      <a:pt x="30260" y="572992"/>
                      <a:pt x="0" y="542863"/>
                      <a:pt x="0" y="505712"/>
                    </a:cubicBezTo>
                    <a:lnTo>
                      <a:pt x="0" y="67280"/>
                    </a:lnTo>
                    <a:cubicBezTo>
                      <a:pt x="0" y="30218"/>
                      <a:pt x="30349" y="0"/>
                      <a:pt x="6755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MuseoModerno Black" pitchFamily="2" charset="0"/>
                  <a:ea typeface="MuseoModerno Black" pitchFamily="2" charset="0"/>
                  <a:cs typeface="MuseoModerno Black" pitchFamily="2" charset="0"/>
                </a:endParaRPr>
              </a:p>
            </p:txBody>
          </p:sp>
          <p:sp>
            <p:nvSpPr>
              <p:cNvPr id="161" name="椭圆 160"/>
              <p:cNvSpPr/>
              <p:nvPr/>
            </p:nvSpPr>
            <p:spPr>
              <a:xfrm flipH="1">
                <a:off x="2040504" y="5110954"/>
                <a:ext cx="536575" cy="536575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useoModerno Black" pitchFamily="2" charset="0"/>
                  <a:ea typeface="MuseoModerno Black" pitchFamily="2" charset="0"/>
                  <a:cs typeface="MuseoModerno Black" pitchFamily="2" charset="0"/>
                </a:endParaRPr>
              </a:p>
            </p:txBody>
          </p:sp>
          <p:sp>
            <p:nvSpPr>
              <p:cNvPr id="162" name="Freeform 84"/>
              <p:cNvSpPr>
                <a:spLocks noEditPoints="1"/>
              </p:cNvSpPr>
              <p:nvPr/>
            </p:nvSpPr>
            <p:spPr bwMode="auto">
              <a:xfrm flipH="1">
                <a:off x="2190813" y="5297338"/>
                <a:ext cx="235957" cy="163807"/>
              </a:xfrm>
              <a:custGeom>
                <a:avLst/>
                <a:gdLst>
                  <a:gd name="connsiteX0" fmla="*/ 363813 w 607639"/>
                  <a:gd name="connsiteY0" fmla="*/ 263915 h 421840"/>
                  <a:gd name="connsiteX1" fmla="*/ 421581 w 607639"/>
                  <a:gd name="connsiteY1" fmla="*/ 263915 h 421840"/>
                  <a:gd name="connsiteX2" fmla="*/ 434754 w 607639"/>
                  <a:gd name="connsiteY2" fmla="*/ 277155 h 421840"/>
                  <a:gd name="connsiteX3" fmla="*/ 421581 w 607639"/>
                  <a:gd name="connsiteY3" fmla="*/ 290306 h 421840"/>
                  <a:gd name="connsiteX4" fmla="*/ 363813 w 607639"/>
                  <a:gd name="connsiteY4" fmla="*/ 290306 h 421840"/>
                  <a:gd name="connsiteX5" fmla="*/ 350640 w 607639"/>
                  <a:gd name="connsiteY5" fmla="*/ 277155 h 421840"/>
                  <a:gd name="connsiteX6" fmla="*/ 363813 w 607639"/>
                  <a:gd name="connsiteY6" fmla="*/ 263915 h 421840"/>
                  <a:gd name="connsiteX7" fmla="*/ 128261 w 607639"/>
                  <a:gd name="connsiteY7" fmla="*/ 263915 h 421840"/>
                  <a:gd name="connsiteX8" fmla="*/ 243760 w 607639"/>
                  <a:gd name="connsiteY8" fmla="*/ 263915 h 421840"/>
                  <a:gd name="connsiteX9" fmla="*/ 256929 w 607639"/>
                  <a:gd name="connsiteY9" fmla="*/ 277155 h 421840"/>
                  <a:gd name="connsiteX10" fmla="*/ 243760 w 607639"/>
                  <a:gd name="connsiteY10" fmla="*/ 290306 h 421840"/>
                  <a:gd name="connsiteX11" fmla="*/ 128261 w 607639"/>
                  <a:gd name="connsiteY11" fmla="*/ 290306 h 421840"/>
                  <a:gd name="connsiteX12" fmla="*/ 115092 w 607639"/>
                  <a:gd name="connsiteY12" fmla="*/ 277155 h 421840"/>
                  <a:gd name="connsiteX13" fmla="*/ 128261 w 607639"/>
                  <a:gd name="connsiteY13" fmla="*/ 263915 h 421840"/>
                  <a:gd name="connsiteX14" fmla="*/ 363816 w 607639"/>
                  <a:gd name="connsiteY14" fmla="*/ 169851 h 421840"/>
                  <a:gd name="connsiteX15" fmla="*/ 479282 w 607639"/>
                  <a:gd name="connsiteY15" fmla="*/ 169851 h 421840"/>
                  <a:gd name="connsiteX16" fmla="*/ 492547 w 607639"/>
                  <a:gd name="connsiteY16" fmla="*/ 182976 h 421840"/>
                  <a:gd name="connsiteX17" fmla="*/ 479282 w 607639"/>
                  <a:gd name="connsiteY17" fmla="*/ 196101 h 421840"/>
                  <a:gd name="connsiteX18" fmla="*/ 363816 w 607639"/>
                  <a:gd name="connsiteY18" fmla="*/ 196101 h 421840"/>
                  <a:gd name="connsiteX19" fmla="*/ 350640 w 607639"/>
                  <a:gd name="connsiteY19" fmla="*/ 182976 h 421840"/>
                  <a:gd name="connsiteX20" fmla="*/ 363816 w 607639"/>
                  <a:gd name="connsiteY20" fmla="*/ 169851 h 421840"/>
                  <a:gd name="connsiteX21" fmla="*/ 128261 w 607639"/>
                  <a:gd name="connsiteY21" fmla="*/ 169851 h 421840"/>
                  <a:gd name="connsiteX22" fmla="*/ 243760 w 607639"/>
                  <a:gd name="connsiteY22" fmla="*/ 169851 h 421840"/>
                  <a:gd name="connsiteX23" fmla="*/ 256929 w 607639"/>
                  <a:gd name="connsiteY23" fmla="*/ 182976 h 421840"/>
                  <a:gd name="connsiteX24" fmla="*/ 243760 w 607639"/>
                  <a:gd name="connsiteY24" fmla="*/ 196101 h 421840"/>
                  <a:gd name="connsiteX25" fmla="*/ 128261 w 607639"/>
                  <a:gd name="connsiteY25" fmla="*/ 196101 h 421840"/>
                  <a:gd name="connsiteX26" fmla="*/ 115092 w 607639"/>
                  <a:gd name="connsiteY26" fmla="*/ 182976 h 421840"/>
                  <a:gd name="connsiteX27" fmla="*/ 128261 w 607639"/>
                  <a:gd name="connsiteY27" fmla="*/ 169851 h 421840"/>
                  <a:gd name="connsiteX28" fmla="*/ 363816 w 607639"/>
                  <a:gd name="connsiteY28" fmla="*/ 75646 h 421840"/>
                  <a:gd name="connsiteX29" fmla="*/ 479282 w 607639"/>
                  <a:gd name="connsiteY29" fmla="*/ 75646 h 421840"/>
                  <a:gd name="connsiteX30" fmla="*/ 492547 w 607639"/>
                  <a:gd name="connsiteY30" fmla="*/ 88797 h 421840"/>
                  <a:gd name="connsiteX31" fmla="*/ 479282 w 607639"/>
                  <a:gd name="connsiteY31" fmla="*/ 102037 h 421840"/>
                  <a:gd name="connsiteX32" fmla="*/ 363816 w 607639"/>
                  <a:gd name="connsiteY32" fmla="*/ 102037 h 421840"/>
                  <a:gd name="connsiteX33" fmla="*/ 350640 w 607639"/>
                  <a:gd name="connsiteY33" fmla="*/ 88797 h 421840"/>
                  <a:gd name="connsiteX34" fmla="*/ 363816 w 607639"/>
                  <a:gd name="connsiteY34" fmla="*/ 75646 h 421840"/>
                  <a:gd name="connsiteX35" fmla="*/ 128261 w 607639"/>
                  <a:gd name="connsiteY35" fmla="*/ 75646 h 421840"/>
                  <a:gd name="connsiteX36" fmla="*/ 243760 w 607639"/>
                  <a:gd name="connsiteY36" fmla="*/ 75646 h 421840"/>
                  <a:gd name="connsiteX37" fmla="*/ 256929 w 607639"/>
                  <a:gd name="connsiteY37" fmla="*/ 88797 h 421840"/>
                  <a:gd name="connsiteX38" fmla="*/ 243760 w 607639"/>
                  <a:gd name="connsiteY38" fmla="*/ 102037 h 421840"/>
                  <a:gd name="connsiteX39" fmla="*/ 128261 w 607639"/>
                  <a:gd name="connsiteY39" fmla="*/ 102037 h 421840"/>
                  <a:gd name="connsiteX40" fmla="*/ 115092 w 607639"/>
                  <a:gd name="connsiteY40" fmla="*/ 88797 h 421840"/>
                  <a:gd name="connsiteX41" fmla="*/ 128261 w 607639"/>
                  <a:gd name="connsiteY41" fmla="*/ 75646 h 421840"/>
                  <a:gd name="connsiteX42" fmla="*/ 26435 w 607639"/>
                  <a:gd name="connsiteY42" fmla="*/ 61761 h 421840"/>
                  <a:gd name="connsiteX43" fmla="*/ 26435 w 607639"/>
                  <a:gd name="connsiteY43" fmla="*/ 395447 h 421840"/>
                  <a:gd name="connsiteX44" fmla="*/ 290602 w 607639"/>
                  <a:gd name="connsiteY44" fmla="*/ 395447 h 421840"/>
                  <a:gd name="connsiteX45" fmla="*/ 290602 w 607639"/>
                  <a:gd name="connsiteY45" fmla="*/ 393492 h 421840"/>
                  <a:gd name="connsiteX46" fmla="*/ 263723 w 607639"/>
                  <a:gd name="connsiteY46" fmla="*/ 366655 h 421840"/>
                  <a:gd name="connsiteX47" fmla="*/ 81618 w 607639"/>
                  <a:gd name="connsiteY47" fmla="*/ 366655 h 421840"/>
                  <a:gd name="connsiteX48" fmla="*/ 55005 w 607639"/>
                  <a:gd name="connsiteY48" fmla="*/ 340085 h 421840"/>
                  <a:gd name="connsiteX49" fmla="*/ 55005 w 607639"/>
                  <a:gd name="connsiteY49" fmla="*/ 61761 h 421840"/>
                  <a:gd name="connsiteX50" fmla="*/ 343916 w 607639"/>
                  <a:gd name="connsiteY50" fmla="*/ 26393 h 421840"/>
                  <a:gd name="connsiteX51" fmla="*/ 317037 w 607639"/>
                  <a:gd name="connsiteY51" fmla="*/ 53230 h 421840"/>
                  <a:gd name="connsiteX52" fmla="*/ 317037 w 607639"/>
                  <a:gd name="connsiteY52" fmla="*/ 347549 h 421840"/>
                  <a:gd name="connsiteX53" fmla="*/ 343916 w 607639"/>
                  <a:gd name="connsiteY53" fmla="*/ 340263 h 421840"/>
                  <a:gd name="connsiteX54" fmla="*/ 525131 w 607639"/>
                  <a:gd name="connsiteY54" fmla="*/ 340263 h 421840"/>
                  <a:gd name="connsiteX55" fmla="*/ 526199 w 607639"/>
                  <a:gd name="connsiteY55" fmla="*/ 339285 h 421840"/>
                  <a:gd name="connsiteX56" fmla="*/ 526199 w 607639"/>
                  <a:gd name="connsiteY56" fmla="*/ 26570 h 421840"/>
                  <a:gd name="connsiteX57" fmla="*/ 525932 w 607639"/>
                  <a:gd name="connsiteY57" fmla="*/ 26393 h 421840"/>
                  <a:gd name="connsiteX58" fmla="*/ 81618 w 607639"/>
                  <a:gd name="connsiteY58" fmla="*/ 26393 h 421840"/>
                  <a:gd name="connsiteX59" fmla="*/ 81440 w 607639"/>
                  <a:gd name="connsiteY59" fmla="*/ 26570 h 421840"/>
                  <a:gd name="connsiteX60" fmla="*/ 81440 w 607639"/>
                  <a:gd name="connsiteY60" fmla="*/ 340085 h 421840"/>
                  <a:gd name="connsiteX61" fmla="*/ 81618 w 607639"/>
                  <a:gd name="connsiteY61" fmla="*/ 340263 h 421840"/>
                  <a:gd name="connsiteX62" fmla="*/ 263723 w 607639"/>
                  <a:gd name="connsiteY62" fmla="*/ 340263 h 421840"/>
                  <a:gd name="connsiteX63" fmla="*/ 290602 w 607639"/>
                  <a:gd name="connsiteY63" fmla="*/ 347549 h 421840"/>
                  <a:gd name="connsiteX64" fmla="*/ 290602 w 607639"/>
                  <a:gd name="connsiteY64" fmla="*/ 53230 h 421840"/>
                  <a:gd name="connsiteX65" fmla="*/ 263723 w 607639"/>
                  <a:gd name="connsiteY65" fmla="*/ 26393 h 421840"/>
                  <a:gd name="connsiteX66" fmla="*/ 81618 w 607639"/>
                  <a:gd name="connsiteY66" fmla="*/ 0 h 421840"/>
                  <a:gd name="connsiteX67" fmla="*/ 263723 w 607639"/>
                  <a:gd name="connsiteY67" fmla="*/ 0 h 421840"/>
                  <a:gd name="connsiteX68" fmla="*/ 303775 w 607639"/>
                  <a:gd name="connsiteY68" fmla="*/ 18217 h 421840"/>
                  <a:gd name="connsiteX69" fmla="*/ 343916 w 607639"/>
                  <a:gd name="connsiteY69" fmla="*/ 0 h 421840"/>
                  <a:gd name="connsiteX70" fmla="*/ 525932 w 607639"/>
                  <a:gd name="connsiteY70" fmla="*/ 0 h 421840"/>
                  <a:gd name="connsiteX71" fmla="*/ 552545 w 607639"/>
                  <a:gd name="connsiteY71" fmla="*/ 26570 h 421840"/>
                  <a:gd name="connsiteX72" fmla="*/ 552545 w 607639"/>
                  <a:gd name="connsiteY72" fmla="*/ 339285 h 421840"/>
                  <a:gd name="connsiteX73" fmla="*/ 525131 w 607639"/>
                  <a:gd name="connsiteY73" fmla="*/ 366655 h 421840"/>
                  <a:gd name="connsiteX74" fmla="*/ 343916 w 607639"/>
                  <a:gd name="connsiteY74" fmla="*/ 366655 h 421840"/>
                  <a:gd name="connsiteX75" fmla="*/ 317037 w 607639"/>
                  <a:gd name="connsiteY75" fmla="*/ 393492 h 421840"/>
                  <a:gd name="connsiteX76" fmla="*/ 317037 w 607639"/>
                  <a:gd name="connsiteY76" fmla="*/ 395447 h 421840"/>
                  <a:gd name="connsiteX77" fmla="*/ 581205 w 607639"/>
                  <a:gd name="connsiteY77" fmla="*/ 395447 h 421840"/>
                  <a:gd name="connsiteX78" fmla="*/ 581205 w 607639"/>
                  <a:gd name="connsiteY78" fmla="*/ 48609 h 421840"/>
                  <a:gd name="connsiteX79" fmla="*/ 594377 w 607639"/>
                  <a:gd name="connsiteY79" fmla="*/ 35368 h 421840"/>
                  <a:gd name="connsiteX80" fmla="*/ 607639 w 607639"/>
                  <a:gd name="connsiteY80" fmla="*/ 48609 h 421840"/>
                  <a:gd name="connsiteX81" fmla="*/ 607639 w 607639"/>
                  <a:gd name="connsiteY81" fmla="*/ 408599 h 421840"/>
                  <a:gd name="connsiteX82" fmla="*/ 594377 w 607639"/>
                  <a:gd name="connsiteY82" fmla="*/ 421840 h 421840"/>
                  <a:gd name="connsiteX83" fmla="*/ 13173 w 607639"/>
                  <a:gd name="connsiteY83" fmla="*/ 421840 h 421840"/>
                  <a:gd name="connsiteX84" fmla="*/ 0 w 607639"/>
                  <a:gd name="connsiteY84" fmla="*/ 408599 h 421840"/>
                  <a:gd name="connsiteX85" fmla="*/ 0 w 607639"/>
                  <a:gd name="connsiteY85" fmla="*/ 48609 h 421840"/>
                  <a:gd name="connsiteX86" fmla="*/ 13173 w 607639"/>
                  <a:gd name="connsiteY86" fmla="*/ 35368 h 421840"/>
                  <a:gd name="connsiteX87" fmla="*/ 55005 w 607639"/>
                  <a:gd name="connsiteY87" fmla="*/ 35368 h 421840"/>
                  <a:gd name="connsiteX88" fmla="*/ 55005 w 607639"/>
                  <a:gd name="connsiteY88" fmla="*/ 26570 h 421840"/>
                  <a:gd name="connsiteX89" fmla="*/ 81618 w 607639"/>
                  <a:gd name="connsiteY89" fmla="*/ 0 h 421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</a:cxnLst>
                <a:rect l="l" t="t" r="r" b="b"/>
                <a:pathLst>
                  <a:path w="607639" h="421840">
                    <a:moveTo>
                      <a:pt x="363813" y="263915"/>
                    </a:moveTo>
                    <a:lnTo>
                      <a:pt x="421581" y="263915"/>
                    </a:lnTo>
                    <a:cubicBezTo>
                      <a:pt x="428879" y="263915"/>
                      <a:pt x="434754" y="269869"/>
                      <a:pt x="434754" y="277155"/>
                    </a:cubicBezTo>
                    <a:cubicBezTo>
                      <a:pt x="434754" y="284442"/>
                      <a:pt x="428879" y="290306"/>
                      <a:pt x="421581" y="290306"/>
                    </a:cubicBezTo>
                    <a:lnTo>
                      <a:pt x="363813" y="290306"/>
                    </a:lnTo>
                    <a:cubicBezTo>
                      <a:pt x="356515" y="290306"/>
                      <a:pt x="350640" y="284442"/>
                      <a:pt x="350640" y="277155"/>
                    </a:cubicBezTo>
                    <a:cubicBezTo>
                      <a:pt x="350640" y="269869"/>
                      <a:pt x="356515" y="263915"/>
                      <a:pt x="363813" y="263915"/>
                    </a:cubicBezTo>
                    <a:close/>
                    <a:moveTo>
                      <a:pt x="128261" y="263915"/>
                    </a:moveTo>
                    <a:lnTo>
                      <a:pt x="243760" y="263915"/>
                    </a:lnTo>
                    <a:cubicBezTo>
                      <a:pt x="251056" y="263915"/>
                      <a:pt x="256929" y="269869"/>
                      <a:pt x="256929" y="277155"/>
                    </a:cubicBezTo>
                    <a:cubicBezTo>
                      <a:pt x="256929" y="284442"/>
                      <a:pt x="251056" y="290306"/>
                      <a:pt x="243760" y="290306"/>
                    </a:cubicBezTo>
                    <a:lnTo>
                      <a:pt x="128261" y="290306"/>
                    </a:lnTo>
                    <a:cubicBezTo>
                      <a:pt x="120965" y="290306"/>
                      <a:pt x="115092" y="284442"/>
                      <a:pt x="115092" y="277155"/>
                    </a:cubicBezTo>
                    <a:cubicBezTo>
                      <a:pt x="115092" y="269869"/>
                      <a:pt x="120965" y="263915"/>
                      <a:pt x="128261" y="263915"/>
                    </a:cubicBezTo>
                    <a:close/>
                    <a:moveTo>
                      <a:pt x="363816" y="169851"/>
                    </a:moveTo>
                    <a:lnTo>
                      <a:pt x="479282" y="169851"/>
                    </a:lnTo>
                    <a:cubicBezTo>
                      <a:pt x="486582" y="169851"/>
                      <a:pt x="492547" y="175704"/>
                      <a:pt x="492547" y="182976"/>
                    </a:cubicBezTo>
                    <a:cubicBezTo>
                      <a:pt x="492547" y="190248"/>
                      <a:pt x="486582" y="196101"/>
                      <a:pt x="479282" y="196101"/>
                    </a:cubicBezTo>
                    <a:lnTo>
                      <a:pt x="363816" y="196101"/>
                    </a:lnTo>
                    <a:cubicBezTo>
                      <a:pt x="356516" y="196101"/>
                      <a:pt x="350640" y="190248"/>
                      <a:pt x="350640" y="182976"/>
                    </a:cubicBezTo>
                    <a:cubicBezTo>
                      <a:pt x="350640" y="175704"/>
                      <a:pt x="356516" y="169851"/>
                      <a:pt x="363816" y="169851"/>
                    </a:cubicBezTo>
                    <a:close/>
                    <a:moveTo>
                      <a:pt x="128261" y="169851"/>
                    </a:moveTo>
                    <a:lnTo>
                      <a:pt x="243760" y="169851"/>
                    </a:lnTo>
                    <a:cubicBezTo>
                      <a:pt x="251056" y="169851"/>
                      <a:pt x="256929" y="175704"/>
                      <a:pt x="256929" y="182976"/>
                    </a:cubicBezTo>
                    <a:cubicBezTo>
                      <a:pt x="256929" y="190248"/>
                      <a:pt x="251056" y="196101"/>
                      <a:pt x="243760" y="196101"/>
                    </a:cubicBezTo>
                    <a:lnTo>
                      <a:pt x="128261" y="196101"/>
                    </a:lnTo>
                    <a:cubicBezTo>
                      <a:pt x="120965" y="196101"/>
                      <a:pt x="115092" y="190248"/>
                      <a:pt x="115092" y="182976"/>
                    </a:cubicBezTo>
                    <a:cubicBezTo>
                      <a:pt x="115092" y="175704"/>
                      <a:pt x="120965" y="169851"/>
                      <a:pt x="128261" y="169851"/>
                    </a:cubicBezTo>
                    <a:close/>
                    <a:moveTo>
                      <a:pt x="363816" y="75646"/>
                    </a:moveTo>
                    <a:lnTo>
                      <a:pt x="479282" y="75646"/>
                    </a:lnTo>
                    <a:cubicBezTo>
                      <a:pt x="486582" y="75646"/>
                      <a:pt x="492547" y="81510"/>
                      <a:pt x="492547" y="88797"/>
                    </a:cubicBezTo>
                    <a:cubicBezTo>
                      <a:pt x="492547" y="96083"/>
                      <a:pt x="486582" y="102037"/>
                      <a:pt x="479282" y="102037"/>
                    </a:cubicBezTo>
                    <a:lnTo>
                      <a:pt x="363816" y="102037"/>
                    </a:lnTo>
                    <a:cubicBezTo>
                      <a:pt x="356516" y="102037"/>
                      <a:pt x="350640" y="96083"/>
                      <a:pt x="350640" y="88797"/>
                    </a:cubicBezTo>
                    <a:cubicBezTo>
                      <a:pt x="350640" y="81510"/>
                      <a:pt x="356516" y="75646"/>
                      <a:pt x="363816" y="75646"/>
                    </a:cubicBezTo>
                    <a:close/>
                    <a:moveTo>
                      <a:pt x="128261" y="75646"/>
                    </a:moveTo>
                    <a:lnTo>
                      <a:pt x="243760" y="75646"/>
                    </a:lnTo>
                    <a:cubicBezTo>
                      <a:pt x="251056" y="75646"/>
                      <a:pt x="256929" y="81510"/>
                      <a:pt x="256929" y="88797"/>
                    </a:cubicBezTo>
                    <a:cubicBezTo>
                      <a:pt x="256929" y="96083"/>
                      <a:pt x="251056" y="102037"/>
                      <a:pt x="243760" y="102037"/>
                    </a:cubicBezTo>
                    <a:lnTo>
                      <a:pt x="128261" y="102037"/>
                    </a:lnTo>
                    <a:cubicBezTo>
                      <a:pt x="120965" y="102037"/>
                      <a:pt x="115092" y="96083"/>
                      <a:pt x="115092" y="88797"/>
                    </a:cubicBezTo>
                    <a:cubicBezTo>
                      <a:pt x="115092" y="81510"/>
                      <a:pt x="120965" y="75646"/>
                      <a:pt x="128261" y="75646"/>
                    </a:cubicBezTo>
                    <a:close/>
                    <a:moveTo>
                      <a:pt x="26435" y="61761"/>
                    </a:moveTo>
                    <a:lnTo>
                      <a:pt x="26435" y="395447"/>
                    </a:lnTo>
                    <a:lnTo>
                      <a:pt x="290602" y="395447"/>
                    </a:lnTo>
                    <a:lnTo>
                      <a:pt x="290602" y="393492"/>
                    </a:lnTo>
                    <a:cubicBezTo>
                      <a:pt x="290602" y="378652"/>
                      <a:pt x="278587" y="366655"/>
                      <a:pt x="263723" y="366655"/>
                    </a:cubicBezTo>
                    <a:lnTo>
                      <a:pt x="81618" y="366655"/>
                    </a:lnTo>
                    <a:cubicBezTo>
                      <a:pt x="67021" y="366655"/>
                      <a:pt x="55005" y="354748"/>
                      <a:pt x="55005" y="340085"/>
                    </a:cubicBezTo>
                    <a:lnTo>
                      <a:pt x="55005" y="61761"/>
                    </a:lnTo>
                    <a:close/>
                    <a:moveTo>
                      <a:pt x="343916" y="26393"/>
                    </a:moveTo>
                    <a:cubicBezTo>
                      <a:pt x="329053" y="26393"/>
                      <a:pt x="317037" y="38389"/>
                      <a:pt x="317037" y="53230"/>
                    </a:cubicBezTo>
                    <a:lnTo>
                      <a:pt x="317037" y="347549"/>
                    </a:lnTo>
                    <a:cubicBezTo>
                      <a:pt x="324869" y="342929"/>
                      <a:pt x="334126" y="340263"/>
                      <a:pt x="343916" y="340263"/>
                    </a:cubicBezTo>
                    <a:lnTo>
                      <a:pt x="525131" y="340263"/>
                    </a:lnTo>
                    <a:cubicBezTo>
                      <a:pt x="525665" y="340263"/>
                      <a:pt x="526199" y="339818"/>
                      <a:pt x="526199" y="339285"/>
                    </a:cubicBezTo>
                    <a:lnTo>
                      <a:pt x="526199" y="26570"/>
                    </a:lnTo>
                    <a:cubicBezTo>
                      <a:pt x="526199" y="26481"/>
                      <a:pt x="526021" y="26393"/>
                      <a:pt x="525932" y="26393"/>
                    </a:cubicBezTo>
                    <a:close/>
                    <a:moveTo>
                      <a:pt x="81618" y="26393"/>
                    </a:moveTo>
                    <a:cubicBezTo>
                      <a:pt x="81529" y="26393"/>
                      <a:pt x="81440" y="26481"/>
                      <a:pt x="81440" y="26570"/>
                    </a:cubicBezTo>
                    <a:lnTo>
                      <a:pt x="81440" y="340085"/>
                    </a:lnTo>
                    <a:cubicBezTo>
                      <a:pt x="81440" y="340174"/>
                      <a:pt x="81529" y="340263"/>
                      <a:pt x="81618" y="340263"/>
                    </a:cubicBezTo>
                    <a:lnTo>
                      <a:pt x="263723" y="340263"/>
                    </a:lnTo>
                    <a:cubicBezTo>
                      <a:pt x="273513" y="340263"/>
                      <a:pt x="282681" y="342929"/>
                      <a:pt x="290602" y="347549"/>
                    </a:cubicBezTo>
                    <a:lnTo>
                      <a:pt x="290602" y="53230"/>
                    </a:lnTo>
                    <a:cubicBezTo>
                      <a:pt x="290602" y="38389"/>
                      <a:pt x="278587" y="26393"/>
                      <a:pt x="263723" y="26393"/>
                    </a:cubicBezTo>
                    <a:close/>
                    <a:moveTo>
                      <a:pt x="81618" y="0"/>
                    </a:moveTo>
                    <a:lnTo>
                      <a:pt x="263723" y="0"/>
                    </a:lnTo>
                    <a:cubicBezTo>
                      <a:pt x="279655" y="0"/>
                      <a:pt x="294074" y="7020"/>
                      <a:pt x="303775" y="18217"/>
                    </a:cubicBezTo>
                    <a:cubicBezTo>
                      <a:pt x="313566" y="7020"/>
                      <a:pt x="327896" y="0"/>
                      <a:pt x="343916" y="0"/>
                    </a:cubicBezTo>
                    <a:lnTo>
                      <a:pt x="525932" y="0"/>
                    </a:lnTo>
                    <a:cubicBezTo>
                      <a:pt x="540618" y="0"/>
                      <a:pt x="552545" y="11908"/>
                      <a:pt x="552545" y="26570"/>
                    </a:cubicBezTo>
                    <a:lnTo>
                      <a:pt x="552545" y="339285"/>
                    </a:lnTo>
                    <a:cubicBezTo>
                      <a:pt x="552545" y="354392"/>
                      <a:pt x="540262" y="366655"/>
                      <a:pt x="525131" y="366655"/>
                    </a:cubicBezTo>
                    <a:lnTo>
                      <a:pt x="343916" y="366655"/>
                    </a:lnTo>
                    <a:cubicBezTo>
                      <a:pt x="329053" y="366655"/>
                      <a:pt x="317037" y="378652"/>
                      <a:pt x="317037" y="393492"/>
                    </a:cubicBezTo>
                    <a:lnTo>
                      <a:pt x="317037" y="395447"/>
                    </a:lnTo>
                    <a:lnTo>
                      <a:pt x="581205" y="395447"/>
                    </a:lnTo>
                    <a:lnTo>
                      <a:pt x="581205" y="48609"/>
                    </a:lnTo>
                    <a:cubicBezTo>
                      <a:pt x="581205" y="41322"/>
                      <a:pt x="587079" y="35368"/>
                      <a:pt x="594377" y="35368"/>
                    </a:cubicBezTo>
                    <a:cubicBezTo>
                      <a:pt x="601676" y="35368"/>
                      <a:pt x="607639" y="41322"/>
                      <a:pt x="607639" y="48609"/>
                    </a:cubicBezTo>
                    <a:lnTo>
                      <a:pt x="607639" y="408599"/>
                    </a:lnTo>
                    <a:cubicBezTo>
                      <a:pt x="607639" y="415886"/>
                      <a:pt x="601676" y="421840"/>
                      <a:pt x="594377" y="421840"/>
                    </a:cubicBezTo>
                    <a:lnTo>
                      <a:pt x="13173" y="421840"/>
                    </a:lnTo>
                    <a:cubicBezTo>
                      <a:pt x="5874" y="421840"/>
                      <a:pt x="0" y="415886"/>
                      <a:pt x="0" y="408599"/>
                    </a:cubicBezTo>
                    <a:lnTo>
                      <a:pt x="0" y="48609"/>
                    </a:lnTo>
                    <a:cubicBezTo>
                      <a:pt x="0" y="41322"/>
                      <a:pt x="5874" y="35368"/>
                      <a:pt x="13173" y="35368"/>
                    </a:cubicBezTo>
                    <a:lnTo>
                      <a:pt x="55005" y="35368"/>
                    </a:lnTo>
                    <a:lnTo>
                      <a:pt x="55005" y="26570"/>
                    </a:lnTo>
                    <a:cubicBezTo>
                      <a:pt x="55005" y="11908"/>
                      <a:pt x="67021" y="0"/>
                      <a:pt x="8161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MuseoModerno Black" pitchFamily="2" charset="0"/>
                  <a:ea typeface="MuseoModerno Black" pitchFamily="2" charset="0"/>
                  <a:cs typeface="MuseoModerno Black" pitchFamily="2" charset="0"/>
                </a:endParaRPr>
              </a:p>
            </p:txBody>
          </p:sp>
          <p:sp>
            <p:nvSpPr>
              <p:cNvPr id="163" name="椭圆 162"/>
              <p:cNvSpPr/>
              <p:nvPr/>
            </p:nvSpPr>
            <p:spPr>
              <a:xfrm flipH="1">
                <a:off x="1218496" y="5110954"/>
                <a:ext cx="536575" cy="536575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useoModerno Black" pitchFamily="2" charset="0"/>
                  <a:ea typeface="MuseoModerno Black" pitchFamily="2" charset="0"/>
                  <a:cs typeface="MuseoModerno Black" pitchFamily="2" charset="0"/>
                </a:endParaRPr>
              </a:p>
            </p:txBody>
          </p:sp>
          <p:sp>
            <p:nvSpPr>
              <p:cNvPr id="164" name="Freeform 112"/>
              <p:cNvSpPr>
                <a:spLocks noEditPoints="1"/>
              </p:cNvSpPr>
              <p:nvPr/>
            </p:nvSpPr>
            <p:spPr bwMode="auto">
              <a:xfrm flipH="1">
                <a:off x="1368805" y="5269195"/>
                <a:ext cx="235957" cy="220092"/>
              </a:xfrm>
              <a:custGeom>
                <a:avLst/>
                <a:gdLst>
                  <a:gd name="connsiteX0" fmla="*/ 426708 w 581459"/>
                  <a:gd name="connsiteY0" fmla="*/ 468183 h 542366"/>
                  <a:gd name="connsiteX1" fmla="*/ 401957 w 581459"/>
                  <a:gd name="connsiteY1" fmla="*/ 492970 h 542366"/>
                  <a:gd name="connsiteX2" fmla="*/ 426708 w 581459"/>
                  <a:gd name="connsiteY2" fmla="*/ 517757 h 542366"/>
                  <a:gd name="connsiteX3" fmla="*/ 451547 w 581459"/>
                  <a:gd name="connsiteY3" fmla="*/ 492970 h 542366"/>
                  <a:gd name="connsiteX4" fmla="*/ 426708 w 581459"/>
                  <a:gd name="connsiteY4" fmla="*/ 468183 h 542366"/>
                  <a:gd name="connsiteX5" fmla="*/ 253612 w 581459"/>
                  <a:gd name="connsiteY5" fmla="*/ 468183 h 542366"/>
                  <a:gd name="connsiteX6" fmla="*/ 228790 w 581459"/>
                  <a:gd name="connsiteY6" fmla="*/ 492970 h 542366"/>
                  <a:gd name="connsiteX7" fmla="*/ 253612 w 581459"/>
                  <a:gd name="connsiteY7" fmla="*/ 517757 h 542366"/>
                  <a:gd name="connsiteX8" fmla="*/ 278435 w 581459"/>
                  <a:gd name="connsiteY8" fmla="*/ 492970 h 542366"/>
                  <a:gd name="connsiteX9" fmla="*/ 253612 w 581459"/>
                  <a:gd name="connsiteY9" fmla="*/ 468183 h 542366"/>
                  <a:gd name="connsiteX10" fmla="*/ 426886 w 581459"/>
                  <a:gd name="connsiteY10" fmla="*/ 443574 h 542366"/>
                  <a:gd name="connsiteX11" fmla="*/ 476387 w 581459"/>
                  <a:gd name="connsiteY11" fmla="*/ 492970 h 542366"/>
                  <a:gd name="connsiteX12" fmla="*/ 426886 w 581459"/>
                  <a:gd name="connsiteY12" fmla="*/ 542366 h 542366"/>
                  <a:gd name="connsiteX13" fmla="*/ 377384 w 581459"/>
                  <a:gd name="connsiteY13" fmla="*/ 492970 h 542366"/>
                  <a:gd name="connsiteX14" fmla="*/ 426886 w 581459"/>
                  <a:gd name="connsiteY14" fmla="*/ 443574 h 542366"/>
                  <a:gd name="connsiteX15" fmla="*/ 253612 w 581459"/>
                  <a:gd name="connsiteY15" fmla="*/ 443574 h 542366"/>
                  <a:gd name="connsiteX16" fmla="*/ 303079 w 581459"/>
                  <a:gd name="connsiteY16" fmla="*/ 492970 h 542366"/>
                  <a:gd name="connsiteX17" fmla="*/ 253612 w 581459"/>
                  <a:gd name="connsiteY17" fmla="*/ 542366 h 542366"/>
                  <a:gd name="connsiteX18" fmla="*/ 204146 w 581459"/>
                  <a:gd name="connsiteY18" fmla="*/ 492970 h 542366"/>
                  <a:gd name="connsiteX19" fmla="*/ 253612 w 581459"/>
                  <a:gd name="connsiteY19" fmla="*/ 443574 h 542366"/>
                  <a:gd name="connsiteX20" fmla="*/ 168483 w 581459"/>
                  <a:gd name="connsiteY20" fmla="*/ 184140 h 542366"/>
                  <a:gd name="connsiteX21" fmla="*/ 223932 w 581459"/>
                  <a:gd name="connsiteY21" fmla="*/ 374501 h 542366"/>
                  <a:gd name="connsiteX22" fmla="*/ 465132 w 581459"/>
                  <a:gd name="connsiteY22" fmla="*/ 374501 h 542366"/>
                  <a:gd name="connsiteX23" fmla="*/ 544345 w 581459"/>
                  <a:gd name="connsiteY23" fmla="*/ 184140 h 542366"/>
                  <a:gd name="connsiteX24" fmla="*/ 457210 w 581459"/>
                  <a:gd name="connsiteY24" fmla="*/ 184140 h 542366"/>
                  <a:gd name="connsiteX25" fmla="*/ 359307 w 581459"/>
                  <a:gd name="connsiteY25" fmla="*/ 236040 h 542366"/>
                  <a:gd name="connsiteX26" fmla="*/ 261403 w 581459"/>
                  <a:gd name="connsiteY26" fmla="*/ 184140 h 542366"/>
                  <a:gd name="connsiteX27" fmla="*/ 303078 w 581459"/>
                  <a:gd name="connsiteY27" fmla="*/ 106272 h 542366"/>
                  <a:gd name="connsiteX28" fmla="*/ 415700 w 581459"/>
                  <a:gd name="connsiteY28" fmla="*/ 106272 h 542366"/>
                  <a:gd name="connsiteX29" fmla="*/ 415700 w 581459"/>
                  <a:gd name="connsiteY29" fmla="*/ 131040 h 542366"/>
                  <a:gd name="connsiteX30" fmla="*/ 303078 w 581459"/>
                  <a:gd name="connsiteY30" fmla="*/ 131040 h 542366"/>
                  <a:gd name="connsiteX31" fmla="*/ 359396 w 581459"/>
                  <a:gd name="connsiteY31" fmla="*/ 24795 h 542366"/>
                  <a:gd name="connsiteX32" fmla="*/ 266031 w 581459"/>
                  <a:gd name="connsiteY32" fmla="*/ 118020 h 542366"/>
                  <a:gd name="connsiteX33" fmla="*/ 359396 w 581459"/>
                  <a:gd name="connsiteY33" fmla="*/ 211334 h 542366"/>
                  <a:gd name="connsiteX34" fmla="*/ 452849 w 581459"/>
                  <a:gd name="connsiteY34" fmla="*/ 118020 h 542366"/>
                  <a:gd name="connsiteX35" fmla="*/ 359396 w 581459"/>
                  <a:gd name="connsiteY35" fmla="*/ 24795 h 542366"/>
                  <a:gd name="connsiteX36" fmla="*/ 359307 w 581459"/>
                  <a:gd name="connsiteY36" fmla="*/ 0 h 542366"/>
                  <a:gd name="connsiteX37" fmla="*/ 477503 w 581459"/>
                  <a:gd name="connsiteY37" fmla="*/ 118020 h 542366"/>
                  <a:gd name="connsiteX38" fmla="*/ 470027 w 581459"/>
                  <a:gd name="connsiteY38" fmla="*/ 159434 h 542366"/>
                  <a:gd name="connsiteX39" fmla="*/ 581459 w 581459"/>
                  <a:gd name="connsiteY39" fmla="*/ 159434 h 542366"/>
                  <a:gd name="connsiteX40" fmla="*/ 481152 w 581459"/>
                  <a:gd name="connsiteY40" fmla="*/ 399118 h 542366"/>
                  <a:gd name="connsiteX41" fmla="*/ 206577 w 581459"/>
                  <a:gd name="connsiteY41" fmla="*/ 399118 h 542366"/>
                  <a:gd name="connsiteX42" fmla="*/ 96480 w 581459"/>
                  <a:gd name="connsiteY42" fmla="*/ 24795 h 542366"/>
                  <a:gd name="connsiteX43" fmla="*/ 0 w 581459"/>
                  <a:gd name="connsiteY43" fmla="*/ 24795 h 542366"/>
                  <a:gd name="connsiteX44" fmla="*/ 0 w 581459"/>
                  <a:gd name="connsiteY44" fmla="*/ 1333 h 542366"/>
                  <a:gd name="connsiteX45" fmla="*/ 115081 w 581459"/>
                  <a:gd name="connsiteY45" fmla="*/ 1333 h 542366"/>
                  <a:gd name="connsiteX46" fmla="*/ 161363 w 581459"/>
                  <a:gd name="connsiteY46" fmla="*/ 159434 h 542366"/>
                  <a:gd name="connsiteX47" fmla="*/ 248586 w 581459"/>
                  <a:gd name="connsiteY47" fmla="*/ 159434 h 542366"/>
                  <a:gd name="connsiteX48" fmla="*/ 241110 w 581459"/>
                  <a:gd name="connsiteY48" fmla="*/ 118020 h 542366"/>
                  <a:gd name="connsiteX49" fmla="*/ 359307 w 581459"/>
                  <a:gd name="connsiteY49" fmla="*/ 0 h 542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581459" h="542366">
                    <a:moveTo>
                      <a:pt x="426708" y="468183"/>
                    </a:moveTo>
                    <a:cubicBezTo>
                      <a:pt x="413086" y="468183"/>
                      <a:pt x="401957" y="479377"/>
                      <a:pt x="401957" y="492970"/>
                    </a:cubicBezTo>
                    <a:cubicBezTo>
                      <a:pt x="401957" y="506563"/>
                      <a:pt x="413086" y="517757"/>
                      <a:pt x="426708" y="517757"/>
                    </a:cubicBezTo>
                    <a:cubicBezTo>
                      <a:pt x="440418" y="517757"/>
                      <a:pt x="451547" y="506563"/>
                      <a:pt x="451547" y="492970"/>
                    </a:cubicBezTo>
                    <a:cubicBezTo>
                      <a:pt x="452883" y="479466"/>
                      <a:pt x="441665" y="468361"/>
                      <a:pt x="426708" y="468183"/>
                    </a:cubicBezTo>
                    <a:close/>
                    <a:moveTo>
                      <a:pt x="253612" y="468183"/>
                    </a:moveTo>
                    <a:cubicBezTo>
                      <a:pt x="240000" y="468183"/>
                      <a:pt x="228790" y="479377"/>
                      <a:pt x="228790" y="492970"/>
                    </a:cubicBezTo>
                    <a:cubicBezTo>
                      <a:pt x="228790" y="506563"/>
                      <a:pt x="240000" y="517757"/>
                      <a:pt x="253612" y="517757"/>
                    </a:cubicBezTo>
                    <a:cubicBezTo>
                      <a:pt x="267225" y="517757"/>
                      <a:pt x="278435" y="506563"/>
                      <a:pt x="278435" y="492970"/>
                    </a:cubicBezTo>
                    <a:cubicBezTo>
                      <a:pt x="278435" y="479377"/>
                      <a:pt x="267225" y="468183"/>
                      <a:pt x="253612" y="468183"/>
                    </a:cubicBezTo>
                    <a:close/>
                    <a:moveTo>
                      <a:pt x="426886" y="443574"/>
                    </a:moveTo>
                    <a:cubicBezTo>
                      <a:pt x="454040" y="443574"/>
                      <a:pt x="476387" y="465873"/>
                      <a:pt x="476387" y="492970"/>
                    </a:cubicBezTo>
                    <a:cubicBezTo>
                      <a:pt x="476387" y="520067"/>
                      <a:pt x="454040" y="542366"/>
                      <a:pt x="426886" y="542366"/>
                    </a:cubicBezTo>
                    <a:cubicBezTo>
                      <a:pt x="399642" y="542366"/>
                      <a:pt x="377384" y="520067"/>
                      <a:pt x="377384" y="492970"/>
                    </a:cubicBezTo>
                    <a:cubicBezTo>
                      <a:pt x="377384" y="465873"/>
                      <a:pt x="399642" y="443574"/>
                      <a:pt x="426886" y="443574"/>
                    </a:cubicBezTo>
                    <a:close/>
                    <a:moveTo>
                      <a:pt x="253612" y="443574"/>
                    </a:moveTo>
                    <a:cubicBezTo>
                      <a:pt x="280926" y="443574"/>
                      <a:pt x="303079" y="465873"/>
                      <a:pt x="303079" y="492970"/>
                    </a:cubicBezTo>
                    <a:cubicBezTo>
                      <a:pt x="303079" y="520067"/>
                      <a:pt x="280748" y="542366"/>
                      <a:pt x="253612" y="542366"/>
                    </a:cubicBezTo>
                    <a:cubicBezTo>
                      <a:pt x="226477" y="542366"/>
                      <a:pt x="204146" y="520067"/>
                      <a:pt x="204146" y="492970"/>
                    </a:cubicBezTo>
                    <a:cubicBezTo>
                      <a:pt x="204146" y="465873"/>
                      <a:pt x="226477" y="443574"/>
                      <a:pt x="253612" y="443574"/>
                    </a:cubicBezTo>
                    <a:close/>
                    <a:moveTo>
                      <a:pt x="168483" y="184140"/>
                    </a:moveTo>
                    <a:lnTo>
                      <a:pt x="223932" y="374501"/>
                    </a:lnTo>
                    <a:lnTo>
                      <a:pt x="465132" y="374501"/>
                    </a:lnTo>
                    <a:lnTo>
                      <a:pt x="544345" y="184140"/>
                    </a:lnTo>
                    <a:lnTo>
                      <a:pt x="457210" y="184140"/>
                    </a:lnTo>
                    <a:cubicBezTo>
                      <a:pt x="435939" y="215422"/>
                      <a:pt x="399981" y="236040"/>
                      <a:pt x="359307" y="236040"/>
                    </a:cubicBezTo>
                    <a:cubicBezTo>
                      <a:pt x="318632" y="236040"/>
                      <a:pt x="282675" y="215422"/>
                      <a:pt x="261403" y="184140"/>
                    </a:cubicBezTo>
                    <a:close/>
                    <a:moveTo>
                      <a:pt x="303078" y="106272"/>
                    </a:moveTo>
                    <a:lnTo>
                      <a:pt x="415700" y="106272"/>
                    </a:lnTo>
                    <a:lnTo>
                      <a:pt x="415700" y="131040"/>
                    </a:lnTo>
                    <a:lnTo>
                      <a:pt x="303078" y="131040"/>
                    </a:lnTo>
                    <a:close/>
                    <a:moveTo>
                      <a:pt x="359396" y="24795"/>
                    </a:moveTo>
                    <a:cubicBezTo>
                      <a:pt x="307774" y="24795"/>
                      <a:pt x="265942" y="66653"/>
                      <a:pt x="266031" y="118020"/>
                    </a:cubicBezTo>
                    <a:cubicBezTo>
                      <a:pt x="266031" y="169565"/>
                      <a:pt x="307774" y="211334"/>
                      <a:pt x="359396" y="211334"/>
                    </a:cubicBezTo>
                    <a:cubicBezTo>
                      <a:pt x="411018" y="211334"/>
                      <a:pt x="452849" y="169565"/>
                      <a:pt x="452849" y="118020"/>
                    </a:cubicBezTo>
                    <a:cubicBezTo>
                      <a:pt x="452849" y="66475"/>
                      <a:pt x="411018" y="24795"/>
                      <a:pt x="359396" y="24795"/>
                    </a:cubicBezTo>
                    <a:close/>
                    <a:moveTo>
                      <a:pt x="359307" y="0"/>
                    </a:moveTo>
                    <a:cubicBezTo>
                      <a:pt x="424546" y="0"/>
                      <a:pt x="477503" y="52878"/>
                      <a:pt x="477503" y="118020"/>
                    </a:cubicBezTo>
                    <a:cubicBezTo>
                      <a:pt x="477503" y="132595"/>
                      <a:pt x="474922" y="146459"/>
                      <a:pt x="470027" y="159434"/>
                    </a:cubicBezTo>
                    <a:lnTo>
                      <a:pt x="581459" y="159434"/>
                    </a:lnTo>
                    <a:lnTo>
                      <a:pt x="481152" y="399118"/>
                    </a:lnTo>
                    <a:lnTo>
                      <a:pt x="206577" y="399118"/>
                    </a:lnTo>
                    <a:lnTo>
                      <a:pt x="96480" y="24795"/>
                    </a:lnTo>
                    <a:lnTo>
                      <a:pt x="0" y="24795"/>
                    </a:lnTo>
                    <a:lnTo>
                      <a:pt x="0" y="1333"/>
                    </a:lnTo>
                    <a:lnTo>
                      <a:pt x="115081" y="1333"/>
                    </a:lnTo>
                    <a:lnTo>
                      <a:pt x="161363" y="159434"/>
                    </a:lnTo>
                    <a:lnTo>
                      <a:pt x="248586" y="159434"/>
                    </a:lnTo>
                    <a:cubicBezTo>
                      <a:pt x="243691" y="146637"/>
                      <a:pt x="241110" y="132595"/>
                      <a:pt x="241110" y="118020"/>
                    </a:cubicBezTo>
                    <a:cubicBezTo>
                      <a:pt x="241110" y="52878"/>
                      <a:pt x="294067" y="0"/>
                      <a:pt x="35930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MuseoModerno Black" pitchFamily="2" charset="0"/>
                  <a:ea typeface="MuseoModerno Black" pitchFamily="2" charset="0"/>
                  <a:cs typeface="MuseoModerno Black" pitchFamily="2" charset="0"/>
                </a:endParaRPr>
              </a:p>
            </p:txBody>
          </p:sp>
          <p:sp>
            <p:nvSpPr>
              <p:cNvPr id="165" name="文本框 31"/>
              <p:cNvSpPr txBox="1"/>
              <p:nvPr/>
            </p:nvSpPr>
            <p:spPr>
              <a:xfrm>
                <a:off x="1119799" y="2384264"/>
                <a:ext cx="41037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en-US" altLang="zh-CN" sz="2000" cap="all" dirty="0">
                    <a:solidFill>
                      <a:schemeClr val="accent1"/>
                    </a:solidFill>
                    <a:latin typeface="MuseoModerno Black" pitchFamily="2" charset="0"/>
                    <a:ea typeface="MuseoModerno Black" pitchFamily="2" charset="0"/>
                    <a:cs typeface="MuseoModerno Black" pitchFamily="2" charset="0"/>
                    <a:sym typeface="+mn-lt"/>
                  </a:rPr>
                  <a:t>A picture is worth a thousand words</a:t>
                </a:r>
                <a:endParaRPr lang="en-US" altLang="zh-CN" sz="2000" cap="all" dirty="0">
                  <a:solidFill>
                    <a:schemeClr val="accent1"/>
                  </a:solidFill>
                  <a:effectLst/>
                  <a:uFillTx/>
                  <a:latin typeface="MuseoModerno Black" pitchFamily="2" charset="0"/>
                  <a:ea typeface="MuseoModerno Black" pitchFamily="2" charset="0"/>
                  <a:cs typeface="MuseoModerno Black" pitchFamily="2" charset="0"/>
                  <a:sym typeface="+mn-lt"/>
                </a:endParaRPr>
              </a:p>
            </p:txBody>
          </p:sp>
          <p:grpSp>
            <p:nvGrpSpPr>
              <p:cNvPr id="166" name="组合 165"/>
              <p:cNvGrpSpPr/>
              <p:nvPr/>
            </p:nvGrpSpPr>
            <p:grpSpPr>
              <a:xfrm>
                <a:off x="1221038" y="3240879"/>
                <a:ext cx="1743711" cy="76200"/>
                <a:chOff x="10608" y="3537"/>
                <a:chExt cx="5386" cy="120"/>
              </a:xfrm>
              <a:solidFill>
                <a:srgbClr val="C0852F"/>
              </a:solidFill>
            </p:grpSpPr>
            <p:sp>
              <p:nvSpPr>
                <p:cNvPr id="167" name="圆角矩形 35"/>
                <p:cNvSpPr/>
                <p:nvPr/>
              </p:nvSpPr>
              <p:spPr>
                <a:xfrm>
                  <a:off x="10608" y="3537"/>
                  <a:ext cx="1636" cy="120"/>
                </a:xfrm>
                <a:prstGeom prst="round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MuseoModerno Black" pitchFamily="2" charset="0"/>
                  </a:endParaRPr>
                </a:p>
              </p:txBody>
            </p:sp>
            <p:cxnSp>
              <p:nvCxnSpPr>
                <p:cNvPr id="168" name="直接连接符 167"/>
                <p:cNvCxnSpPr>
                  <a:stCxn id="167" idx="3"/>
                </p:cNvCxnSpPr>
                <p:nvPr/>
              </p:nvCxnSpPr>
              <p:spPr>
                <a:xfrm>
                  <a:off x="12244" y="3597"/>
                  <a:ext cx="3750" cy="0"/>
                </a:xfrm>
                <a:prstGeom prst="line">
                  <a:avLst/>
                </a:prstGeom>
                <a:solidFill>
                  <a:schemeClr val="accent1"/>
                </a:solidFill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9" name="圆角矩形 2"/>
              <p:cNvSpPr/>
              <p:nvPr/>
            </p:nvSpPr>
            <p:spPr>
              <a:xfrm>
                <a:off x="5728356" y="4269579"/>
                <a:ext cx="2886710" cy="137795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  <a:cs typeface="MuseoModerno Black" pitchFamily="2" charset="0"/>
                </a:endParaRPr>
              </a:p>
            </p:txBody>
          </p:sp>
          <p:sp>
            <p:nvSpPr>
              <p:cNvPr id="170" name="文本框"/>
              <p:cNvSpPr/>
              <p:nvPr/>
            </p:nvSpPr>
            <p:spPr>
              <a:xfrm>
                <a:off x="5946161" y="4406104"/>
                <a:ext cx="2164080" cy="5543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sp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en-US" altLang="zh-CN" sz="2200" dirty="0">
                    <a:solidFill>
                      <a:schemeClr val="bg1"/>
                    </a:solidFill>
                    <a:latin typeface="MuseoModerno Black" pitchFamily="2" charset="0"/>
                    <a:ea typeface="MuseoModerno Black" pitchFamily="2" charset="0"/>
                    <a:cs typeface="MuseoModerno Black" pitchFamily="2" charset="0"/>
                  </a:rPr>
                  <a:t>Title here</a:t>
                </a:r>
                <a:endParaRPr kumimoji="1" lang="zh-CN" altLang="en-US" sz="2200" dirty="0">
                  <a:solidFill>
                    <a:schemeClr val="bg1"/>
                  </a:solidFill>
                  <a:latin typeface="MuseoModerno Black" pitchFamily="2" charset="0"/>
                  <a:ea typeface="MuseoModerno Black" pitchFamily="2" charset="0"/>
                  <a:cs typeface="MuseoModerno Black" pitchFamily="2" charset="0"/>
                </a:endParaRPr>
              </a:p>
            </p:txBody>
          </p:sp>
          <p:sp>
            <p:nvSpPr>
              <p:cNvPr id="171" name="文本框"/>
              <p:cNvSpPr/>
              <p:nvPr/>
            </p:nvSpPr>
            <p:spPr>
              <a:xfrm>
                <a:off x="5946160" y="4798534"/>
                <a:ext cx="2570027" cy="6953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en-US" altLang="zh-CN" sz="1200" dirty="0">
                    <a:solidFill>
                      <a:schemeClr val="bg1"/>
                    </a:solidFill>
                    <a:cs typeface="MuseoModerno Black" pitchFamily="2" charset="0"/>
                    <a:sym typeface="+mn-ea"/>
                  </a:rPr>
                  <a:t>It serves a variety of purposes, making presentations</a:t>
                </a:r>
                <a:endParaRPr kumimoji="1" lang="en-US" altLang="zh-CN" sz="1200" dirty="0">
                  <a:solidFill>
                    <a:schemeClr val="bg1"/>
                  </a:solidFill>
                  <a:cs typeface="MuseoModerno Black" pitchFamily="2" charset="0"/>
                  <a:sym typeface="+mn-ea"/>
                </a:endParaRPr>
              </a:p>
            </p:txBody>
          </p:sp>
          <p:sp>
            <p:nvSpPr>
              <p:cNvPr id="172" name="圆角矩形 2"/>
              <p:cNvSpPr/>
              <p:nvPr/>
            </p:nvSpPr>
            <p:spPr>
              <a:xfrm>
                <a:off x="5728356" y="2467132"/>
                <a:ext cx="2886710" cy="1377950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  <a:cs typeface="MuseoModerno Black" pitchFamily="2" charset="0"/>
                </a:endParaRPr>
              </a:p>
            </p:txBody>
          </p:sp>
          <p:sp>
            <p:nvSpPr>
              <p:cNvPr id="173" name="文本框"/>
              <p:cNvSpPr/>
              <p:nvPr/>
            </p:nvSpPr>
            <p:spPr>
              <a:xfrm>
                <a:off x="5946161" y="2603657"/>
                <a:ext cx="2164080" cy="5543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sp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en-US" altLang="zh-CN" sz="2200" dirty="0">
                    <a:solidFill>
                      <a:schemeClr val="bg1"/>
                    </a:solidFill>
                    <a:latin typeface="MuseoModerno Black" pitchFamily="2" charset="0"/>
                    <a:ea typeface="MuseoModerno Black" pitchFamily="2" charset="0"/>
                    <a:cs typeface="MuseoModerno Black" pitchFamily="2" charset="0"/>
                  </a:rPr>
                  <a:t>Title here</a:t>
                </a:r>
                <a:endParaRPr kumimoji="1" lang="zh-CN" altLang="en-US" sz="2200" dirty="0">
                  <a:solidFill>
                    <a:schemeClr val="bg1"/>
                  </a:solidFill>
                  <a:latin typeface="MuseoModerno Black" pitchFamily="2" charset="0"/>
                  <a:ea typeface="MuseoModerno Black" pitchFamily="2" charset="0"/>
                  <a:cs typeface="MuseoModerno Black" pitchFamily="2" charset="0"/>
                </a:endParaRPr>
              </a:p>
            </p:txBody>
          </p:sp>
          <p:sp>
            <p:nvSpPr>
              <p:cNvPr id="174" name="文本框"/>
              <p:cNvSpPr/>
              <p:nvPr/>
            </p:nvSpPr>
            <p:spPr>
              <a:xfrm>
                <a:off x="5946160" y="2996087"/>
                <a:ext cx="2570027" cy="67881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en-US" altLang="zh-CN" sz="1200" dirty="0">
                    <a:solidFill>
                      <a:schemeClr val="bg1"/>
                    </a:solidFill>
                    <a:cs typeface="MuseoModerno Black" pitchFamily="2" charset="0"/>
                    <a:sym typeface="+mn-ea"/>
                  </a:rPr>
                  <a:t>It serves a variety of purposes, making presentations</a:t>
                </a:r>
                <a:endParaRPr kumimoji="1" lang="en-US" altLang="zh-CN" sz="1200" dirty="0">
                  <a:solidFill>
                    <a:schemeClr val="bg1"/>
                  </a:solidFill>
                  <a:cs typeface="MuseoModerno Black" pitchFamily="2" charset="0"/>
                  <a:sym typeface="+mn-ea"/>
                </a:endParaRPr>
              </a:p>
            </p:txBody>
          </p:sp>
        </p:grpSp>
        <p:pic>
          <p:nvPicPr>
            <p:cNvPr id="8" name="图形 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057751" y="1692334"/>
              <a:ext cx="1268947" cy="4610203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1006475" y="406131"/>
            <a:ext cx="65055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Company Introduction</a:t>
            </a:r>
            <a:endParaRPr lang="zh-CN" altLang="en-US" sz="36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33279" y="2280403"/>
            <a:ext cx="2423799" cy="89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SemiBold" charset="0"/>
                <a:ea typeface="Manrope SemiBold" charset="0"/>
                <a:cs typeface="+mn-ea"/>
                <a:sym typeface="+mn-lt"/>
              </a:rPr>
              <a:t>It serves a variety of purposes, making powerful tools for convincing and teaching.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43049" y="1879887"/>
            <a:ext cx="1992395" cy="3987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spAutoFit/>
          </a:bodyPr>
          <a:lstStyle/>
          <a:p>
            <a:pPr>
              <a:buSzPct val="25000"/>
              <a:defRPr/>
            </a:pP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  <a:cs typeface="+mn-ea"/>
                <a:sym typeface="+mn-lt"/>
              </a:rPr>
              <a:t>Title Here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096762" y="2002267"/>
            <a:ext cx="176633" cy="17663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169581" y="2178900"/>
            <a:ext cx="0" cy="108000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14057" y="2280403"/>
            <a:ext cx="2495577" cy="89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SemiBold" charset="0"/>
                <a:ea typeface="Manrope SemiBold" charset="0"/>
                <a:cs typeface="+mn-ea"/>
                <a:sym typeface="+mn-lt"/>
              </a:rPr>
              <a:t>It serves a variety of purposes, making powerful tools for convincing and teaching.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23827" y="1879887"/>
            <a:ext cx="1992395" cy="3987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spAutoFit/>
          </a:bodyPr>
          <a:lstStyle/>
          <a:p>
            <a:pPr lvl="0">
              <a:buSzPct val="25000"/>
              <a:defRPr/>
            </a:pPr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  <a:cs typeface="+mn-ea"/>
                <a:sym typeface="+mn-lt"/>
              </a:rPr>
              <a:t>Title Here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3877540" y="2002267"/>
            <a:ext cx="176633" cy="176633"/>
          </a:xfrm>
          <a:prstGeom prst="ellipse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defTabSz="914400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cxnSp>
        <p:nvCxnSpPr>
          <p:cNvPr id="10" name="直接连接符 9"/>
          <p:cNvCxnSpPr>
            <a:stCxn id="9" idx="4"/>
          </p:cNvCxnSpPr>
          <p:nvPr/>
        </p:nvCxnSpPr>
        <p:spPr>
          <a:xfrm>
            <a:off x="3965857" y="2178900"/>
            <a:ext cx="0" cy="1080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343049" y="4310266"/>
            <a:ext cx="1992395" cy="3987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spAutoFit/>
          </a:bodyPr>
          <a:lstStyle/>
          <a:p>
            <a:pPr>
              <a:buSzPct val="25000"/>
              <a:defRPr/>
            </a:pPr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  <a:cs typeface="+mn-ea"/>
                <a:sym typeface="+mn-lt"/>
              </a:rPr>
              <a:t>Title Here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33279" y="4710782"/>
            <a:ext cx="2495577" cy="89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SemiBold" charset="0"/>
                <a:ea typeface="Manrope SemiBold" charset="0"/>
                <a:cs typeface="+mn-ea"/>
                <a:sym typeface="+mn-lt"/>
              </a:rPr>
              <a:t>It serves a variety of purposes, making powerful tools for convincing and teaching.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96762" y="4432646"/>
            <a:ext cx="176633" cy="176633"/>
          </a:xfrm>
          <a:prstGeom prst="ellipse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defTabSz="914400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169581" y="4609279"/>
            <a:ext cx="0" cy="1080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114057" y="4710782"/>
            <a:ext cx="2495577" cy="89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SemiBold" charset="0"/>
                <a:ea typeface="Manrope SemiBold" charset="0"/>
                <a:cs typeface="+mn-ea"/>
                <a:sym typeface="+mn-lt"/>
              </a:rPr>
              <a:t>It serves a variety of purposes, making powerful tools for convincing and teaching.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123827" y="4310266"/>
            <a:ext cx="1992395" cy="3987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spAutoFit/>
          </a:bodyPr>
          <a:lstStyle/>
          <a:p>
            <a:pPr lvl="0">
              <a:buSzPct val="25000"/>
              <a:defRPr/>
            </a:pP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  <a:cs typeface="+mn-ea"/>
                <a:sym typeface="+mn-lt"/>
              </a:rPr>
              <a:t>Title Here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3877540" y="4432646"/>
            <a:ext cx="176633" cy="17663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cxnSp>
        <p:nvCxnSpPr>
          <p:cNvPr id="18" name="直接连接符 17"/>
          <p:cNvCxnSpPr>
            <a:stCxn id="17" idx="4"/>
          </p:cNvCxnSpPr>
          <p:nvPr/>
        </p:nvCxnSpPr>
        <p:spPr>
          <a:xfrm>
            <a:off x="3965857" y="4609279"/>
            <a:ext cx="0" cy="108000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7215819" y="2387849"/>
            <a:ext cx="1747920" cy="1747912"/>
          </a:xfrm>
          <a:prstGeom prst="ellipse">
            <a:avLst/>
          </a:prstGeom>
          <a:solidFill>
            <a:schemeClr val="accent2"/>
          </a:solidFill>
          <a:ln w="12700" cap="rnd">
            <a:solidFill>
              <a:schemeClr val="tx1">
                <a:lumMod val="75000"/>
                <a:lumOff val="2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046660" y="2232542"/>
            <a:ext cx="2058528" cy="2058528"/>
          </a:xfrm>
          <a:prstGeom prst="ellips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9421100" y="1942550"/>
            <a:ext cx="872355" cy="872351"/>
          </a:xfrm>
          <a:prstGeom prst="ellipse">
            <a:avLst/>
          </a:prstGeom>
          <a:solidFill>
            <a:schemeClr val="accent1"/>
          </a:solidFill>
          <a:ln w="12700" cap="rnd">
            <a:solidFill>
              <a:schemeClr val="tx1">
                <a:lumMod val="75000"/>
                <a:lumOff val="2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9275464" y="1777227"/>
            <a:ext cx="1163857" cy="1163857"/>
          </a:xfrm>
          <a:prstGeom prst="ellips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9793125" y="3932288"/>
            <a:ext cx="1154466" cy="1154461"/>
          </a:xfrm>
          <a:prstGeom prst="ellipse">
            <a:avLst/>
          </a:prstGeom>
          <a:solidFill>
            <a:schemeClr val="accent2"/>
          </a:solidFill>
          <a:ln w="12700" cap="rnd">
            <a:solidFill>
              <a:schemeClr val="tx1">
                <a:lumMod val="75000"/>
                <a:lumOff val="2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9613651" y="3766665"/>
            <a:ext cx="1485705" cy="1485705"/>
          </a:xfrm>
          <a:prstGeom prst="ellips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7640378" y="4726719"/>
            <a:ext cx="872355" cy="872351"/>
          </a:xfrm>
          <a:prstGeom prst="ellipse">
            <a:avLst/>
          </a:prstGeom>
          <a:solidFill>
            <a:schemeClr val="accent1"/>
          </a:solidFill>
          <a:ln w="12700" cap="rnd">
            <a:solidFill>
              <a:schemeClr val="tx1">
                <a:lumMod val="75000"/>
                <a:lumOff val="2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494627" y="4567111"/>
            <a:ext cx="1163857" cy="1163857"/>
          </a:xfrm>
          <a:prstGeom prst="ellips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27" name="任意多边形 66"/>
          <p:cNvSpPr>
            <a:spLocks noChangeAspect="1"/>
          </p:cNvSpPr>
          <p:nvPr/>
        </p:nvSpPr>
        <p:spPr>
          <a:xfrm>
            <a:off x="10121603" y="4310705"/>
            <a:ext cx="523636" cy="432657"/>
          </a:xfrm>
          <a:custGeom>
            <a:avLst/>
            <a:gdLst>
              <a:gd name="T0" fmla="*/ 1866 w 12266"/>
              <a:gd name="T1" fmla="*/ 10134 h 10134"/>
              <a:gd name="T2" fmla="*/ 800 w 12266"/>
              <a:gd name="T3" fmla="*/ 3962 h 10134"/>
              <a:gd name="T4" fmla="*/ 0 w 12266"/>
              <a:gd name="T5" fmla="*/ 2141 h 10134"/>
              <a:gd name="T6" fmla="*/ 28 w 12266"/>
              <a:gd name="T7" fmla="*/ 2018 h 10134"/>
              <a:gd name="T8" fmla="*/ 105 w 12266"/>
              <a:gd name="T9" fmla="*/ 1927 h 10134"/>
              <a:gd name="T10" fmla="*/ 2133 w 12266"/>
              <a:gd name="T11" fmla="*/ 0 h 10134"/>
              <a:gd name="T12" fmla="*/ 12266 w 12266"/>
              <a:gd name="T13" fmla="*/ 1067 h 10134"/>
              <a:gd name="T14" fmla="*/ 11200 w 12266"/>
              <a:gd name="T15" fmla="*/ 10134 h 10134"/>
              <a:gd name="T16" fmla="*/ 3733 w 12266"/>
              <a:gd name="T17" fmla="*/ 7200 h 10134"/>
              <a:gd name="T18" fmla="*/ 2666 w 12266"/>
              <a:gd name="T19" fmla="*/ 9600 h 10134"/>
              <a:gd name="T20" fmla="*/ 533 w 12266"/>
              <a:gd name="T21" fmla="*/ 2934 h 10134"/>
              <a:gd name="T22" fmla="*/ 1600 w 12266"/>
              <a:gd name="T23" fmla="*/ 2934 h 10134"/>
              <a:gd name="T24" fmla="*/ 533 w 12266"/>
              <a:gd name="T25" fmla="*/ 2400 h 10134"/>
              <a:gd name="T26" fmla="*/ 2235 w 12266"/>
              <a:gd name="T27" fmla="*/ 534 h 10134"/>
              <a:gd name="T28" fmla="*/ 1765 w 12266"/>
              <a:gd name="T29" fmla="*/ 1867 h 10134"/>
              <a:gd name="T30" fmla="*/ 2235 w 12266"/>
              <a:gd name="T31" fmla="*/ 534 h 10134"/>
              <a:gd name="T32" fmla="*/ 2666 w 12266"/>
              <a:gd name="T33" fmla="*/ 3467 h 10134"/>
              <a:gd name="T34" fmla="*/ 3200 w 12266"/>
              <a:gd name="T35" fmla="*/ 2400 h 10134"/>
              <a:gd name="T36" fmla="*/ 2133 w 12266"/>
              <a:gd name="T37" fmla="*/ 2934 h 10134"/>
              <a:gd name="T38" fmla="*/ 2501 w 12266"/>
              <a:gd name="T39" fmla="*/ 1867 h 10134"/>
              <a:gd name="T40" fmla="*/ 4698 w 12266"/>
              <a:gd name="T41" fmla="*/ 534 h 10134"/>
              <a:gd name="T42" fmla="*/ 3733 w 12266"/>
              <a:gd name="T43" fmla="*/ 2934 h 10134"/>
              <a:gd name="T44" fmla="*/ 4800 w 12266"/>
              <a:gd name="T45" fmla="*/ 2934 h 10134"/>
              <a:gd name="T46" fmla="*/ 3733 w 12266"/>
              <a:gd name="T47" fmla="*/ 2400 h 10134"/>
              <a:gd name="T48" fmla="*/ 5435 w 12266"/>
              <a:gd name="T49" fmla="*/ 534 h 10134"/>
              <a:gd name="T50" fmla="*/ 4965 w 12266"/>
              <a:gd name="T51" fmla="*/ 1867 h 10134"/>
              <a:gd name="T52" fmla="*/ 5435 w 12266"/>
              <a:gd name="T53" fmla="*/ 534 h 10134"/>
              <a:gd name="T54" fmla="*/ 5866 w 12266"/>
              <a:gd name="T55" fmla="*/ 3467 h 10134"/>
              <a:gd name="T56" fmla="*/ 6400 w 12266"/>
              <a:gd name="T57" fmla="*/ 2400 h 10134"/>
              <a:gd name="T58" fmla="*/ 5333 w 12266"/>
              <a:gd name="T59" fmla="*/ 2934 h 10134"/>
              <a:gd name="T60" fmla="*/ 5701 w 12266"/>
              <a:gd name="T61" fmla="*/ 1867 h 10134"/>
              <a:gd name="T62" fmla="*/ 7898 w 12266"/>
              <a:gd name="T63" fmla="*/ 534 h 10134"/>
              <a:gd name="T64" fmla="*/ 8266 w 12266"/>
              <a:gd name="T65" fmla="*/ 902 h 10134"/>
              <a:gd name="T66" fmla="*/ 6933 w 12266"/>
              <a:gd name="T67" fmla="*/ 2934 h 10134"/>
              <a:gd name="T68" fmla="*/ 5066 w 12266"/>
              <a:gd name="T69" fmla="*/ 3633 h 10134"/>
              <a:gd name="T70" fmla="*/ 3466 w 12266"/>
              <a:gd name="T71" fmla="*/ 3633 h 10134"/>
              <a:gd name="T72" fmla="*/ 1866 w 12266"/>
              <a:gd name="T73" fmla="*/ 3632 h 10134"/>
              <a:gd name="T74" fmla="*/ 1333 w 12266"/>
              <a:gd name="T75" fmla="*/ 9067 h 10134"/>
              <a:gd name="T76" fmla="*/ 2133 w 12266"/>
              <a:gd name="T77" fmla="*/ 9600 h 10134"/>
              <a:gd name="T78" fmla="*/ 2400 w 12266"/>
              <a:gd name="T79" fmla="*/ 6667 h 10134"/>
              <a:gd name="T80" fmla="*/ 4266 w 12266"/>
              <a:gd name="T81" fmla="*/ 6934 h 10134"/>
              <a:gd name="T82" fmla="*/ 7733 w 12266"/>
              <a:gd name="T83" fmla="*/ 9600 h 10134"/>
              <a:gd name="T84" fmla="*/ 8266 w 12266"/>
              <a:gd name="T85" fmla="*/ 902 h 10134"/>
              <a:gd name="T86" fmla="*/ 11200 w 12266"/>
              <a:gd name="T87" fmla="*/ 534 h 10134"/>
              <a:gd name="T88" fmla="*/ 8800 w 12266"/>
              <a:gd name="T89" fmla="*/ 9067 h 10134"/>
              <a:gd name="T90" fmla="*/ 11200 w 12266"/>
              <a:gd name="T91" fmla="*/ 9600 h 10134"/>
              <a:gd name="T92" fmla="*/ 11733 w 12266"/>
              <a:gd name="T93" fmla="*/ 1067 h 10134"/>
              <a:gd name="T94" fmla="*/ 5066 w 12266"/>
              <a:gd name="T95" fmla="*/ 7200 h 10134"/>
              <a:gd name="T96" fmla="*/ 4800 w 12266"/>
              <a:gd name="T97" fmla="*/ 5067 h 10134"/>
              <a:gd name="T98" fmla="*/ 7200 w 12266"/>
              <a:gd name="T99" fmla="*/ 4800 h 10134"/>
              <a:gd name="T100" fmla="*/ 7466 w 12266"/>
              <a:gd name="T101" fmla="*/ 6934 h 10134"/>
              <a:gd name="T102" fmla="*/ 6933 w 12266"/>
              <a:gd name="T103" fmla="*/ 5334 h 10134"/>
              <a:gd name="T104" fmla="*/ 5333 w 12266"/>
              <a:gd name="T105" fmla="*/ 6667 h 10134"/>
              <a:gd name="T106" fmla="*/ 6933 w 12266"/>
              <a:gd name="T107" fmla="*/ 5334 h 10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2266" h="10134">
                <a:moveTo>
                  <a:pt x="11200" y="10134"/>
                </a:moveTo>
                <a:lnTo>
                  <a:pt x="1866" y="10134"/>
                </a:lnTo>
                <a:cubicBezTo>
                  <a:pt x="1277" y="10134"/>
                  <a:pt x="800" y="9656"/>
                  <a:pt x="800" y="9067"/>
                </a:cubicBezTo>
                <a:lnTo>
                  <a:pt x="800" y="3962"/>
                </a:lnTo>
                <a:cubicBezTo>
                  <a:pt x="330" y="3842"/>
                  <a:pt x="0" y="3419"/>
                  <a:pt x="0" y="2934"/>
                </a:cubicBezTo>
                <a:lnTo>
                  <a:pt x="0" y="2141"/>
                </a:lnTo>
                <a:lnTo>
                  <a:pt x="0" y="2134"/>
                </a:lnTo>
                <a:cubicBezTo>
                  <a:pt x="0" y="2092"/>
                  <a:pt x="11" y="2054"/>
                  <a:pt x="28" y="2018"/>
                </a:cubicBezTo>
                <a:cubicBezTo>
                  <a:pt x="30" y="2016"/>
                  <a:pt x="31" y="2014"/>
                  <a:pt x="33" y="2012"/>
                </a:cubicBezTo>
                <a:cubicBezTo>
                  <a:pt x="50" y="1979"/>
                  <a:pt x="75" y="1950"/>
                  <a:pt x="105" y="1927"/>
                </a:cubicBezTo>
                <a:lnTo>
                  <a:pt x="1926" y="106"/>
                </a:lnTo>
                <a:cubicBezTo>
                  <a:pt x="1975" y="40"/>
                  <a:pt x="2051" y="1"/>
                  <a:pt x="2133" y="0"/>
                </a:cubicBezTo>
                <a:lnTo>
                  <a:pt x="11200" y="0"/>
                </a:lnTo>
                <a:cubicBezTo>
                  <a:pt x="11789" y="0"/>
                  <a:pt x="12266" y="478"/>
                  <a:pt x="12266" y="1067"/>
                </a:cubicBezTo>
                <a:lnTo>
                  <a:pt x="12266" y="9067"/>
                </a:lnTo>
                <a:cubicBezTo>
                  <a:pt x="12266" y="9656"/>
                  <a:pt x="11789" y="10134"/>
                  <a:pt x="11200" y="10134"/>
                </a:cubicBezTo>
                <a:close/>
                <a:moveTo>
                  <a:pt x="3733" y="9600"/>
                </a:moveTo>
                <a:lnTo>
                  <a:pt x="3733" y="7200"/>
                </a:lnTo>
                <a:lnTo>
                  <a:pt x="2666" y="7200"/>
                </a:lnTo>
                <a:lnTo>
                  <a:pt x="2666" y="9600"/>
                </a:lnTo>
                <a:lnTo>
                  <a:pt x="3733" y="9600"/>
                </a:lnTo>
                <a:close/>
                <a:moveTo>
                  <a:pt x="533" y="2934"/>
                </a:moveTo>
                <a:cubicBezTo>
                  <a:pt x="533" y="3228"/>
                  <a:pt x="772" y="3467"/>
                  <a:pt x="1066" y="3467"/>
                </a:cubicBezTo>
                <a:cubicBezTo>
                  <a:pt x="1361" y="3467"/>
                  <a:pt x="1600" y="3228"/>
                  <a:pt x="1600" y="2934"/>
                </a:cubicBezTo>
                <a:lnTo>
                  <a:pt x="1600" y="2400"/>
                </a:lnTo>
                <a:lnTo>
                  <a:pt x="533" y="2400"/>
                </a:lnTo>
                <a:lnTo>
                  <a:pt x="533" y="2934"/>
                </a:lnTo>
                <a:close/>
                <a:moveTo>
                  <a:pt x="2235" y="534"/>
                </a:moveTo>
                <a:lnTo>
                  <a:pt x="901" y="1867"/>
                </a:lnTo>
                <a:lnTo>
                  <a:pt x="1765" y="1867"/>
                </a:lnTo>
                <a:lnTo>
                  <a:pt x="3098" y="534"/>
                </a:lnTo>
                <a:lnTo>
                  <a:pt x="2235" y="534"/>
                </a:lnTo>
                <a:close/>
                <a:moveTo>
                  <a:pt x="2133" y="2934"/>
                </a:moveTo>
                <a:cubicBezTo>
                  <a:pt x="2133" y="3228"/>
                  <a:pt x="2372" y="3467"/>
                  <a:pt x="2666" y="3467"/>
                </a:cubicBezTo>
                <a:cubicBezTo>
                  <a:pt x="2961" y="3467"/>
                  <a:pt x="3200" y="3228"/>
                  <a:pt x="3200" y="2934"/>
                </a:cubicBezTo>
                <a:lnTo>
                  <a:pt x="3200" y="2400"/>
                </a:lnTo>
                <a:lnTo>
                  <a:pt x="2133" y="2400"/>
                </a:lnTo>
                <a:lnTo>
                  <a:pt x="2133" y="2934"/>
                </a:lnTo>
                <a:close/>
                <a:moveTo>
                  <a:pt x="3835" y="534"/>
                </a:moveTo>
                <a:lnTo>
                  <a:pt x="2501" y="1867"/>
                </a:lnTo>
                <a:lnTo>
                  <a:pt x="3365" y="1867"/>
                </a:lnTo>
                <a:lnTo>
                  <a:pt x="4698" y="534"/>
                </a:lnTo>
                <a:lnTo>
                  <a:pt x="3835" y="534"/>
                </a:lnTo>
                <a:close/>
                <a:moveTo>
                  <a:pt x="3733" y="2934"/>
                </a:moveTo>
                <a:cubicBezTo>
                  <a:pt x="3733" y="3228"/>
                  <a:pt x="3972" y="3467"/>
                  <a:pt x="4266" y="3467"/>
                </a:cubicBezTo>
                <a:cubicBezTo>
                  <a:pt x="4561" y="3467"/>
                  <a:pt x="4800" y="3228"/>
                  <a:pt x="4800" y="2934"/>
                </a:cubicBezTo>
                <a:lnTo>
                  <a:pt x="4800" y="2400"/>
                </a:lnTo>
                <a:lnTo>
                  <a:pt x="3733" y="2400"/>
                </a:lnTo>
                <a:lnTo>
                  <a:pt x="3733" y="2934"/>
                </a:lnTo>
                <a:close/>
                <a:moveTo>
                  <a:pt x="5435" y="534"/>
                </a:moveTo>
                <a:lnTo>
                  <a:pt x="4101" y="1867"/>
                </a:lnTo>
                <a:lnTo>
                  <a:pt x="4965" y="1867"/>
                </a:lnTo>
                <a:lnTo>
                  <a:pt x="6298" y="534"/>
                </a:lnTo>
                <a:lnTo>
                  <a:pt x="5435" y="534"/>
                </a:lnTo>
                <a:close/>
                <a:moveTo>
                  <a:pt x="5333" y="2934"/>
                </a:moveTo>
                <a:cubicBezTo>
                  <a:pt x="5333" y="3228"/>
                  <a:pt x="5572" y="3467"/>
                  <a:pt x="5866" y="3467"/>
                </a:cubicBezTo>
                <a:cubicBezTo>
                  <a:pt x="6161" y="3467"/>
                  <a:pt x="6400" y="3228"/>
                  <a:pt x="6400" y="2934"/>
                </a:cubicBezTo>
                <a:lnTo>
                  <a:pt x="6400" y="2400"/>
                </a:lnTo>
                <a:lnTo>
                  <a:pt x="5333" y="2400"/>
                </a:lnTo>
                <a:lnTo>
                  <a:pt x="5333" y="2934"/>
                </a:lnTo>
                <a:close/>
                <a:moveTo>
                  <a:pt x="7035" y="534"/>
                </a:moveTo>
                <a:lnTo>
                  <a:pt x="5701" y="1867"/>
                </a:lnTo>
                <a:lnTo>
                  <a:pt x="6565" y="1867"/>
                </a:lnTo>
                <a:lnTo>
                  <a:pt x="7898" y="534"/>
                </a:lnTo>
                <a:lnTo>
                  <a:pt x="7035" y="534"/>
                </a:lnTo>
                <a:close/>
                <a:moveTo>
                  <a:pt x="8266" y="902"/>
                </a:moveTo>
                <a:lnTo>
                  <a:pt x="6933" y="2235"/>
                </a:lnTo>
                <a:lnTo>
                  <a:pt x="6933" y="2934"/>
                </a:lnTo>
                <a:cubicBezTo>
                  <a:pt x="6933" y="3523"/>
                  <a:pt x="6455" y="4000"/>
                  <a:pt x="5866" y="4000"/>
                </a:cubicBezTo>
                <a:cubicBezTo>
                  <a:pt x="5559" y="4000"/>
                  <a:pt x="5267" y="3865"/>
                  <a:pt x="5066" y="3633"/>
                </a:cubicBezTo>
                <a:cubicBezTo>
                  <a:pt x="4871" y="3856"/>
                  <a:pt x="4587" y="4000"/>
                  <a:pt x="4266" y="4000"/>
                </a:cubicBezTo>
                <a:cubicBezTo>
                  <a:pt x="3946" y="4000"/>
                  <a:pt x="3662" y="3856"/>
                  <a:pt x="3466" y="3633"/>
                </a:cubicBezTo>
                <a:cubicBezTo>
                  <a:pt x="3266" y="3865"/>
                  <a:pt x="2974" y="4000"/>
                  <a:pt x="2666" y="4000"/>
                </a:cubicBezTo>
                <a:cubicBezTo>
                  <a:pt x="2359" y="4000"/>
                  <a:pt x="2067" y="3865"/>
                  <a:pt x="1866" y="3632"/>
                </a:cubicBezTo>
                <a:cubicBezTo>
                  <a:pt x="1725" y="3793"/>
                  <a:pt x="1540" y="3908"/>
                  <a:pt x="1333" y="3962"/>
                </a:cubicBezTo>
                <a:lnTo>
                  <a:pt x="1333" y="9067"/>
                </a:lnTo>
                <a:cubicBezTo>
                  <a:pt x="1333" y="9362"/>
                  <a:pt x="1572" y="9600"/>
                  <a:pt x="1866" y="9600"/>
                </a:cubicBezTo>
                <a:lnTo>
                  <a:pt x="2133" y="9600"/>
                </a:lnTo>
                <a:lnTo>
                  <a:pt x="2133" y="6934"/>
                </a:lnTo>
                <a:cubicBezTo>
                  <a:pt x="2133" y="6786"/>
                  <a:pt x="2252" y="6667"/>
                  <a:pt x="2400" y="6667"/>
                </a:cubicBezTo>
                <a:lnTo>
                  <a:pt x="4000" y="6667"/>
                </a:lnTo>
                <a:cubicBezTo>
                  <a:pt x="4147" y="6667"/>
                  <a:pt x="4266" y="6786"/>
                  <a:pt x="4266" y="6934"/>
                </a:cubicBezTo>
                <a:lnTo>
                  <a:pt x="4266" y="9600"/>
                </a:lnTo>
                <a:lnTo>
                  <a:pt x="7733" y="9600"/>
                </a:lnTo>
                <a:cubicBezTo>
                  <a:pt x="8028" y="9600"/>
                  <a:pt x="8266" y="9362"/>
                  <a:pt x="8266" y="9067"/>
                </a:cubicBezTo>
                <a:lnTo>
                  <a:pt x="8266" y="902"/>
                </a:lnTo>
                <a:close/>
                <a:moveTo>
                  <a:pt x="11733" y="1067"/>
                </a:moveTo>
                <a:cubicBezTo>
                  <a:pt x="11733" y="772"/>
                  <a:pt x="11494" y="534"/>
                  <a:pt x="11200" y="534"/>
                </a:cubicBezTo>
                <a:lnTo>
                  <a:pt x="8800" y="534"/>
                </a:lnTo>
                <a:lnTo>
                  <a:pt x="8800" y="9067"/>
                </a:lnTo>
                <a:cubicBezTo>
                  <a:pt x="8800" y="9262"/>
                  <a:pt x="8743" y="9443"/>
                  <a:pt x="8652" y="9600"/>
                </a:cubicBezTo>
                <a:lnTo>
                  <a:pt x="11200" y="9600"/>
                </a:lnTo>
                <a:cubicBezTo>
                  <a:pt x="11494" y="9600"/>
                  <a:pt x="11733" y="9362"/>
                  <a:pt x="11733" y="9067"/>
                </a:cubicBezTo>
                <a:lnTo>
                  <a:pt x="11733" y="1067"/>
                </a:lnTo>
                <a:close/>
                <a:moveTo>
                  <a:pt x="7200" y="7200"/>
                </a:moveTo>
                <a:lnTo>
                  <a:pt x="5066" y="7200"/>
                </a:lnTo>
                <a:cubicBezTo>
                  <a:pt x="4919" y="7200"/>
                  <a:pt x="4800" y="7081"/>
                  <a:pt x="4800" y="6934"/>
                </a:cubicBezTo>
                <a:lnTo>
                  <a:pt x="4800" y="5067"/>
                </a:lnTo>
                <a:cubicBezTo>
                  <a:pt x="4800" y="4920"/>
                  <a:pt x="4919" y="4800"/>
                  <a:pt x="5066" y="4800"/>
                </a:cubicBezTo>
                <a:lnTo>
                  <a:pt x="7200" y="4800"/>
                </a:lnTo>
                <a:cubicBezTo>
                  <a:pt x="7347" y="4800"/>
                  <a:pt x="7466" y="4920"/>
                  <a:pt x="7466" y="5067"/>
                </a:cubicBezTo>
                <a:lnTo>
                  <a:pt x="7466" y="6934"/>
                </a:lnTo>
                <a:cubicBezTo>
                  <a:pt x="7466" y="7081"/>
                  <a:pt x="7347" y="7200"/>
                  <a:pt x="7200" y="7200"/>
                </a:cubicBezTo>
                <a:close/>
                <a:moveTo>
                  <a:pt x="6933" y="5334"/>
                </a:moveTo>
                <a:lnTo>
                  <a:pt x="5333" y="5334"/>
                </a:lnTo>
                <a:lnTo>
                  <a:pt x="5333" y="6667"/>
                </a:lnTo>
                <a:lnTo>
                  <a:pt x="6933" y="6667"/>
                </a:lnTo>
                <a:lnTo>
                  <a:pt x="6933" y="5334"/>
                </a:ln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28" name="图形 2"/>
          <p:cNvSpPr>
            <a:spLocks noChangeAspect="1"/>
          </p:cNvSpPr>
          <p:nvPr/>
        </p:nvSpPr>
        <p:spPr>
          <a:xfrm>
            <a:off x="7748090" y="2889701"/>
            <a:ext cx="711523" cy="743860"/>
          </a:xfrm>
          <a:custGeom>
            <a:avLst/>
            <a:gdLst>
              <a:gd name="T0" fmla="*/ 1334 w 11734"/>
              <a:gd name="T1" fmla="*/ 12266 h 12266"/>
              <a:gd name="T2" fmla="*/ 0 w 11734"/>
              <a:gd name="T3" fmla="*/ 266 h 12266"/>
              <a:gd name="T4" fmla="*/ 9334 w 11734"/>
              <a:gd name="T5" fmla="*/ 0 h 12266"/>
              <a:gd name="T6" fmla="*/ 9600 w 11734"/>
              <a:gd name="T7" fmla="*/ 4000 h 12266"/>
              <a:gd name="T8" fmla="*/ 11734 w 11734"/>
              <a:gd name="T9" fmla="*/ 4266 h 12266"/>
              <a:gd name="T10" fmla="*/ 10400 w 11734"/>
              <a:gd name="T11" fmla="*/ 12266 h 12266"/>
              <a:gd name="T12" fmla="*/ 9067 w 11734"/>
              <a:gd name="T13" fmla="*/ 533 h 12266"/>
              <a:gd name="T14" fmla="*/ 534 w 11734"/>
              <a:gd name="T15" fmla="*/ 10933 h 12266"/>
              <a:gd name="T16" fmla="*/ 9340 w 11734"/>
              <a:gd name="T17" fmla="*/ 11733 h 12266"/>
              <a:gd name="T18" fmla="*/ 11200 w 11734"/>
              <a:gd name="T19" fmla="*/ 4533 h 12266"/>
              <a:gd name="T20" fmla="*/ 9600 w 11734"/>
              <a:gd name="T21" fmla="*/ 10933 h 12266"/>
              <a:gd name="T22" fmla="*/ 11200 w 11734"/>
              <a:gd name="T23" fmla="*/ 10933 h 12266"/>
              <a:gd name="T24" fmla="*/ 1334 w 11734"/>
              <a:gd name="T25" fmla="*/ 10400 h 12266"/>
              <a:gd name="T26" fmla="*/ 4000 w 11734"/>
              <a:gd name="T27" fmla="*/ 10133 h 12266"/>
              <a:gd name="T28" fmla="*/ 4000 w 11734"/>
              <a:gd name="T29" fmla="*/ 10666 h 12266"/>
              <a:gd name="T30" fmla="*/ 1334 w 11734"/>
              <a:gd name="T31" fmla="*/ 10400 h 12266"/>
              <a:gd name="T32" fmla="*/ 2215 w 11734"/>
              <a:gd name="T33" fmla="*/ 6051 h 12266"/>
              <a:gd name="T34" fmla="*/ 3784 w 11734"/>
              <a:gd name="T35" fmla="*/ 4114 h 12266"/>
              <a:gd name="T36" fmla="*/ 4000 w 11734"/>
              <a:gd name="T37" fmla="*/ 4001 h 12266"/>
              <a:gd name="T38" fmla="*/ 4216 w 11734"/>
              <a:gd name="T39" fmla="*/ 4114 h 12266"/>
              <a:gd name="T40" fmla="*/ 5918 w 11734"/>
              <a:gd name="T41" fmla="*/ 4647 h 12266"/>
              <a:gd name="T42" fmla="*/ 6134 w 11734"/>
              <a:gd name="T43" fmla="*/ 4534 h 12266"/>
              <a:gd name="T44" fmla="*/ 6350 w 11734"/>
              <a:gd name="T45" fmla="*/ 4647 h 12266"/>
              <a:gd name="T46" fmla="*/ 7385 w 11734"/>
              <a:gd name="T47" fmla="*/ 6051 h 12266"/>
              <a:gd name="T48" fmla="*/ 6134 w 11734"/>
              <a:gd name="T49" fmla="*/ 5168 h 12266"/>
              <a:gd name="T50" fmla="*/ 5791 w 11734"/>
              <a:gd name="T51" fmla="*/ 5689 h 12266"/>
              <a:gd name="T52" fmla="*/ 5423 w 11734"/>
              <a:gd name="T53" fmla="*/ 6057 h 12266"/>
              <a:gd name="T54" fmla="*/ 2578 w 11734"/>
              <a:gd name="T55" fmla="*/ 6057 h 12266"/>
              <a:gd name="T56" fmla="*/ 8000 w 11734"/>
              <a:gd name="T57" fmla="*/ 7466 h 12266"/>
              <a:gd name="T58" fmla="*/ 8000 w 11734"/>
              <a:gd name="T59" fmla="*/ 8000 h 12266"/>
              <a:gd name="T60" fmla="*/ 5334 w 11734"/>
              <a:gd name="T61" fmla="*/ 7733 h 12266"/>
              <a:gd name="T62" fmla="*/ 5600 w 11734"/>
              <a:gd name="T63" fmla="*/ 8800 h 12266"/>
              <a:gd name="T64" fmla="*/ 8267 w 11734"/>
              <a:gd name="T65" fmla="*/ 9066 h 12266"/>
              <a:gd name="T66" fmla="*/ 5600 w 11734"/>
              <a:gd name="T67" fmla="*/ 9333 h 12266"/>
              <a:gd name="T68" fmla="*/ 5600 w 11734"/>
              <a:gd name="T69" fmla="*/ 8800 h 12266"/>
              <a:gd name="T70" fmla="*/ 8000 w 11734"/>
              <a:gd name="T71" fmla="*/ 10133 h 12266"/>
              <a:gd name="T72" fmla="*/ 8000 w 11734"/>
              <a:gd name="T73" fmla="*/ 10666 h 12266"/>
              <a:gd name="T74" fmla="*/ 5334 w 11734"/>
              <a:gd name="T75" fmla="*/ 10400 h 12266"/>
              <a:gd name="T76" fmla="*/ 5867 w 11734"/>
              <a:gd name="T77" fmla="*/ 3866 h 12266"/>
              <a:gd name="T78" fmla="*/ 5067 w 11734"/>
              <a:gd name="T79" fmla="*/ 3866 h 12266"/>
              <a:gd name="T80" fmla="*/ 5867 w 11734"/>
              <a:gd name="T81" fmla="*/ 3866 h 12266"/>
              <a:gd name="T82" fmla="*/ 2934 w 11734"/>
              <a:gd name="T83" fmla="*/ 2400 h 12266"/>
              <a:gd name="T84" fmla="*/ 2934 w 11734"/>
              <a:gd name="T85" fmla="*/ 1866 h 12266"/>
              <a:gd name="T86" fmla="*/ 6934 w 11734"/>
              <a:gd name="T87" fmla="*/ 2133 h 12266"/>
              <a:gd name="T88" fmla="*/ 1600 w 11734"/>
              <a:gd name="T89" fmla="*/ 8800 h 12266"/>
              <a:gd name="T90" fmla="*/ 4267 w 11734"/>
              <a:gd name="T91" fmla="*/ 9066 h 12266"/>
              <a:gd name="T92" fmla="*/ 1600 w 11734"/>
              <a:gd name="T93" fmla="*/ 9333 h 12266"/>
              <a:gd name="T94" fmla="*/ 1600 w 11734"/>
              <a:gd name="T95" fmla="*/ 8800 h 12266"/>
              <a:gd name="T96" fmla="*/ 4000 w 11734"/>
              <a:gd name="T97" fmla="*/ 8000 h 12266"/>
              <a:gd name="T98" fmla="*/ 1334 w 11734"/>
              <a:gd name="T99" fmla="*/ 7733 h 12266"/>
              <a:gd name="T100" fmla="*/ 4000 w 11734"/>
              <a:gd name="T101" fmla="*/ 7466 h 12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1734" h="12266">
                <a:moveTo>
                  <a:pt x="10400" y="12266"/>
                </a:moveTo>
                <a:lnTo>
                  <a:pt x="1334" y="12266"/>
                </a:lnTo>
                <a:cubicBezTo>
                  <a:pt x="597" y="12266"/>
                  <a:pt x="0" y="11669"/>
                  <a:pt x="0" y="10933"/>
                </a:cubicBezTo>
                <a:lnTo>
                  <a:pt x="0" y="266"/>
                </a:lnTo>
                <a:cubicBezTo>
                  <a:pt x="0" y="119"/>
                  <a:pt x="120" y="0"/>
                  <a:pt x="267" y="0"/>
                </a:cubicBezTo>
                <a:lnTo>
                  <a:pt x="9334" y="0"/>
                </a:lnTo>
                <a:cubicBezTo>
                  <a:pt x="9481" y="0"/>
                  <a:pt x="9600" y="119"/>
                  <a:pt x="9600" y="266"/>
                </a:cubicBezTo>
                <a:lnTo>
                  <a:pt x="9600" y="4000"/>
                </a:lnTo>
                <a:lnTo>
                  <a:pt x="11467" y="4000"/>
                </a:lnTo>
                <a:cubicBezTo>
                  <a:pt x="11614" y="4000"/>
                  <a:pt x="11734" y="4119"/>
                  <a:pt x="11734" y="4266"/>
                </a:cubicBezTo>
                <a:lnTo>
                  <a:pt x="11734" y="10933"/>
                </a:lnTo>
                <a:cubicBezTo>
                  <a:pt x="11734" y="11669"/>
                  <a:pt x="11137" y="12266"/>
                  <a:pt x="10400" y="12266"/>
                </a:cubicBezTo>
                <a:close/>
                <a:moveTo>
                  <a:pt x="9067" y="10933"/>
                </a:moveTo>
                <a:lnTo>
                  <a:pt x="9067" y="533"/>
                </a:lnTo>
                <a:lnTo>
                  <a:pt x="534" y="533"/>
                </a:lnTo>
                <a:lnTo>
                  <a:pt x="534" y="10933"/>
                </a:lnTo>
                <a:cubicBezTo>
                  <a:pt x="534" y="11375"/>
                  <a:pt x="892" y="11733"/>
                  <a:pt x="1334" y="11733"/>
                </a:cubicBezTo>
                <a:lnTo>
                  <a:pt x="9340" y="11733"/>
                </a:lnTo>
                <a:cubicBezTo>
                  <a:pt x="9164" y="11503"/>
                  <a:pt x="9068" y="11222"/>
                  <a:pt x="9067" y="10933"/>
                </a:cubicBezTo>
                <a:close/>
                <a:moveTo>
                  <a:pt x="11200" y="4533"/>
                </a:moveTo>
                <a:lnTo>
                  <a:pt x="9600" y="4533"/>
                </a:lnTo>
                <a:lnTo>
                  <a:pt x="9600" y="10933"/>
                </a:lnTo>
                <a:cubicBezTo>
                  <a:pt x="9600" y="11375"/>
                  <a:pt x="9959" y="11733"/>
                  <a:pt x="10400" y="11733"/>
                </a:cubicBezTo>
                <a:cubicBezTo>
                  <a:pt x="10842" y="11733"/>
                  <a:pt x="11200" y="11375"/>
                  <a:pt x="11200" y="10933"/>
                </a:cubicBezTo>
                <a:lnTo>
                  <a:pt x="11200" y="4533"/>
                </a:lnTo>
                <a:close/>
                <a:moveTo>
                  <a:pt x="1334" y="10400"/>
                </a:moveTo>
                <a:cubicBezTo>
                  <a:pt x="1334" y="10252"/>
                  <a:pt x="1453" y="10133"/>
                  <a:pt x="1600" y="10133"/>
                </a:cubicBezTo>
                <a:lnTo>
                  <a:pt x="4000" y="10133"/>
                </a:lnTo>
                <a:cubicBezTo>
                  <a:pt x="4148" y="10133"/>
                  <a:pt x="4267" y="10252"/>
                  <a:pt x="4267" y="10400"/>
                </a:cubicBezTo>
                <a:cubicBezTo>
                  <a:pt x="4267" y="10547"/>
                  <a:pt x="4148" y="10666"/>
                  <a:pt x="4000" y="10666"/>
                </a:cubicBezTo>
                <a:lnTo>
                  <a:pt x="1600" y="10666"/>
                </a:lnTo>
                <a:cubicBezTo>
                  <a:pt x="1453" y="10666"/>
                  <a:pt x="1334" y="10547"/>
                  <a:pt x="1334" y="10400"/>
                </a:cubicBezTo>
                <a:close/>
                <a:moveTo>
                  <a:pt x="2578" y="6057"/>
                </a:moveTo>
                <a:cubicBezTo>
                  <a:pt x="2475" y="6153"/>
                  <a:pt x="2315" y="6151"/>
                  <a:pt x="2215" y="6051"/>
                </a:cubicBezTo>
                <a:cubicBezTo>
                  <a:pt x="2116" y="5952"/>
                  <a:pt x="2113" y="5791"/>
                  <a:pt x="2210" y="5689"/>
                </a:cubicBezTo>
                <a:lnTo>
                  <a:pt x="3784" y="4114"/>
                </a:lnTo>
                <a:cubicBezTo>
                  <a:pt x="3793" y="4102"/>
                  <a:pt x="3798" y="4087"/>
                  <a:pt x="3810" y="4076"/>
                </a:cubicBezTo>
                <a:cubicBezTo>
                  <a:pt x="3860" y="4026"/>
                  <a:pt x="3929" y="3999"/>
                  <a:pt x="4000" y="4001"/>
                </a:cubicBezTo>
                <a:cubicBezTo>
                  <a:pt x="4072" y="3998"/>
                  <a:pt x="4141" y="4026"/>
                  <a:pt x="4191" y="4076"/>
                </a:cubicBezTo>
                <a:cubicBezTo>
                  <a:pt x="4202" y="4087"/>
                  <a:pt x="4208" y="4102"/>
                  <a:pt x="4216" y="4114"/>
                </a:cubicBezTo>
                <a:lnTo>
                  <a:pt x="5334" y="5231"/>
                </a:lnTo>
                <a:lnTo>
                  <a:pt x="5918" y="4647"/>
                </a:lnTo>
                <a:cubicBezTo>
                  <a:pt x="5926" y="4635"/>
                  <a:pt x="5932" y="4620"/>
                  <a:pt x="5943" y="4609"/>
                </a:cubicBezTo>
                <a:cubicBezTo>
                  <a:pt x="5993" y="4559"/>
                  <a:pt x="6062" y="4532"/>
                  <a:pt x="6134" y="4534"/>
                </a:cubicBezTo>
                <a:cubicBezTo>
                  <a:pt x="6205" y="4532"/>
                  <a:pt x="6274" y="4559"/>
                  <a:pt x="6324" y="4609"/>
                </a:cubicBezTo>
                <a:cubicBezTo>
                  <a:pt x="6336" y="4620"/>
                  <a:pt x="6341" y="4635"/>
                  <a:pt x="6350" y="4647"/>
                </a:cubicBezTo>
                <a:lnTo>
                  <a:pt x="7391" y="5689"/>
                </a:lnTo>
                <a:cubicBezTo>
                  <a:pt x="7487" y="5791"/>
                  <a:pt x="7485" y="5952"/>
                  <a:pt x="7385" y="6051"/>
                </a:cubicBezTo>
                <a:cubicBezTo>
                  <a:pt x="7286" y="6151"/>
                  <a:pt x="7125" y="6153"/>
                  <a:pt x="7023" y="6057"/>
                </a:cubicBezTo>
                <a:lnTo>
                  <a:pt x="6134" y="5168"/>
                </a:lnTo>
                <a:lnTo>
                  <a:pt x="5702" y="5600"/>
                </a:lnTo>
                <a:lnTo>
                  <a:pt x="5791" y="5689"/>
                </a:lnTo>
                <a:cubicBezTo>
                  <a:pt x="5887" y="5791"/>
                  <a:pt x="5885" y="5952"/>
                  <a:pt x="5785" y="6051"/>
                </a:cubicBezTo>
                <a:cubicBezTo>
                  <a:pt x="5686" y="6151"/>
                  <a:pt x="5525" y="6153"/>
                  <a:pt x="5423" y="6057"/>
                </a:cubicBezTo>
                <a:lnTo>
                  <a:pt x="4000" y="4635"/>
                </a:lnTo>
                <a:lnTo>
                  <a:pt x="2578" y="6057"/>
                </a:lnTo>
                <a:close/>
                <a:moveTo>
                  <a:pt x="5600" y="7466"/>
                </a:moveTo>
                <a:lnTo>
                  <a:pt x="8000" y="7466"/>
                </a:lnTo>
                <a:cubicBezTo>
                  <a:pt x="8148" y="7466"/>
                  <a:pt x="8267" y="7586"/>
                  <a:pt x="8267" y="7733"/>
                </a:cubicBezTo>
                <a:cubicBezTo>
                  <a:pt x="8267" y="7880"/>
                  <a:pt x="8148" y="8000"/>
                  <a:pt x="8000" y="8000"/>
                </a:cubicBezTo>
                <a:lnTo>
                  <a:pt x="5600" y="8000"/>
                </a:lnTo>
                <a:cubicBezTo>
                  <a:pt x="5453" y="8000"/>
                  <a:pt x="5334" y="7880"/>
                  <a:pt x="5334" y="7733"/>
                </a:cubicBezTo>
                <a:cubicBezTo>
                  <a:pt x="5334" y="7586"/>
                  <a:pt x="5453" y="7466"/>
                  <a:pt x="5600" y="7466"/>
                </a:cubicBezTo>
                <a:close/>
                <a:moveTo>
                  <a:pt x="5600" y="8800"/>
                </a:moveTo>
                <a:lnTo>
                  <a:pt x="8000" y="8800"/>
                </a:lnTo>
                <a:cubicBezTo>
                  <a:pt x="8148" y="8800"/>
                  <a:pt x="8267" y="8919"/>
                  <a:pt x="8267" y="9066"/>
                </a:cubicBezTo>
                <a:cubicBezTo>
                  <a:pt x="8267" y="9214"/>
                  <a:pt x="8148" y="9333"/>
                  <a:pt x="8000" y="9333"/>
                </a:cubicBezTo>
                <a:lnTo>
                  <a:pt x="5600" y="9333"/>
                </a:lnTo>
                <a:cubicBezTo>
                  <a:pt x="5453" y="9333"/>
                  <a:pt x="5334" y="9214"/>
                  <a:pt x="5334" y="9066"/>
                </a:cubicBezTo>
                <a:cubicBezTo>
                  <a:pt x="5334" y="8919"/>
                  <a:pt x="5453" y="8800"/>
                  <a:pt x="5600" y="8800"/>
                </a:cubicBezTo>
                <a:close/>
                <a:moveTo>
                  <a:pt x="5600" y="10133"/>
                </a:moveTo>
                <a:lnTo>
                  <a:pt x="8000" y="10133"/>
                </a:lnTo>
                <a:cubicBezTo>
                  <a:pt x="8148" y="10133"/>
                  <a:pt x="8267" y="10252"/>
                  <a:pt x="8267" y="10400"/>
                </a:cubicBezTo>
                <a:cubicBezTo>
                  <a:pt x="8267" y="10547"/>
                  <a:pt x="8148" y="10666"/>
                  <a:pt x="8000" y="10666"/>
                </a:cubicBezTo>
                <a:lnTo>
                  <a:pt x="5600" y="10666"/>
                </a:lnTo>
                <a:cubicBezTo>
                  <a:pt x="5453" y="10666"/>
                  <a:pt x="5334" y="10547"/>
                  <a:pt x="5334" y="10400"/>
                </a:cubicBezTo>
                <a:cubicBezTo>
                  <a:pt x="5334" y="10252"/>
                  <a:pt x="5453" y="10133"/>
                  <a:pt x="5600" y="10133"/>
                </a:cubicBezTo>
                <a:close/>
                <a:moveTo>
                  <a:pt x="5867" y="3866"/>
                </a:moveTo>
                <a:cubicBezTo>
                  <a:pt x="5867" y="4087"/>
                  <a:pt x="5688" y="4266"/>
                  <a:pt x="5467" y="4266"/>
                </a:cubicBezTo>
                <a:cubicBezTo>
                  <a:pt x="5246" y="4266"/>
                  <a:pt x="5067" y="4087"/>
                  <a:pt x="5067" y="3866"/>
                </a:cubicBezTo>
                <a:cubicBezTo>
                  <a:pt x="5067" y="3645"/>
                  <a:pt x="5246" y="3466"/>
                  <a:pt x="5467" y="3466"/>
                </a:cubicBezTo>
                <a:cubicBezTo>
                  <a:pt x="5688" y="3466"/>
                  <a:pt x="5867" y="3645"/>
                  <a:pt x="5867" y="3866"/>
                </a:cubicBezTo>
                <a:close/>
                <a:moveTo>
                  <a:pt x="6667" y="2400"/>
                </a:moveTo>
                <a:lnTo>
                  <a:pt x="2934" y="2400"/>
                </a:lnTo>
                <a:cubicBezTo>
                  <a:pt x="2786" y="2400"/>
                  <a:pt x="2667" y="2280"/>
                  <a:pt x="2667" y="2133"/>
                </a:cubicBezTo>
                <a:cubicBezTo>
                  <a:pt x="2667" y="1986"/>
                  <a:pt x="2786" y="1866"/>
                  <a:pt x="2934" y="1866"/>
                </a:cubicBezTo>
                <a:lnTo>
                  <a:pt x="6667" y="1866"/>
                </a:lnTo>
                <a:cubicBezTo>
                  <a:pt x="6814" y="1866"/>
                  <a:pt x="6934" y="1986"/>
                  <a:pt x="6934" y="2133"/>
                </a:cubicBezTo>
                <a:cubicBezTo>
                  <a:pt x="6934" y="2280"/>
                  <a:pt x="6814" y="2400"/>
                  <a:pt x="6667" y="2400"/>
                </a:cubicBezTo>
                <a:close/>
                <a:moveTo>
                  <a:pt x="1600" y="8800"/>
                </a:moveTo>
                <a:lnTo>
                  <a:pt x="4000" y="8800"/>
                </a:lnTo>
                <a:cubicBezTo>
                  <a:pt x="4148" y="8800"/>
                  <a:pt x="4267" y="8919"/>
                  <a:pt x="4267" y="9066"/>
                </a:cubicBezTo>
                <a:cubicBezTo>
                  <a:pt x="4267" y="9214"/>
                  <a:pt x="4148" y="9333"/>
                  <a:pt x="4000" y="9333"/>
                </a:cubicBezTo>
                <a:lnTo>
                  <a:pt x="1600" y="9333"/>
                </a:lnTo>
                <a:cubicBezTo>
                  <a:pt x="1453" y="9333"/>
                  <a:pt x="1334" y="9214"/>
                  <a:pt x="1334" y="9066"/>
                </a:cubicBezTo>
                <a:cubicBezTo>
                  <a:pt x="1334" y="8919"/>
                  <a:pt x="1453" y="8800"/>
                  <a:pt x="1600" y="8800"/>
                </a:cubicBezTo>
                <a:close/>
                <a:moveTo>
                  <a:pt x="4267" y="7733"/>
                </a:moveTo>
                <a:cubicBezTo>
                  <a:pt x="4267" y="7880"/>
                  <a:pt x="4148" y="8000"/>
                  <a:pt x="4000" y="8000"/>
                </a:cubicBezTo>
                <a:lnTo>
                  <a:pt x="1600" y="8000"/>
                </a:lnTo>
                <a:cubicBezTo>
                  <a:pt x="1453" y="8000"/>
                  <a:pt x="1334" y="7880"/>
                  <a:pt x="1334" y="7733"/>
                </a:cubicBezTo>
                <a:cubicBezTo>
                  <a:pt x="1334" y="7586"/>
                  <a:pt x="1453" y="7466"/>
                  <a:pt x="1600" y="7466"/>
                </a:cubicBezTo>
                <a:lnTo>
                  <a:pt x="4000" y="7466"/>
                </a:lnTo>
                <a:cubicBezTo>
                  <a:pt x="4148" y="7466"/>
                  <a:pt x="4267" y="7586"/>
                  <a:pt x="4267" y="77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29" name="图形 2"/>
          <p:cNvSpPr>
            <a:spLocks noChangeAspect="1"/>
          </p:cNvSpPr>
          <p:nvPr/>
        </p:nvSpPr>
        <p:spPr>
          <a:xfrm>
            <a:off x="7935916" y="5027659"/>
            <a:ext cx="300701" cy="268884"/>
          </a:xfrm>
          <a:custGeom>
            <a:avLst/>
            <a:gdLst>
              <a:gd name="T0" fmla="*/ 12266 w 12266"/>
              <a:gd name="T1" fmla="*/ 9633 h 10966"/>
              <a:gd name="T2" fmla="*/ 10933 w 12266"/>
              <a:gd name="T3" fmla="*/ 10966 h 10966"/>
              <a:gd name="T4" fmla="*/ 1333 w 12266"/>
              <a:gd name="T5" fmla="*/ 10966 h 10966"/>
              <a:gd name="T6" fmla="*/ 0 w 12266"/>
              <a:gd name="T7" fmla="*/ 9633 h 10966"/>
              <a:gd name="T8" fmla="*/ 0 w 12266"/>
              <a:gd name="T9" fmla="*/ 1899 h 10966"/>
              <a:gd name="T10" fmla="*/ 1066 w 12266"/>
              <a:gd name="T11" fmla="*/ 833 h 10966"/>
              <a:gd name="T12" fmla="*/ 6445 w 12266"/>
              <a:gd name="T13" fmla="*/ 833 h 10966"/>
              <a:gd name="T14" fmla="*/ 8605 w 12266"/>
              <a:gd name="T15" fmla="*/ 50 h 10966"/>
              <a:gd name="T16" fmla="*/ 8943 w 12266"/>
              <a:gd name="T17" fmla="*/ 207 h 10966"/>
              <a:gd name="T18" fmla="*/ 9171 w 12266"/>
              <a:gd name="T19" fmla="*/ 833 h 10966"/>
              <a:gd name="T20" fmla="*/ 10133 w 12266"/>
              <a:gd name="T21" fmla="*/ 833 h 10966"/>
              <a:gd name="T22" fmla="*/ 11200 w 12266"/>
              <a:gd name="T23" fmla="*/ 1899 h 10966"/>
              <a:gd name="T24" fmla="*/ 11200 w 12266"/>
              <a:gd name="T25" fmla="*/ 2433 h 10966"/>
              <a:gd name="T26" fmla="*/ 12266 w 12266"/>
              <a:gd name="T27" fmla="*/ 3499 h 10966"/>
              <a:gd name="T28" fmla="*/ 12266 w 12266"/>
              <a:gd name="T29" fmla="*/ 9633 h 10966"/>
              <a:gd name="T30" fmla="*/ 1066 w 12266"/>
              <a:gd name="T31" fmla="*/ 1366 h 10966"/>
              <a:gd name="T32" fmla="*/ 533 w 12266"/>
              <a:gd name="T33" fmla="*/ 1899 h 10966"/>
              <a:gd name="T34" fmla="*/ 1066 w 12266"/>
              <a:gd name="T35" fmla="*/ 2433 h 10966"/>
              <a:gd name="T36" fmla="*/ 2035 w 12266"/>
              <a:gd name="T37" fmla="*/ 2433 h 10966"/>
              <a:gd name="T38" fmla="*/ 2044 w 12266"/>
              <a:gd name="T39" fmla="*/ 2427 h 10966"/>
              <a:gd name="T40" fmla="*/ 4973 w 12266"/>
              <a:gd name="T41" fmla="*/ 1366 h 10966"/>
              <a:gd name="T42" fmla="*/ 1066 w 12266"/>
              <a:gd name="T43" fmla="*/ 1366 h 10966"/>
              <a:gd name="T44" fmla="*/ 8820 w 12266"/>
              <a:gd name="T45" fmla="*/ 1414 h 10966"/>
              <a:gd name="T46" fmla="*/ 8537 w 12266"/>
              <a:gd name="T47" fmla="*/ 635 h 10966"/>
              <a:gd name="T48" fmla="*/ 8537 w 12266"/>
              <a:gd name="T49" fmla="*/ 635 h 10966"/>
              <a:gd name="T50" fmla="*/ 7990 w 12266"/>
              <a:gd name="T51" fmla="*/ 833 h 10966"/>
              <a:gd name="T52" fmla="*/ 7991 w 12266"/>
              <a:gd name="T53" fmla="*/ 833 h 10966"/>
              <a:gd name="T54" fmla="*/ 6520 w 12266"/>
              <a:gd name="T55" fmla="*/ 1366 h 10966"/>
              <a:gd name="T56" fmla="*/ 6518 w 12266"/>
              <a:gd name="T57" fmla="*/ 1366 h 10966"/>
              <a:gd name="T58" fmla="*/ 3574 w 12266"/>
              <a:gd name="T59" fmla="*/ 2433 h 10966"/>
              <a:gd name="T60" fmla="*/ 9191 w 12266"/>
              <a:gd name="T61" fmla="*/ 2433 h 10966"/>
              <a:gd name="T62" fmla="*/ 8820 w 12266"/>
              <a:gd name="T63" fmla="*/ 1414 h 10966"/>
              <a:gd name="T64" fmla="*/ 10666 w 12266"/>
              <a:gd name="T65" fmla="*/ 1899 h 10966"/>
              <a:gd name="T66" fmla="*/ 10133 w 12266"/>
              <a:gd name="T67" fmla="*/ 1366 h 10966"/>
              <a:gd name="T68" fmla="*/ 9364 w 12266"/>
              <a:gd name="T69" fmla="*/ 1366 h 10966"/>
              <a:gd name="T70" fmla="*/ 9752 w 12266"/>
              <a:gd name="T71" fmla="*/ 2433 h 10966"/>
              <a:gd name="T72" fmla="*/ 10666 w 12266"/>
              <a:gd name="T73" fmla="*/ 2433 h 10966"/>
              <a:gd name="T74" fmla="*/ 10666 w 12266"/>
              <a:gd name="T75" fmla="*/ 1899 h 10966"/>
              <a:gd name="T76" fmla="*/ 11200 w 12266"/>
              <a:gd name="T77" fmla="*/ 2966 h 10966"/>
              <a:gd name="T78" fmla="*/ 1066 w 12266"/>
              <a:gd name="T79" fmla="*/ 2966 h 10966"/>
              <a:gd name="T80" fmla="*/ 533 w 12266"/>
              <a:gd name="T81" fmla="*/ 2818 h 10966"/>
              <a:gd name="T82" fmla="*/ 533 w 12266"/>
              <a:gd name="T83" fmla="*/ 9633 h 10966"/>
              <a:gd name="T84" fmla="*/ 1333 w 12266"/>
              <a:gd name="T85" fmla="*/ 10433 h 10966"/>
              <a:gd name="T86" fmla="*/ 10933 w 12266"/>
              <a:gd name="T87" fmla="*/ 10433 h 10966"/>
              <a:gd name="T88" fmla="*/ 11733 w 12266"/>
              <a:gd name="T89" fmla="*/ 9633 h 10966"/>
              <a:gd name="T90" fmla="*/ 11733 w 12266"/>
              <a:gd name="T91" fmla="*/ 7766 h 10966"/>
              <a:gd name="T92" fmla="*/ 10666 w 12266"/>
              <a:gd name="T93" fmla="*/ 7766 h 10966"/>
              <a:gd name="T94" fmla="*/ 9600 w 12266"/>
              <a:gd name="T95" fmla="*/ 6699 h 10966"/>
              <a:gd name="T96" fmla="*/ 10666 w 12266"/>
              <a:gd name="T97" fmla="*/ 5633 h 10966"/>
              <a:gd name="T98" fmla="*/ 11733 w 12266"/>
              <a:gd name="T99" fmla="*/ 5633 h 10966"/>
              <a:gd name="T100" fmla="*/ 11733 w 12266"/>
              <a:gd name="T101" fmla="*/ 3499 h 10966"/>
              <a:gd name="T102" fmla="*/ 11200 w 12266"/>
              <a:gd name="T103" fmla="*/ 2966 h 10966"/>
              <a:gd name="T104" fmla="*/ 11733 w 12266"/>
              <a:gd name="T105" fmla="*/ 7233 h 10966"/>
              <a:gd name="T106" fmla="*/ 11733 w 12266"/>
              <a:gd name="T107" fmla="*/ 6166 h 10966"/>
              <a:gd name="T108" fmla="*/ 10666 w 12266"/>
              <a:gd name="T109" fmla="*/ 6166 h 10966"/>
              <a:gd name="T110" fmla="*/ 10133 w 12266"/>
              <a:gd name="T111" fmla="*/ 6699 h 10966"/>
              <a:gd name="T112" fmla="*/ 10666 w 12266"/>
              <a:gd name="T113" fmla="*/ 7233 h 10966"/>
              <a:gd name="T114" fmla="*/ 11733 w 12266"/>
              <a:gd name="T115" fmla="*/ 7233 h 10966"/>
              <a:gd name="T116" fmla="*/ 10666 w 12266"/>
              <a:gd name="T117" fmla="*/ 6433 h 10966"/>
              <a:gd name="T118" fmla="*/ 11200 w 12266"/>
              <a:gd name="T119" fmla="*/ 6433 h 10966"/>
              <a:gd name="T120" fmla="*/ 11200 w 12266"/>
              <a:gd name="T121" fmla="*/ 6966 h 10966"/>
              <a:gd name="T122" fmla="*/ 10666 w 12266"/>
              <a:gd name="T123" fmla="*/ 6966 h 10966"/>
              <a:gd name="T124" fmla="*/ 10666 w 12266"/>
              <a:gd name="T125" fmla="*/ 6433 h 109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266" h="10966">
                <a:moveTo>
                  <a:pt x="12266" y="9633"/>
                </a:moveTo>
                <a:cubicBezTo>
                  <a:pt x="12266" y="10369"/>
                  <a:pt x="11669" y="10966"/>
                  <a:pt x="10933" y="10966"/>
                </a:cubicBezTo>
                <a:lnTo>
                  <a:pt x="1333" y="10966"/>
                </a:lnTo>
                <a:cubicBezTo>
                  <a:pt x="597" y="10966"/>
                  <a:pt x="0" y="10369"/>
                  <a:pt x="0" y="9633"/>
                </a:cubicBezTo>
                <a:lnTo>
                  <a:pt x="0" y="1899"/>
                </a:lnTo>
                <a:cubicBezTo>
                  <a:pt x="0" y="1310"/>
                  <a:pt x="477" y="833"/>
                  <a:pt x="1066" y="833"/>
                </a:cubicBezTo>
                <a:lnTo>
                  <a:pt x="6445" y="833"/>
                </a:lnTo>
                <a:lnTo>
                  <a:pt x="8605" y="50"/>
                </a:lnTo>
                <a:cubicBezTo>
                  <a:pt x="8742" y="0"/>
                  <a:pt x="8893" y="71"/>
                  <a:pt x="8943" y="207"/>
                </a:cubicBezTo>
                <a:lnTo>
                  <a:pt x="9171" y="833"/>
                </a:lnTo>
                <a:lnTo>
                  <a:pt x="10133" y="833"/>
                </a:lnTo>
                <a:cubicBezTo>
                  <a:pt x="10722" y="833"/>
                  <a:pt x="11200" y="1310"/>
                  <a:pt x="11200" y="1899"/>
                </a:cubicBezTo>
                <a:lnTo>
                  <a:pt x="11200" y="2433"/>
                </a:lnTo>
                <a:cubicBezTo>
                  <a:pt x="11789" y="2433"/>
                  <a:pt x="12266" y="2910"/>
                  <a:pt x="12266" y="3499"/>
                </a:cubicBezTo>
                <a:lnTo>
                  <a:pt x="12266" y="9633"/>
                </a:lnTo>
                <a:close/>
                <a:moveTo>
                  <a:pt x="1066" y="1366"/>
                </a:moveTo>
                <a:cubicBezTo>
                  <a:pt x="772" y="1366"/>
                  <a:pt x="533" y="1605"/>
                  <a:pt x="533" y="1899"/>
                </a:cubicBezTo>
                <a:cubicBezTo>
                  <a:pt x="533" y="2194"/>
                  <a:pt x="772" y="2433"/>
                  <a:pt x="1066" y="2433"/>
                </a:cubicBezTo>
                <a:lnTo>
                  <a:pt x="2035" y="2433"/>
                </a:lnTo>
                <a:cubicBezTo>
                  <a:pt x="2039" y="2431"/>
                  <a:pt x="2041" y="2428"/>
                  <a:pt x="2044" y="2427"/>
                </a:cubicBezTo>
                <a:lnTo>
                  <a:pt x="4973" y="1366"/>
                </a:lnTo>
                <a:lnTo>
                  <a:pt x="1066" y="1366"/>
                </a:lnTo>
                <a:close/>
                <a:moveTo>
                  <a:pt x="8820" y="1414"/>
                </a:moveTo>
                <a:lnTo>
                  <a:pt x="8537" y="635"/>
                </a:lnTo>
                <a:lnTo>
                  <a:pt x="8537" y="635"/>
                </a:lnTo>
                <a:lnTo>
                  <a:pt x="7990" y="833"/>
                </a:lnTo>
                <a:lnTo>
                  <a:pt x="7991" y="833"/>
                </a:lnTo>
                <a:lnTo>
                  <a:pt x="6520" y="1366"/>
                </a:lnTo>
                <a:lnTo>
                  <a:pt x="6518" y="1366"/>
                </a:lnTo>
                <a:lnTo>
                  <a:pt x="3574" y="2433"/>
                </a:lnTo>
                <a:lnTo>
                  <a:pt x="9191" y="2433"/>
                </a:lnTo>
                <a:lnTo>
                  <a:pt x="8820" y="1414"/>
                </a:lnTo>
                <a:close/>
                <a:moveTo>
                  <a:pt x="10666" y="1899"/>
                </a:moveTo>
                <a:cubicBezTo>
                  <a:pt x="10666" y="1605"/>
                  <a:pt x="10428" y="1366"/>
                  <a:pt x="10133" y="1366"/>
                </a:cubicBezTo>
                <a:lnTo>
                  <a:pt x="9364" y="1366"/>
                </a:lnTo>
                <a:lnTo>
                  <a:pt x="9752" y="2433"/>
                </a:lnTo>
                <a:lnTo>
                  <a:pt x="10666" y="2433"/>
                </a:lnTo>
                <a:lnTo>
                  <a:pt x="10666" y="1899"/>
                </a:lnTo>
                <a:close/>
                <a:moveTo>
                  <a:pt x="11200" y="2966"/>
                </a:moveTo>
                <a:lnTo>
                  <a:pt x="1066" y="2966"/>
                </a:lnTo>
                <a:cubicBezTo>
                  <a:pt x="871" y="2966"/>
                  <a:pt x="690" y="2910"/>
                  <a:pt x="533" y="2818"/>
                </a:cubicBezTo>
                <a:lnTo>
                  <a:pt x="533" y="9633"/>
                </a:lnTo>
                <a:cubicBezTo>
                  <a:pt x="533" y="10074"/>
                  <a:pt x="891" y="10433"/>
                  <a:pt x="1333" y="10433"/>
                </a:cubicBezTo>
                <a:lnTo>
                  <a:pt x="10933" y="10433"/>
                </a:lnTo>
                <a:cubicBezTo>
                  <a:pt x="11375" y="10433"/>
                  <a:pt x="11733" y="10074"/>
                  <a:pt x="11733" y="9633"/>
                </a:cubicBezTo>
                <a:lnTo>
                  <a:pt x="11733" y="7766"/>
                </a:lnTo>
                <a:lnTo>
                  <a:pt x="10666" y="7766"/>
                </a:lnTo>
                <a:cubicBezTo>
                  <a:pt x="10077" y="7766"/>
                  <a:pt x="9600" y="7288"/>
                  <a:pt x="9600" y="6699"/>
                </a:cubicBezTo>
                <a:cubicBezTo>
                  <a:pt x="9600" y="6110"/>
                  <a:pt x="10077" y="5633"/>
                  <a:pt x="10666" y="5633"/>
                </a:cubicBezTo>
                <a:lnTo>
                  <a:pt x="11733" y="5633"/>
                </a:lnTo>
                <a:lnTo>
                  <a:pt x="11733" y="3499"/>
                </a:lnTo>
                <a:cubicBezTo>
                  <a:pt x="11733" y="3205"/>
                  <a:pt x="11494" y="2966"/>
                  <a:pt x="11200" y="2966"/>
                </a:cubicBezTo>
                <a:close/>
                <a:moveTo>
                  <a:pt x="11733" y="7233"/>
                </a:moveTo>
                <a:lnTo>
                  <a:pt x="11733" y="6166"/>
                </a:lnTo>
                <a:lnTo>
                  <a:pt x="10666" y="6166"/>
                </a:lnTo>
                <a:cubicBezTo>
                  <a:pt x="10372" y="6166"/>
                  <a:pt x="10133" y="6405"/>
                  <a:pt x="10133" y="6699"/>
                </a:cubicBezTo>
                <a:cubicBezTo>
                  <a:pt x="10133" y="6994"/>
                  <a:pt x="10372" y="7233"/>
                  <a:pt x="10666" y="7233"/>
                </a:cubicBezTo>
                <a:lnTo>
                  <a:pt x="11733" y="7233"/>
                </a:lnTo>
                <a:close/>
                <a:moveTo>
                  <a:pt x="10666" y="6433"/>
                </a:moveTo>
                <a:lnTo>
                  <a:pt x="11200" y="6433"/>
                </a:lnTo>
                <a:lnTo>
                  <a:pt x="11200" y="6966"/>
                </a:lnTo>
                <a:lnTo>
                  <a:pt x="10666" y="6966"/>
                </a:lnTo>
                <a:lnTo>
                  <a:pt x="10666" y="64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sp>
        <p:nvSpPr>
          <p:cNvPr id="30" name="图形 2"/>
          <p:cNvSpPr>
            <a:spLocks noChangeAspect="1"/>
          </p:cNvSpPr>
          <p:nvPr/>
        </p:nvSpPr>
        <p:spPr>
          <a:xfrm>
            <a:off x="9723173" y="2243180"/>
            <a:ext cx="303230" cy="269506"/>
          </a:xfrm>
          <a:custGeom>
            <a:avLst/>
            <a:gdLst>
              <a:gd name="T0" fmla="*/ 11200 w 11520"/>
              <a:gd name="T1" fmla="*/ 0 h 10240"/>
              <a:gd name="T2" fmla="*/ 320 w 11520"/>
              <a:gd name="T3" fmla="*/ 0 h 10240"/>
              <a:gd name="T4" fmla="*/ 0 w 11520"/>
              <a:gd name="T5" fmla="*/ 320 h 10240"/>
              <a:gd name="T6" fmla="*/ 0 w 11520"/>
              <a:gd name="T7" fmla="*/ 9920 h 10240"/>
              <a:gd name="T8" fmla="*/ 320 w 11520"/>
              <a:gd name="T9" fmla="*/ 10240 h 10240"/>
              <a:gd name="T10" fmla="*/ 11200 w 11520"/>
              <a:gd name="T11" fmla="*/ 10240 h 10240"/>
              <a:gd name="T12" fmla="*/ 11520 w 11520"/>
              <a:gd name="T13" fmla="*/ 9920 h 10240"/>
              <a:gd name="T14" fmla="*/ 11520 w 11520"/>
              <a:gd name="T15" fmla="*/ 320 h 10240"/>
              <a:gd name="T16" fmla="*/ 11200 w 11520"/>
              <a:gd name="T17" fmla="*/ 0 h 10240"/>
              <a:gd name="T18" fmla="*/ 10880 w 11520"/>
              <a:gd name="T19" fmla="*/ 640 h 10240"/>
              <a:gd name="T20" fmla="*/ 10880 w 11520"/>
              <a:gd name="T21" fmla="*/ 7040 h 10240"/>
              <a:gd name="T22" fmla="*/ 640 w 11520"/>
              <a:gd name="T23" fmla="*/ 7040 h 10240"/>
              <a:gd name="T24" fmla="*/ 640 w 11520"/>
              <a:gd name="T25" fmla="*/ 640 h 10240"/>
              <a:gd name="T26" fmla="*/ 10880 w 11520"/>
              <a:gd name="T27" fmla="*/ 640 h 10240"/>
              <a:gd name="T28" fmla="*/ 640 w 11520"/>
              <a:gd name="T29" fmla="*/ 9600 h 10240"/>
              <a:gd name="T30" fmla="*/ 640 w 11520"/>
              <a:gd name="T31" fmla="*/ 7680 h 10240"/>
              <a:gd name="T32" fmla="*/ 10880 w 11520"/>
              <a:gd name="T33" fmla="*/ 7680 h 10240"/>
              <a:gd name="T34" fmla="*/ 10880 w 11520"/>
              <a:gd name="T35" fmla="*/ 9600 h 10240"/>
              <a:gd name="T36" fmla="*/ 640 w 11520"/>
              <a:gd name="T37" fmla="*/ 9600 h 10240"/>
              <a:gd name="T38" fmla="*/ 6080 w 11520"/>
              <a:gd name="T39" fmla="*/ 8320 h 10240"/>
              <a:gd name="T40" fmla="*/ 1600 w 11520"/>
              <a:gd name="T41" fmla="*/ 8320 h 10240"/>
              <a:gd name="T42" fmla="*/ 1280 w 11520"/>
              <a:gd name="T43" fmla="*/ 8640 h 10240"/>
              <a:gd name="T44" fmla="*/ 1600 w 11520"/>
              <a:gd name="T45" fmla="*/ 8960 h 10240"/>
              <a:gd name="T46" fmla="*/ 6080 w 11520"/>
              <a:gd name="T47" fmla="*/ 8960 h 10240"/>
              <a:gd name="T48" fmla="*/ 6400 w 11520"/>
              <a:gd name="T49" fmla="*/ 8640 h 10240"/>
              <a:gd name="T50" fmla="*/ 6080 w 11520"/>
              <a:gd name="T51" fmla="*/ 8320 h 10240"/>
              <a:gd name="T52" fmla="*/ 9920 w 11520"/>
              <a:gd name="T53" fmla="*/ 8320 h 10240"/>
              <a:gd name="T54" fmla="*/ 8000 w 11520"/>
              <a:gd name="T55" fmla="*/ 8320 h 10240"/>
              <a:gd name="T56" fmla="*/ 7680 w 11520"/>
              <a:gd name="T57" fmla="*/ 8640 h 10240"/>
              <a:gd name="T58" fmla="*/ 8000 w 11520"/>
              <a:gd name="T59" fmla="*/ 8960 h 10240"/>
              <a:gd name="T60" fmla="*/ 9920 w 11520"/>
              <a:gd name="T61" fmla="*/ 8960 h 10240"/>
              <a:gd name="T62" fmla="*/ 10240 w 11520"/>
              <a:gd name="T63" fmla="*/ 8640 h 10240"/>
              <a:gd name="T64" fmla="*/ 9920 w 11520"/>
              <a:gd name="T65" fmla="*/ 8320 h 10240"/>
              <a:gd name="T66" fmla="*/ 1600 w 11520"/>
              <a:gd name="T67" fmla="*/ 4480 h 10240"/>
              <a:gd name="T68" fmla="*/ 2880 w 11520"/>
              <a:gd name="T69" fmla="*/ 4480 h 10240"/>
              <a:gd name="T70" fmla="*/ 3168 w 11520"/>
              <a:gd name="T71" fmla="*/ 4288 h 10240"/>
              <a:gd name="T72" fmla="*/ 4160 w 11520"/>
              <a:gd name="T73" fmla="*/ 2304 h 10240"/>
              <a:gd name="T74" fmla="*/ 6112 w 11520"/>
              <a:gd name="T75" fmla="*/ 6208 h 10240"/>
              <a:gd name="T76" fmla="*/ 6400 w 11520"/>
              <a:gd name="T77" fmla="*/ 6400 h 10240"/>
              <a:gd name="T78" fmla="*/ 6688 w 11520"/>
              <a:gd name="T79" fmla="*/ 6208 h 10240"/>
              <a:gd name="T80" fmla="*/ 8000 w 11520"/>
              <a:gd name="T81" fmla="*/ 3584 h 10240"/>
              <a:gd name="T82" fmla="*/ 8352 w 11520"/>
              <a:gd name="T83" fmla="*/ 4288 h 10240"/>
              <a:gd name="T84" fmla="*/ 8640 w 11520"/>
              <a:gd name="T85" fmla="*/ 4480 h 10240"/>
              <a:gd name="T86" fmla="*/ 9920 w 11520"/>
              <a:gd name="T87" fmla="*/ 4480 h 10240"/>
              <a:gd name="T88" fmla="*/ 10240 w 11520"/>
              <a:gd name="T89" fmla="*/ 4160 h 10240"/>
              <a:gd name="T90" fmla="*/ 9920 w 11520"/>
              <a:gd name="T91" fmla="*/ 3840 h 10240"/>
              <a:gd name="T92" fmla="*/ 8832 w 11520"/>
              <a:gd name="T93" fmla="*/ 3840 h 10240"/>
              <a:gd name="T94" fmla="*/ 8288 w 11520"/>
              <a:gd name="T95" fmla="*/ 2752 h 10240"/>
              <a:gd name="T96" fmla="*/ 7712 w 11520"/>
              <a:gd name="T97" fmla="*/ 2752 h 10240"/>
              <a:gd name="T98" fmla="*/ 6400 w 11520"/>
              <a:gd name="T99" fmla="*/ 5376 h 10240"/>
              <a:gd name="T100" fmla="*/ 4448 w 11520"/>
              <a:gd name="T101" fmla="*/ 1472 h 10240"/>
              <a:gd name="T102" fmla="*/ 3872 w 11520"/>
              <a:gd name="T103" fmla="*/ 1472 h 10240"/>
              <a:gd name="T104" fmla="*/ 2688 w 11520"/>
              <a:gd name="T105" fmla="*/ 3840 h 10240"/>
              <a:gd name="T106" fmla="*/ 1600 w 11520"/>
              <a:gd name="T107" fmla="*/ 3840 h 10240"/>
              <a:gd name="T108" fmla="*/ 1280 w 11520"/>
              <a:gd name="T109" fmla="*/ 4160 h 10240"/>
              <a:gd name="T110" fmla="*/ 1600 w 11520"/>
              <a:gd name="T111" fmla="*/ 4480 h 10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1520" h="10240">
                <a:moveTo>
                  <a:pt x="11200" y="0"/>
                </a:moveTo>
                <a:lnTo>
                  <a:pt x="320" y="0"/>
                </a:lnTo>
                <a:cubicBezTo>
                  <a:pt x="128" y="0"/>
                  <a:pt x="0" y="128"/>
                  <a:pt x="0" y="320"/>
                </a:cubicBezTo>
                <a:lnTo>
                  <a:pt x="0" y="9920"/>
                </a:lnTo>
                <a:cubicBezTo>
                  <a:pt x="0" y="10112"/>
                  <a:pt x="128" y="10240"/>
                  <a:pt x="320" y="10240"/>
                </a:cubicBezTo>
                <a:lnTo>
                  <a:pt x="11200" y="10240"/>
                </a:lnTo>
                <a:cubicBezTo>
                  <a:pt x="11392" y="10240"/>
                  <a:pt x="11520" y="10112"/>
                  <a:pt x="11520" y="9920"/>
                </a:cubicBezTo>
                <a:lnTo>
                  <a:pt x="11520" y="320"/>
                </a:lnTo>
                <a:cubicBezTo>
                  <a:pt x="11520" y="128"/>
                  <a:pt x="11392" y="0"/>
                  <a:pt x="11200" y="0"/>
                </a:cubicBezTo>
                <a:close/>
                <a:moveTo>
                  <a:pt x="10880" y="640"/>
                </a:moveTo>
                <a:lnTo>
                  <a:pt x="10880" y="7040"/>
                </a:lnTo>
                <a:lnTo>
                  <a:pt x="640" y="7040"/>
                </a:lnTo>
                <a:lnTo>
                  <a:pt x="640" y="640"/>
                </a:lnTo>
                <a:lnTo>
                  <a:pt x="10880" y="640"/>
                </a:lnTo>
                <a:close/>
                <a:moveTo>
                  <a:pt x="640" y="9600"/>
                </a:moveTo>
                <a:lnTo>
                  <a:pt x="640" y="7680"/>
                </a:lnTo>
                <a:lnTo>
                  <a:pt x="10880" y="7680"/>
                </a:lnTo>
                <a:lnTo>
                  <a:pt x="10880" y="9600"/>
                </a:lnTo>
                <a:lnTo>
                  <a:pt x="640" y="9600"/>
                </a:lnTo>
                <a:close/>
                <a:moveTo>
                  <a:pt x="6080" y="8320"/>
                </a:moveTo>
                <a:lnTo>
                  <a:pt x="1600" y="8320"/>
                </a:lnTo>
                <a:cubicBezTo>
                  <a:pt x="1440" y="8320"/>
                  <a:pt x="1280" y="8480"/>
                  <a:pt x="1280" y="8640"/>
                </a:cubicBezTo>
                <a:cubicBezTo>
                  <a:pt x="1280" y="8800"/>
                  <a:pt x="1440" y="8960"/>
                  <a:pt x="1600" y="8960"/>
                </a:cubicBezTo>
                <a:lnTo>
                  <a:pt x="6080" y="8960"/>
                </a:lnTo>
                <a:cubicBezTo>
                  <a:pt x="6240" y="8960"/>
                  <a:pt x="6400" y="8800"/>
                  <a:pt x="6400" y="8640"/>
                </a:cubicBezTo>
                <a:cubicBezTo>
                  <a:pt x="6400" y="8480"/>
                  <a:pt x="6240" y="8320"/>
                  <a:pt x="6080" y="8320"/>
                </a:cubicBezTo>
                <a:close/>
                <a:moveTo>
                  <a:pt x="9920" y="8320"/>
                </a:moveTo>
                <a:lnTo>
                  <a:pt x="8000" y="8320"/>
                </a:lnTo>
                <a:cubicBezTo>
                  <a:pt x="7840" y="8320"/>
                  <a:pt x="7680" y="8448"/>
                  <a:pt x="7680" y="8640"/>
                </a:cubicBezTo>
                <a:cubicBezTo>
                  <a:pt x="7680" y="8800"/>
                  <a:pt x="7840" y="8960"/>
                  <a:pt x="8000" y="8960"/>
                </a:cubicBezTo>
                <a:lnTo>
                  <a:pt x="9920" y="8960"/>
                </a:lnTo>
                <a:cubicBezTo>
                  <a:pt x="10080" y="8960"/>
                  <a:pt x="10240" y="8800"/>
                  <a:pt x="10240" y="8640"/>
                </a:cubicBezTo>
                <a:cubicBezTo>
                  <a:pt x="10240" y="8448"/>
                  <a:pt x="10080" y="8320"/>
                  <a:pt x="9920" y="8320"/>
                </a:cubicBezTo>
                <a:close/>
                <a:moveTo>
                  <a:pt x="1600" y="4480"/>
                </a:moveTo>
                <a:lnTo>
                  <a:pt x="2880" y="4480"/>
                </a:lnTo>
                <a:cubicBezTo>
                  <a:pt x="3008" y="4480"/>
                  <a:pt x="3104" y="4416"/>
                  <a:pt x="3168" y="4288"/>
                </a:cubicBezTo>
                <a:lnTo>
                  <a:pt x="4160" y="2304"/>
                </a:lnTo>
                <a:lnTo>
                  <a:pt x="6112" y="6208"/>
                </a:lnTo>
                <a:cubicBezTo>
                  <a:pt x="6176" y="6304"/>
                  <a:pt x="6272" y="6400"/>
                  <a:pt x="6400" y="6400"/>
                </a:cubicBezTo>
                <a:cubicBezTo>
                  <a:pt x="6528" y="6400"/>
                  <a:pt x="6624" y="6336"/>
                  <a:pt x="6688" y="6208"/>
                </a:cubicBezTo>
                <a:lnTo>
                  <a:pt x="8000" y="3584"/>
                </a:lnTo>
                <a:lnTo>
                  <a:pt x="8352" y="4288"/>
                </a:lnTo>
                <a:cubicBezTo>
                  <a:pt x="8416" y="4384"/>
                  <a:pt x="8512" y="4480"/>
                  <a:pt x="8640" y="4480"/>
                </a:cubicBezTo>
                <a:lnTo>
                  <a:pt x="9920" y="4480"/>
                </a:lnTo>
                <a:cubicBezTo>
                  <a:pt x="10112" y="4480"/>
                  <a:pt x="10240" y="4352"/>
                  <a:pt x="10240" y="4160"/>
                </a:cubicBezTo>
                <a:cubicBezTo>
                  <a:pt x="10240" y="3968"/>
                  <a:pt x="10112" y="3840"/>
                  <a:pt x="9920" y="3840"/>
                </a:cubicBezTo>
                <a:lnTo>
                  <a:pt x="8832" y="3840"/>
                </a:lnTo>
                <a:lnTo>
                  <a:pt x="8288" y="2752"/>
                </a:lnTo>
                <a:cubicBezTo>
                  <a:pt x="8192" y="2528"/>
                  <a:pt x="7808" y="2528"/>
                  <a:pt x="7712" y="2752"/>
                </a:cubicBezTo>
                <a:lnTo>
                  <a:pt x="6400" y="5376"/>
                </a:lnTo>
                <a:lnTo>
                  <a:pt x="4448" y="1472"/>
                </a:lnTo>
                <a:cubicBezTo>
                  <a:pt x="4352" y="1248"/>
                  <a:pt x="3968" y="1248"/>
                  <a:pt x="3872" y="1472"/>
                </a:cubicBezTo>
                <a:lnTo>
                  <a:pt x="2688" y="3840"/>
                </a:lnTo>
                <a:lnTo>
                  <a:pt x="1600" y="3840"/>
                </a:lnTo>
                <a:cubicBezTo>
                  <a:pt x="1408" y="3840"/>
                  <a:pt x="1280" y="3968"/>
                  <a:pt x="1280" y="4160"/>
                </a:cubicBezTo>
                <a:cubicBezTo>
                  <a:pt x="1280" y="4352"/>
                  <a:pt x="1408" y="4480"/>
                  <a:pt x="1600" y="44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+mn-ea"/>
              <a:sym typeface="+mn-lt"/>
            </a:endParaRPr>
          </a:p>
        </p:txBody>
      </p:sp>
      <p:pic>
        <p:nvPicPr>
          <p:cNvPr id="2" name="图形 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8068" y="2920091"/>
            <a:ext cx="990209" cy="902645"/>
          </a:xfrm>
          <a:prstGeom prst="rect">
            <a:avLst/>
          </a:prstGeom>
        </p:spPr>
      </p:pic>
      <p:pic>
        <p:nvPicPr>
          <p:cNvPr id="128" name="图形 12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9222" y="3356967"/>
            <a:ext cx="1747918" cy="3321619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useoModerno Black" pitchFamily="2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471237" y="403058"/>
            <a:ext cx="11249526" cy="6051884"/>
          </a:xfrm>
          <a:prstGeom prst="roundRect">
            <a:avLst>
              <a:gd name="adj" fmla="val 4617"/>
            </a:avLst>
          </a:prstGeom>
          <a:solidFill>
            <a:srgbClr val="FFF9F3"/>
          </a:solidFill>
          <a:ln w="19050">
            <a:solidFill>
              <a:srgbClr val="4556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useoModerno Black" pitchFamily="2" charset="0"/>
            </a:endParaRPr>
          </a:p>
        </p:txBody>
      </p:sp>
      <p:pic>
        <p:nvPicPr>
          <p:cNvPr id="149" name="图形 14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236" y="129438"/>
            <a:ext cx="710568" cy="710568"/>
          </a:xfrm>
          <a:prstGeom prst="rect">
            <a:avLst/>
          </a:prstGeom>
        </p:spPr>
      </p:pic>
      <p:sp>
        <p:nvSpPr>
          <p:cNvPr id="150" name="矩形 149"/>
          <p:cNvSpPr/>
          <p:nvPr/>
        </p:nvSpPr>
        <p:spPr>
          <a:xfrm>
            <a:off x="1038236" y="617522"/>
            <a:ext cx="14059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B52F"/>
                </a:solidFill>
                <a:latin typeface="MuseoModerno Black" pitchFamily="2" charset="0"/>
                <a:cs typeface="Manrope SemiBold" charset="0"/>
              </a:rPr>
              <a:t>logo here</a:t>
            </a:r>
            <a:endParaRPr lang="zh-CN" altLang="en-US" sz="1600" dirty="0">
              <a:solidFill>
                <a:srgbClr val="FFB52F"/>
              </a:solidFill>
              <a:latin typeface="MuseoModerno Black" pitchFamily="2" charset="0"/>
              <a:cs typeface="Manrope SemiBold" charset="0"/>
            </a:endParaRPr>
          </a:p>
        </p:txBody>
      </p:sp>
      <p:pic>
        <p:nvPicPr>
          <p:cNvPr id="153" name="图形 1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03106" y="787894"/>
            <a:ext cx="577945" cy="365018"/>
          </a:xfrm>
          <a:prstGeom prst="rect">
            <a:avLst/>
          </a:prstGeom>
        </p:spPr>
      </p:pic>
      <p:pic>
        <p:nvPicPr>
          <p:cNvPr id="155" name="图形 15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707" y="6218521"/>
            <a:ext cx="424888" cy="424888"/>
          </a:xfrm>
          <a:prstGeom prst="rect">
            <a:avLst/>
          </a:prstGeom>
        </p:spPr>
      </p:pic>
      <p:pic>
        <p:nvPicPr>
          <p:cNvPr id="156" name="图形 15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9108" y="6205523"/>
            <a:ext cx="450884" cy="450884"/>
          </a:xfrm>
          <a:prstGeom prst="rect">
            <a:avLst/>
          </a:prstGeom>
        </p:spPr>
      </p:pic>
      <p:pic>
        <p:nvPicPr>
          <p:cNvPr id="157" name="图形 15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10827948" y="6383661"/>
            <a:ext cx="514098" cy="158184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80527" y="1152912"/>
            <a:ext cx="4486873" cy="4654128"/>
            <a:chOff x="1380527" y="1112681"/>
            <a:chExt cx="4715473" cy="4891249"/>
          </a:xfrm>
        </p:grpSpPr>
        <p:pic>
          <p:nvPicPr>
            <p:cNvPr id="145" name="图形 144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724242" y="1544284"/>
              <a:ext cx="4028043" cy="4028043"/>
            </a:xfrm>
            <a:prstGeom prst="rect">
              <a:avLst/>
            </a:prstGeom>
          </p:spPr>
        </p:pic>
        <p:pic>
          <p:nvPicPr>
            <p:cNvPr id="2" name="图形 1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380527" y="1112681"/>
              <a:ext cx="4715473" cy="4891249"/>
            </a:xfrm>
            <a:prstGeom prst="rect">
              <a:avLst/>
            </a:prstGeom>
          </p:spPr>
        </p:pic>
      </p:grpSp>
      <p:sp>
        <p:nvSpPr>
          <p:cNvPr id="154" name="矩形 153"/>
          <p:cNvSpPr/>
          <p:nvPr/>
        </p:nvSpPr>
        <p:spPr>
          <a:xfrm>
            <a:off x="6257952" y="1342616"/>
            <a:ext cx="3000348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5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02</a:t>
            </a:r>
            <a:endParaRPr lang="zh-CN" altLang="en-US" sz="115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6296052" y="2908031"/>
            <a:ext cx="491639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dirty="0">
                <a:solidFill>
                  <a:srgbClr val="FFB52F"/>
                </a:solidFill>
                <a:latin typeface="MuseoModerno Black" pitchFamily="2" charset="0"/>
                <a:cs typeface="Manrope SemiBold" charset="0"/>
              </a:rPr>
              <a:t>Team Introduction</a:t>
            </a:r>
            <a:endParaRPr lang="zh-CN" altLang="en-US" sz="5000" dirty="0">
              <a:solidFill>
                <a:srgbClr val="FFB52F"/>
              </a:solidFill>
              <a:latin typeface="MuseoModerno Black" pitchFamily="2" charset="0"/>
              <a:cs typeface="Manrope SemiBold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413502" y="4639507"/>
            <a:ext cx="4849749" cy="573875"/>
            <a:chOff x="6350425" y="4453686"/>
            <a:chExt cx="4849749" cy="573875"/>
          </a:xfrm>
        </p:grpSpPr>
        <p:grpSp>
          <p:nvGrpSpPr>
            <p:cNvPr id="163" name="组合 162"/>
            <p:cNvGrpSpPr/>
            <p:nvPr/>
          </p:nvGrpSpPr>
          <p:grpSpPr>
            <a:xfrm>
              <a:off x="6350425" y="4541906"/>
              <a:ext cx="852530" cy="397434"/>
              <a:chOff x="3971239" y="1943294"/>
              <a:chExt cx="1163867" cy="542573"/>
            </a:xfrm>
          </p:grpSpPr>
          <p:sp>
            <p:nvSpPr>
              <p:cNvPr id="164" name="椭圆 163"/>
              <p:cNvSpPr/>
              <p:nvPr/>
            </p:nvSpPr>
            <p:spPr>
              <a:xfrm>
                <a:off x="3971239" y="1943294"/>
                <a:ext cx="542573" cy="542573"/>
              </a:xfrm>
              <a:prstGeom prst="ellipse">
                <a:avLst/>
              </a:prstGeom>
              <a:solidFill>
                <a:srgbClr val="FFB52F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165" name="椭圆 164"/>
              <p:cNvSpPr/>
              <p:nvPr/>
            </p:nvSpPr>
            <p:spPr>
              <a:xfrm>
                <a:off x="4592533" y="1943294"/>
                <a:ext cx="542573" cy="542573"/>
              </a:xfrm>
              <a:prstGeom prst="ellipse">
                <a:avLst/>
              </a:prstGeom>
              <a:solidFill>
                <a:srgbClr val="FFB52F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166" name="Oval 140"/>
              <p:cNvSpPr/>
              <p:nvPr/>
            </p:nvSpPr>
            <p:spPr>
              <a:xfrm>
                <a:off x="4137894" y="2119906"/>
                <a:ext cx="209263" cy="189349"/>
              </a:xfrm>
              <a:custGeom>
                <a:avLst/>
                <a:gdLst>
                  <a:gd name="connsiteX0" fmla="*/ 362353 w 606580"/>
                  <a:gd name="connsiteY0" fmla="*/ 250084 h 548858"/>
                  <a:gd name="connsiteX1" fmla="*/ 513151 w 606580"/>
                  <a:gd name="connsiteY1" fmla="*/ 250084 h 548858"/>
                  <a:gd name="connsiteX2" fmla="*/ 513151 w 606580"/>
                  <a:gd name="connsiteY2" fmla="*/ 287907 h 548858"/>
                  <a:gd name="connsiteX3" fmla="*/ 362353 w 606580"/>
                  <a:gd name="connsiteY3" fmla="*/ 287907 h 548858"/>
                  <a:gd name="connsiteX4" fmla="*/ 362353 w 606580"/>
                  <a:gd name="connsiteY4" fmla="*/ 193349 h 548858"/>
                  <a:gd name="connsiteX5" fmla="*/ 513151 w 606580"/>
                  <a:gd name="connsiteY5" fmla="*/ 193349 h 548858"/>
                  <a:gd name="connsiteX6" fmla="*/ 513151 w 606580"/>
                  <a:gd name="connsiteY6" fmla="*/ 231172 h 548858"/>
                  <a:gd name="connsiteX7" fmla="*/ 362353 w 606580"/>
                  <a:gd name="connsiteY7" fmla="*/ 231172 h 548858"/>
                  <a:gd name="connsiteX8" fmla="*/ 228608 w 606580"/>
                  <a:gd name="connsiteY8" fmla="*/ 151254 h 548858"/>
                  <a:gd name="connsiteX9" fmla="*/ 228608 w 606580"/>
                  <a:gd name="connsiteY9" fmla="*/ 195378 h 548858"/>
                  <a:gd name="connsiteX10" fmla="*/ 275122 w 606580"/>
                  <a:gd name="connsiteY10" fmla="*/ 195378 h 548858"/>
                  <a:gd name="connsiteX11" fmla="*/ 228608 w 606580"/>
                  <a:gd name="connsiteY11" fmla="*/ 151254 h 548858"/>
                  <a:gd name="connsiteX12" fmla="*/ 190635 w 606580"/>
                  <a:gd name="connsiteY12" fmla="*/ 148843 h 548858"/>
                  <a:gd name="connsiteX13" fmla="*/ 131402 w 606580"/>
                  <a:gd name="connsiteY13" fmla="*/ 221611 h 548858"/>
                  <a:gd name="connsiteX14" fmla="*/ 205769 w 606580"/>
                  <a:gd name="connsiteY14" fmla="*/ 295862 h 548858"/>
                  <a:gd name="connsiteX15" fmla="*/ 279022 w 606580"/>
                  <a:gd name="connsiteY15" fmla="*/ 233291 h 548858"/>
                  <a:gd name="connsiteX16" fmla="*/ 190635 w 606580"/>
                  <a:gd name="connsiteY16" fmla="*/ 233291 h 548858"/>
                  <a:gd name="connsiteX17" fmla="*/ 362353 w 606580"/>
                  <a:gd name="connsiteY17" fmla="*/ 133086 h 548858"/>
                  <a:gd name="connsiteX18" fmla="*/ 513151 w 606580"/>
                  <a:gd name="connsiteY18" fmla="*/ 133086 h 548858"/>
                  <a:gd name="connsiteX19" fmla="*/ 513151 w 606580"/>
                  <a:gd name="connsiteY19" fmla="*/ 171050 h 548858"/>
                  <a:gd name="connsiteX20" fmla="*/ 362353 w 606580"/>
                  <a:gd name="connsiteY20" fmla="*/ 171050 h 548858"/>
                  <a:gd name="connsiteX21" fmla="*/ 205769 w 606580"/>
                  <a:gd name="connsiteY21" fmla="*/ 109447 h 548858"/>
                  <a:gd name="connsiteX22" fmla="*/ 318109 w 606580"/>
                  <a:gd name="connsiteY22" fmla="*/ 221611 h 548858"/>
                  <a:gd name="connsiteX23" fmla="*/ 205769 w 606580"/>
                  <a:gd name="connsiteY23" fmla="*/ 333775 h 548858"/>
                  <a:gd name="connsiteX24" fmla="*/ 93429 w 606580"/>
                  <a:gd name="connsiteY24" fmla="*/ 221611 h 548858"/>
                  <a:gd name="connsiteX25" fmla="*/ 205769 w 606580"/>
                  <a:gd name="connsiteY25" fmla="*/ 109447 h 548858"/>
                  <a:gd name="connsiteX26" fmla="*/ 37882 w 606580"/>
                  <a:gd name="connsiteY26" fmla="*/ 37913 h 548858"/>
                  <a:gd name="connsiteX27" fmla="*/ 37882 w 606580"/>
                  <a:gd name="connsiteY27" fmla="*/ 405363 h 548858"/>
                  <a:gd name="connsiteX28" fmla="*/ 568698 w 606580"/>
                  <a:gd name="connsiteY28" fmla="*/ 405363 h 548858"/>
                  <a:gd name="connsiteX29" fmla="*/ 568698 w 606580"/>
                  <a:gd name="connsiteY29" fmla="*/ 37913 h 548858"/>
                  <a:gd name="connsiteX30" fmla="*/ 18941 w 606580"/>
                  <a:gd name="connsiteY30" fmla="*/ 0 h 548858"/>
                  <a:gd name="connsiteX31" fmla="*/ 587639 w 606580"/>
                  <a:gd name="connsiteY31" fmla="*/ 0 h 548858"/>
                  <a:gd name="connsiteX32" fmla="*/ 606580 w 606580"/>
                  <a:gd name="connsiteY32" fmla="*/ 18910 h 548858"/>
                  <a:gd name="connsiteX33" fmla="*/ 606580 w 606580"/>
                  <a:gd name="connsiteY33" fmla="*/ 424273 h 548858"/>
                  <a:gd name="connsiteX34" fmla="*/ 587639 w 606580"/>
                  <a:gd name="connsiteY34" fmla="*/ 443184 h 548858"/>
                  <a:gd name="connsiteX35" fmla="*/ 322277 w 606580"/>
                  <a:gd name="connsiteY35" fmla="*/ 443184 h 548858"/>
                  <a:gd name="connsiteX36" fmla="*/ 322277 w 606580"/>
                  <a:gd name="connsiteY36" fmla="*/ 511038 h 548858"/>
                  <a:gd name="connsiteX37" fmla="*/ 450223 w 606580"/>
                  <a:gd name="connsiteY37" fmla="*/ 511038 h 548858"/>
                  <a:gd name="connsiteX38" fmla="*/ 450223 w 606580"/>
                  <a:gd name="connsiteY38" fmla="*/ 548858 h 548858"/>
                  <a:gd name="connsiteX39" fmla="*/ 156357 w 606580"/>
                  <a:gd name="connsiteY39" fmla="*/ 548858 h 548858"/>
                  <a:gd name="connsiteX40" fmla="*/ 156357 w 606580"/>
                  <a:gd name="connsiteY40" fmla="*/ 511038 h 548858"/>
                  <a:gd name="connsiteX41" fmla="*/ 284395 w 606580"/>
                  <a:gd name="connsiteY41" fmla="*/ 511038 h 548858"/>
                  <a:gd name="connsiteX42" fmla="*/ 284395 w 606580"/>
                  <a:gd name="connsiteY42" fmla="*/ 443184 h 548858"/>
                  <a:gd name="connsiteX43" fmla="*/ 18941 w 606580"/>
                  <a:gd name="connsiteY43" fmla="*/ 443184 h 548858"/>
                  <a:gd name="connsiteX44" fmla="*/ 0 w 606580"/>
                  <a:gd name="connsiteY44" fmla="*/ 424273 h 548858"/>
                  <a:gd name="connsiteX45" fmla="*/ 0 w 606580"/>
                  <a:gd name="connsiteY45" fmla="*/ 18910 h 548858"/>
                  <a:gd name="connsiteX46" fmla="*/ 18941 w 606580"/>
                  <a:gd name="connsiteY46" fmla="*/ 0 h 548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606580" h="548858">
                    <a:moveTo>
                      <a:pt x="362353" y="250084"/>
                    </a:moveTo>
                    <a:lnTo>
                      <a:pt x="513151" y="250084"/>
                    </a:lnTo>
                    <a:lnTo>
                      <a:pt x="513151" y="287907"/>
                    </a:lnTo>
                    <a:lnTo>
                      <a:pt x="362353" y="287907"/>
                    </a:lnTo>
                    <a:close/>
                    <a:moveTo>
                      <a:pt x="362353" y="193349"/>
                    </a:moveTo>
                    <a:lnTo>
                      <a:pt x="513151" y="193349"/>
                    </a:lnTo>
                    <a:lnTo>
                      <a:pt x="513151" y="231172"/>
                    </a:lnTo>
                    <a:lnTo>
                      <a:pt x="362353" y="231172"/>
                    </a:lnTo>
                    <a:close/>
                    <a:moveTo>
                      <a:pt x="228608" y="151254"/>
                    </a:moveTo>
                    <a:lnTo>
                      <a:pt x="228608" y="195378"/>
                    </a:lnTo>
                    <a:lnTo>
                      <a:pt x="275122" y="195378"/>
                    </a:lnTo>
                    <a:cubicBezTo>
                      <a:pt x="267138" y="174428"/>
                      <a:pt x="250055" y="158206"/>
                      <a:pt x="228608" y="151254"/>
                    </a:cubicBezTo>
                    <a:close/>
                    <a:moveTo>
                      <a:pt x="190635" y="148843"/>
                    </a:moveTo>
                    <a:cubicBezTo>
                      <a:pt x="156841" y="155888"/>
                      <a:pt x="131402" y="185830"/>
                      <a:pt x="131402" y="221611"/>
                    </a:cubicBezTo>
                    <a:cubicBezTo>
                      <a:pt x="131402" y="262583"/>
                      <a:pt x="164732" y="295862"/>
                      <a:pt x="205769" y="295862"/>
                    </a:cubicBezTo>
                    <a:cubicBezTo>
                      <a:pt x="242813" y="295862"/>
                      <a:pt x="273358" y="268701"/>
                      <a:pt x="279022" y="233291"/>
                    </a:cubicBezTo>
                    <a:lnTo>
                      <a:pt x="190635" y="233291"/>
                    </a:lnTo>
                    <a:close/>
                    <a:moveTo>
                      <a:pt x="362353" y="133086"/>
                    </a:moveTo>
                    <a:lnTo>
                      <a:pt x="513151" y="133086"/>
                    </a:lnTo>
                    <a:lnTo>
                      <a:pt x="513151" y="171050"/>
                    </a:lnTo>
                    <a:lnTo>
                      <a:pt x="362353" y="171050"/>
                    </a:lnTo>
                    <a:close/>
                    <a:moveTo>
                      <a:pt x="205769" y="109447"/>
                    </a:moveTo>
                    <a:cubicBezTo>
                      <a:pt x="267788" y="109447"/>
                      <a:pt x="318109" y="159689"/>
                      <a:pt x="318109" y="221611"/>
                    </a:cubicBezTo>
                    <a:cubicBezTo>
                      <a:pt x="318109" y="283533"/>
                      <a:pt x="267788" y="333775"/>
                      <a:pt x="205769" y="333775"/>
                    </a:cubicBezTo>
                    <a:cubicBezTo>
                      <a:pt x="143750" y="333775"/>
                      <a:pt x="93429" y="283533"/>
                      <a:pt x="93429" y="221611"/>
                    </a:cubicBezTo>
                    <a:cubicBezTo>
                      <a:pt x="93429" y="159689"/>
                      <a:pt x="143750" y="109447"/>
                      <a:pt x="205769" y="109447"/>
                    </a:cubicBezTo>
                    <a:close/>
                    <a:moveTo>
                      <a:pt x="37882" y="37913"/>
                    </a:moveTo>
                    <a:lnTo>
                      <a:pt x="37882" y="405363"/>
                    </a:lnTo>
                    <a:lnTo>
                      <a:pt x="568698" y="405363"/>
                    </a:lnTo>
                    <a:lnTo>
                      <a:pt x="568698" y="37913"/>
                    </a:lnTo>
                    <a:close/>
                    <a:moveTo>
                      <a:pt x="18941" y="0"/>
                    </a:moveTo>
                    <a:lnTo>
                      <a:pt x="587639" y="0"/>
                    </a:lnTo>
                    <a:cubicBezTo>
                      <a:pt x="598038" y="0"/>
                      <a:pt x="606580" y="8528"/>
                      <a:pt x="606580" y="18910"/>
                    </a:cubicBezTo>
                    <a:lnTo>
                      <a:pt x="606580" y="424273"/>
                    </a:lnTo>
                    <a:cubicBezTo>
                      <a:pt x="606580" y="434656"/>
                      <a:pt x="598038" y="443184"/>
                      <a:pt x="587639" y="443184"/>
                    </a:cubicBezTo>
                    <a:lnTo>
                      <a:pt x="322277" y="443184"/>
                    </a:lnTo>
                    <a:lnTo>
                      <a:pt x="322277" y="511038"/>
                    </a:lnTo>
                    <a:lnTo>
                      <a:pt x="450223" y="511038"/>
                    </a:lnTo>
                    <a:lnTo>
                      <a:pt x="450223" y="548858"/>
                    </a:lnTo>
                    <a:lnTo>
                      <a:pt x="156357" y="548858"/>
                    </a:lnTo>
                    <a:lnTo>
                      <a:pt x="156357" y="511038"/>
                    </a:lnTo>
                    <a:lnTo>
                      <a:pt x="284395" y="511038"/>
                    </a:lnTo>
                    <a:lnTo>
                      <a:pt x="284395" y="443184"/>
                    </a:lnTo>
                    <a:lnTo>
                      <a:pt x="18941" y="443184"/>
                    </a:lnTo>
                    <a:cubicBezTo>
                      <a:pt x="8542" y="443184"/>
                      <a:pt x="0" y="434656"/>
                      <a:pt x="0" y="424273"/>
                    </a:cubicBezTo>
                    <a:lnTo>
                      <a:pt x="0" y="18910"/>
                    </a:lnTo>
                    <a:cubicBezTo>
                      <a:pt x="0" y="8528"/>
                      <a:pt x="8542" y="0"/>
                      <a:pt x="1894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167" name="Oval 140"/>
              <p:cNvSpPr/>
              <p:nvPr/>
            </p:nvSpPr>
            <p:spPr>
              <a:xfrm>
                <a:off x="4763628" y="2109949"/>
                <a:ext cx="200383" cy="209263"/>
              </a:xfrm>
              <a:custGeom>
                <a:avLst/>
                <a:gdLst>
                  <a:gd name="T0" fmla="*/ 10185 w 10671"/>
                  <a:gd name="T1" fmla="*/ 3987 h 11145"/>
                  <a:gd name="T2" fmla="*/ 10185 w 10671"/>
                  <a:gd name="T3" fmla="*/ 2746 h 11145"/>
                  <a:gd name="T4" fmla="*/ 7848 w 10671"/>
                  <a:gd name="T5" fmla="*/ 408 h 11145"/>
                  <a:gd name="T6" fmla="*/ 4449 w 10671"/>
                  <a:gd name="T7" fmla="*/ 408 h 11145"/>
                  <a:gd name="T8" fmla="*/ 4348 w 10671"/>
                  <a:gd name="T9" fmla="*/ 200 h 11145"/>
                  <a:gd name="T10" fmla="*/ 4030 w 10671"/>
                  <a:gd name="T11" fmla="*/ 0 h 11145"/>
                  <a:gd name="T12" fmla="*/ 2544 w 10671"/>
                  <a:gd name="T13" fmla="*/ 0 h 11145"/>
                  <a:gd name="T14" fmla="*/ 0 w 10671"/>
                  <a:gd name="T15" fmla="*/ 2543 h 11145"/>
                  <a:gd name="T16" fmla="*/ 0 w 10671"/>
                  <a:gd name="T17" fmla="*/ 8601 h 11145"/>
                  <a:gd name="T18" fmla="*/ 2544 w 10671"/>
                  <a:gd name="T19" fmla="*/ 11145 h 11145"/>
                  <a:gd name="T20" fmla="*/ 8128 w 10671"/>
                  <a:gd name="T21" fmla="*/ 11145 h 11145"/>
                  <a:gd name="T22" fmla="*/ 10671 w 10671"/>
                  <a:gd name="T23" fmla="*/ 8601 h 11145"/>
                  <a:gd name="T24" fmla="*/ 10671 w 10671"/>
                  <a:gd name="T25" fmla="*/ 4612 h 11145"/>
                  <a:gd name="T26" fmla="*/ 10185 w 10671"/>
                  <a:gd name="T27" fmla="*/ 3987 h 11145"/>
                  <a:gd name="T28" fmla="*/ 7848 w 10671"/>
                  <a:gd name="T29" fmla="*/ 1115 h 11145"/>
                  <a:gd name="T30" fmla="*/ 9479 w 10671"/>
                  <a:gd name="T31" fmla="*/ 2746 h 11145"/>
                  <a:gd name="T32" fmla="*/ 9479 w 10671"/>
                  <a:gd name="T33" fmla="*/ 3966 h 11145"/>
                  <a:gd name="T34" fmla="*/ 6166 w 10671"/>
                  <a:gd name="T35" fmla="*/ 3966 h 11145"/>
                  <a:gd name="T36" fmla="*/ 4790 w 10671"/>
                  <a:gd name="T37" fmla="*/ 1115 h 11145"/>
                  <a:gd name="T38" fmla="*/ 7848 w 10671"/>
                  <a:gd name="T39" fmla="*/ 1115 h 11145"/>
                  <a:gd name="T40" fmla="*/ 9964 w 10671"/>
                  <a:gd name="T41" fmla="*/ 8601 h 11145"/>
                  <a:gd name="T42" fmla="*/ 8126 w 10671"/>
                  <a:gd name="T43" fmla="*/ 10438 h 11145"/>
                  <a:gd name="T44" fmla="*/ 2544 w 10671"/>
                  <a:gd name="T45" fmla="*/ 10438 h 11145"/>
                  <a:gd name="T46" fmla="*/ 706 w 10671"/>
                  <a:gd name="T47" fmla="*/ 8601 h 11145"/>
                  <a:gd name="T48" fmla="*/ 706 w 10671"/>
                  <a:gd name="T49" fmla="*/ 2543 h 11145"/>
                  <a:gd name="T50" fmla="*/ 2544 w 10671"/>
                  <a:gd name="T51" fmla="*/ 706 h 11145"/>
                  <a:gd name="T52" fmla="*/ 3809 w 10671"/>
                  <a:gd name="T53" fmla="*/ 706 h 11145"/>
                  <a:gd name="T54" fmla="*/ 5626 w 10671"/>
                  <a:gd name="T55" fmla="*/ 4472 h 11145"/>
                  <a:gd name="T56" fmla="*/ 5944 w 10671"/>
                  <a:gd name="T57" fmla="*/ 4672 h 11145"/>
                  <a:gd name="T58" fmla="*/ 9964 w 10671"/>
                  <a:gd name="T59" fmla="*/ 4672 h 11145"/>
                  <a:gd name="T60" fmla="*/ 9964 w 10671"/>
                  <a:gd name="T61" fmla="*/ 8601 h 11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671" h="11145">
                    <a:moveTo>
                      <a:pt x="10185" y="3987"/>
                    </a:moveTo>
                    <a:lnTo>
                      <a:pt x="10185" y="2746"/>
                    </a:lnTo>
                    <a:cubicBezTo>
                      <a:pt x="10185" y="1457"/>
                      <a:pt x="9136" y="408"/>
                      <a:pt x="7848" y="408"/>
                    </a:cubicBezTo>
                    <a:lnTo>
                      <a:pt x="4449" y="408"/>
                    </a:lnTo>
                    <a:lnTo>
                      <a:pt x="4348" y="200"/>
                    </a:lnTo>
                    <a:cubicBezTo>
                      <a:pt x="4289" y="77"/>
                      <a:pt x="4165" y="0"/>
                      <a:pt x="4030" y="0"/>
                    </a:cubicBezTo>
                    <a:lnTo>
                      <a:pt x="2544" y="0"/>
                    </a:lnTo>
                    <a:cubicBezTo>
                      <a:pt x="1141" y="0"/>
                      <a:pt x="0" y="1141"/>
                      <a:pt x="0" y="2543"/>
                    </a:cubicBezTo>
                    <a:lnTo>
                      <a:pt x="0" y="8601"/>
                    </a:lnTo>
                    <a:cubicBezTo>
                      <a:pt x="0" y="10003"/>
                      <a:pt x="1141" y="11145"/>
                      <a:pt x="2544" y="11145"/>
                    </a:cubicBezTo>
                    <a:lnTo>
                      <a:pt x="8128" y="11145"/>
                    </a:lnTo>
                    <a:cubicBezTo>
                      <a:pt x="9530" y="11145"/>
                      <a:pt x="10671" y="10003"/>
                      <a:pt x="10671" y="8601"/>
                    </a:cubicBezTo>
                    <a:lnTo>
                      <a:pt x="10671" y="4612"/>
                    </a:lnTo>
                    <a:cubicBezTo>
                      <a:pt x="10670" y="4311"/>
                      <a:pt x="10464" y="4058"/>
                      <a:pt x="10185" y="3987"/>
                    </a:cubicBezTo>
                    <a:close/>
                    <a:moveTo>
                      <a:pt x="7848" y="1115"/>
                    </a:moveTo>
                    <a:cubicBezTo>
                      <a:pt x="8748" y="1115"/>
                      <a:pt x="9479" y="1846"/>
                      <a:pt x="9479" y="2746"/>
                    </a:cubicBezTo>
                    <a:lnTo>
                      <a:pt x="9479" y="3966"/>
                    </a:lnTo>
                    <a:lnTo>
                      <a:pt x="6166" y="3966"/>
                    </a:lnTo>
                    <a:lnTo>
                      <a:pt x="4790" y="1115"/>
                    </a:lnTo>
                    <a:lnTo>
                      <a:pt x="7848" y="1115"/>
                    </a:lnTo>
                    <a:close/>
                    <a:moveTo>
                      <a:pt x="9964" y="8601"/>
                    </a:moveTo>
                    <a:cubicBezTo>
                      <a:pt x="9964" y="9615"/>
                      <a:pt x="9140" y="10438"/>
                      <a:pt x="8126" y="10438"/>
                    </a:cubicBezTo>
                    <a:lnTo>
                      <a:pt x="2544" y="10438"/>
                    </a:lnTo>
                    <a:cubicBezTo>
                      <a:pt x="1530" y="10438"/>
                      <a:pt x="706" y="9615"/>
                      <a:pt x="706" y="8601"/>
                    </a:cubicBezTo>
                    <a:lnTo>
                      <a:pt x="706" y="2543"/>
                    </a:lnTo>
                    <a:cubicBezTo>
                      <a:pt x="706" y="1530"/>
                      <a:pt x="1530" y="706"/>
                      <a:pt x="2544" y="706"/>
                    </a:cubicBezTo>
                    <a:lnTo>
                      <a:pt x="3809" y="706"/>
                    </a:lnTo>
                    <a:lnTo>
                      <a:pt x="5626" y="4472"/>
                    </a:lnTo>
                    <a:cubicBezTo>
                      <a:pt x="5685" y="4595"/>
                      <a:pt x="5809" y="4672"/>
                      <a:pt x="5944" y="4672"/>
                    </a:cubicBezTo>
                    <a:lnTo>
                      <a:pt x="9964" y="4672"/>
                    </a:lnTo>
                    <a:lnTo>
                      <a:pt x="9964" y="860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</p:grpSp>
        <p:sp>
          <p:nvSpPr>
            <p:cNvPr id="168" name="矩形 167"/>
            <p:cNvSpPr/>
            <p:nvPr/>
          </p:nvSpPr>
          <p:spPr>
            <a:xfrm>
              <a:off x="7217477" y="4453686"/>
              <a:ext cx="3982697" cy="573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Manrope SemiBold" charset="0"/>
                </a:rPr>
                <a:t>It serves a variety of purposes, making presentations powerful tools for convincing and teaching.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anrope SemiBold" charset="0"/>
              </a:endParaRPr>
            </a:p>
          </p:txBody>
        </p:sp>
      </p:grpSp>
    </p:spTree>
    <p:custDataLst>
      <p:tags r:id="rId1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1006475" y="406131"/>
            <a:ext cx="65055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Team Introduction</a:t>
            </a:r>
            <a:endParaRPr lang="zh-CN" altLang="en-US" sz="36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71891" y="1880029"/>
            <a:ext cx="10448218" cy="3844691"/>
            <a:chOff x="764068" y="2184829"/>
            <a:chExt cx="10628882" cy="3911171"/>
          </a:xfrm>
        </p:grpSpPr>
        <p:sp>
          <p:nvSpPr>
            <p:cNvPr id="3" name="Circle"/>
            <p:cNvSpPr/>
            <p:nvPr/>
          </p:nvSpPr>
          <p:spPr>
            <a:xfrm>
              <a:off x="764068" y="2378001"/>
              <a:ext cx="508001" cy="508001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+mj-ea"/>
                  <a:ea typeface="+mj-ea"/>
                  <a:cs typeface="Manrope SemiBold" charset="0"/>
                  <a:sym typeface="Manrope SemiBold" charset="0"/>
                </a:rPr>
                <a:t>A</a:t>
              </a:r>
              <a:endParaRPr sz="2000" dirty="0">
                <a:solidFill>
                  <a:schemeClr val="bg1"/>
                </a:solidFill>
                <a:latin typeface="+mj-ea"/>
                <a:ea typeface="+mj-ea"/>
                <a:cs typeface="Manrope SemiBold" charset="0"/>
                <a:sym typeface="Manrope SemiBold" charset="0"/>
              </a:endParaRPr>
            </a:p>
          </p:txBody>
        </p:sp>
        <p:sp>
          <p:nvSpPr>
            <p:cNvPr id="4" name="TextBox 9"/>
            <p:cNvSpPr txBox="1"/>
            <p:nvPr/>
          </p:nvSpPr>
          <p:spPr>
            <a:xfrm>
              <a:off x="1383194" y="2605194"/>
              <a:ext cx="1959962" cy="5331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ts val="1800"/>
                </a:lnSpc>
                <a:spcBef>
                  <a:spcPts val="12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defRPr>
              </a:lvl1pPr>
            </a:lstStyle>
            <a:p>
              <a:pPr lvl="0" algn="l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+mn-ea"/>
                  <a:sym typeface="+mn-lt"/>
                </a:rPr>
                <a:t>Making powerful tools for convincing and teaching.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SemiBold" charset="0"/>
                <a:ea typeface="Manrope SemiBold" charset="0"/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83194" y="2247277"/>
              <a:ext cx="1477742" cy="3130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lang="en-US" altLang="zh-CN" sz="2000" dirty="0">
                  <a:solidFill>
                    <a:schemeClr val="accent2"/>
                  </a:solidFill>
                  <a:latin typeface="+mj-ea"/>
                  <a:ea typeface="+mj-ea"/>
                  <a:cs typeface="MuseoModerno Black" pitchFamily="2" charset="0"/>
                </a:rPr>
                <a:t>Title here</a:t>
              </a:r>
              <a:endParaRPr lang="zh-CN" altLang="en-US" sz="2000" dirty="0">
                <a:solidFill>
                  <a:schemeClr val="accent2"/>
                </a:solidFill>
                <a:latin typeface="+mj-ea"/>
                <a:ea typeface="+mj-ea"/>
                <a:cs typeface="MuseoModerno Black" pitchFamily="2" charset="0"/>
              </a:endParaRPr>
            </a:p>
          </p:txBody>
        </p:sp>
        <p:sp>
          <p:nvSpPr>
            <p:cNvPr id="6" name="Circle"/>
            <p:cNvSpPr/>
            <p:nvPr/>
          </p:nvSpPr>
          <p:spPr>
            <a:xfrm>
              <a:off x="3559151" y="2378001"/>
              <a:ext cx="508001" cy="508001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+mj-ea"/>
                  <a:ea typeface="+mj-ea"/>
                  <a:cs typeface="Manrope SemiBold" charset="0"/>
                </a:rPr>
                <a:t>B</a:t>
              </a:r>
              <a:endParaRPr sz="2000" dirty="0">
                <a:solidFill>
                  <a:schemeClr val="bg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7" name="文本"/>
            <p:cNvSpPr txBox="1"/>
            <p:nvPr/>
          </p:nvSpPr>
          <p:spPr>
            <a:xfrm>
              <a:off x="3682976" y="2388961"/>
              <a:ext cx="65" cy="413959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0" tIns="0" rIns="0" bIns="0" anchor="ctr">
              <a:spAutoFit/>
            </a:bodyPr>
            <a:lstStyle>
              <a:lvl1pPr defTabSz="914400">
                <a:lnSpc>
                  <a:spcPct val="150000"/>
                </a:lnSpc>
                <a:defRPr sz="4000" b="0">
                  <a:solidFill>
                    <a:srgbClr val="F7F9FF"/>
                  </a:solidFill>
                  <a:latin typeface="linea-basic-10"/>
                  <a:ea typeface="linea-basic-10"/>
                  <a:cs typeface="linea-basic-10"/>
                  <a:sym typeface="linea-basic-10"/>
                </a:defRPr>
              </a:lvl1pPr>
            </a:lstStyle>
            <a:p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anrope SemiBold" charset="0"/>
                <a:sym typeface="Manrope SemiBold" charset="0"/>
              </a:endParaRPr>
            </a:p>
          </p:txBody>
        </p:sp>
        <p:sp>
          <p:nvSpPr>
            <p:cNvPr id="8" name="TextBox 9"/>
            <p:cNvSpPr txBox="1"/>
            <p:nvPr/>
          </p:nvSpPr>
          <p:spPr>
            <a:xfrm>
              <a:off x="4211343" y="2605194"/>
              <a:ext cx="1940436" cy="5314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ts val="1800"/>
                </a:lnSpc>
                <a:spcBef>
                  <a:spcPts val="12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defRPr>
              </a:lvl1pPr>
            </a:lstStyle>
            <a:p>
              <a:pPr lvl="0" algn="l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+mn-ea"/>
                  <a:sym typeface="+mn-lt"/>
                </a:rPr>
                <a:t>Making powerful tools for convincing and teaching.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SemiBold" charset="0"/>
                <a:ea typeface="Manrope SemiBold" charset="0"/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211343" y="2247277"/>
              <a:ext cx="1477742" cy="3130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lang="en-US" altLang="zh-CN" sz="2000" dirty="0">
                  <a:solidFill>
                    <a:schemeClr val="accent1"/>
                  </a:solidFill>
                  <a:latin typeface="+mj-ea"/>
                  <a:ea typeface="+mj-ea"/>
                  <a:cs typeface="MuseoModerno Black" pitchFamily="2" charset="0"/>
                </a:rPr>
                <a:t>Title here</a:t>
              </a:r>
              <a:endPara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MuseoModerno Black" pitchFamily="2" charset="0"/>
              </a:endParaRPr>
            </a:p>
          </p:txBody>
        </p:sp>
        <p:graphicFrame>
          <p:nvGraphicFramePr>
            <p:cNvPr id="10" name="2D Stacked Column Chart"/>
            <p:cNvGraphicFramePr/>
            <p:nvPr/>
          </p:nvGraphicFramePr>
          <p:xfrm>
            <a:off x="764069" y="3381149"/>
            <a:ext cx="3042388" cy="271485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graphicFrame>
          <p:nvGraphicFramePr>
            <p:cNvPr id="11" name="2D Donut Chart"/>
            <p:cNvGraphicFramePr/>
            <p:nvPr/>
          </p:nvGraphicFramePr>
          <p:xfrm>
            <a:off x="6449678" y="2184829"/>
            <a:ext cx="1477742" cy="147774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2" name="80"/>
            <p:cNvSpPr txBox="1"/>
            <p:nvPr/>
          </p:nvSpPr>
          <p:spPr>
            <a:xfrm>
              <a:off x="6887985" y="2692868"/>
              <a:ext cx="601127" cy="461665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0" tIns="0" rIns="0" bIns="0" anchor="ctr">
              <a:spAutoFit/>
            </a:bodyPr>
            <a:lstStyle>
              <a:lvl1pPr>
                <a:defRPr sz="6000" b="0">
                  <a:solidFill>
                    <a:srgbClr val="1C1F25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defRPr>
              </a:lvl1pPr>
            </a:lstStyle>
            <a:p>
              <a:r>
                <a:rPr sz="3000" dirty="0">
                  <a:solidFill>
                    <a:schemeClr val="accent1"/>
                  </a:solidFill>
                  <a:latin typeface="+mj-ea"/>
                  <a:ea typeface="+mj-ea"/>
                  <a:cs typeface="Manrope SemiBold" charset="0"/>
                  <a:sym typeface="Manrope SemiBold" charset="0"/>
                </a:rPr>
                <a:t>80</a:t>
              </a:r>
              <a:r>
                <a:rPr lang="en-US" altLang="zh-CN" sz="1050" dirty="0">
                  <a:solidFill>
                    <a:schemeClr val="accent1"/>
                  </a:solidFill>
                  <a:latin typeface="+mj-ea"/>
                  <a:ea typeface="+mj-ea"/>
                  <a:cs typeface="Manrope SemiBold" charset="0"/>
                  <a:sym typeface="Manrope SemiBold" charset="0"/>
                </a:rPr>
                <a:t>%</a:t>
              </a:r>
              <a:endParaRPr sz="1050" dirty="0">
                <a:solidFill>
                  <a:schemeClr val="accent1"/>
                </a:solidFill>
                <a:latin typeface="+mj-ea"/>
                <a:ea typeface="+mj-ea"/>
                <a:cs typeface="Manrope SemiBold" charset="0"/>
                <a:sym typeface="Manrope SemiBold" charset="0"/>
              </a:endParaRPr>
            </a:p>
          </p:txBody>
        </p:sp>
        <p:sp>
          <p:nvSpPr>
            <p:cNvPr id="13" name="TextBox 9"/>
            <p:cNvSpPr txBox="1"/>
            <p:nvPr/>
          </p:nvSpPr>
          <p:spPr>
            <a:xfrm>
              <a:off x="8212619" y="2566540"/>
              <a:ext cx="3116162" cy="81490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ts val="1800"/>
                </a:lnSpc>
                <a:spcBef>
                  <a:spcPts val="12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defRPr>
              </a:lvl1pPr>
            </a:lstStyle>
            <a:p>
              <a:pPr lvl="0" algn="l">
                <a:lnSpc>
                  <a:spcPct val="150000"/>
                </a:lnSpc>
                <a:spcBef>
                  <a:spcPts val="0"/>
                </a:spcBef>
                <a:defRPr/>
              </a:pPr>
              <a:r>
                <a:rPr lang="en-US" altLang="zh-CN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Manrope SemiBold" charset="0"/>
                </a:rPr>
                <a:t>It serves a variety of purposes, making presentations powerful tools for convincing and teaching.</a:t>
              </a:r>
              <a:endPara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Manrope SemiBold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212619" y="2210280"/>
              <a:ext cx="1477742" cy="3130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zh-CN" sz="2000" dirty="0">
                  <a:solidFill>
                    <a:schemeClr val="accent2"/>
                  </a:solidFill>
                  <a:latin typeface="+mj-ea"/>
                  <a:ea typeface="+mj-ea"/>
                  <a:cs typeface="MuseoModerno Black" pitchFamily="2" charset="0"/>
                </a:rPr>
                <a:t>Title here</a:t>
              </a:r>
              <a:endParaRPr lang="zh-CN" altLang="en-US" sz="2000" dirty="0">
                <a:solidFill>
                  <a:schemeClr val="accent2"/>
                </a:solidFill>
                <a:latin typeface="+mj-ea"/>
                <a:ea typeface="+mj-ea"/>
                <a:cs typeface="MuseoModerno Black" pitchFamily="2" charset="0"/>
              </a:endParaRPr>
            </a:p>
          </p:txBody>
        </p:sp>
        <p:graphicFrame>
          <p:nvGraphicFramePr>
            <p:cNvPr id="15" name="2D Donut Chart"/>
            <p:cNvGraphicFramePr/>
            <p:nvPr/>
          </p:nvGraphicFramePr>
          <p:xfrm>
            <a:off x="6449678" y="4618258"/>
            <a:ext cx="1477742" cy="147774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6" name="95"/>
            <p:cNvSpPr txBox="1"/>
            <p:nvPr/>
          </p:nvSpPr>
          <p:spPr>
            <a:xfrm>
              <a:off x="6887985" y="5126297"/>
              <a:ext cx="601127" cy="461665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0" tIns="0" rIns="0" bIns="0" anchor="ctr">
              <a:spAutoFit/>
            </a:bodyPr>
            <a:lstStyle>
              <a:lvl1pPr>
                <a:defRPr sz="6000" b="0">
                  <a:solidFill>
                    <a:srgbClr val="1C1F25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defRPr>
              </a:lvl1pPr>
            </a:lstStyle>
            <a:p>
              <a:r>
                <a:rPr sz="3000" dirty="0">
                  <a:solidFill>
                    <a:schemeClr val="accent1"/>
                  </a:solidFill>
                  <a:latin typeface="+mj-ea"/>
                  <a:ea typeface="+mj-ea"/>
                  <a:cs typeface="Manrope SemiBold" charset="0"/>
                  <a:sym typeface="Manrope SemiBold" charset="0"/>
                </a:rPr>
                <a:t>95</a:t>
              </a:r>
              <a:r>
                <a:rPr lang="en-US" sz="1050" dirty="0">
                  <a:solidFill>
                    <a:schemeClr val="accent1"/>
                  </a:solidFill>
                  <a:latin typeface="+mj-ea"/>
                  <a:ea typeface="+mj-ea"/>
                  <a:cs typeface="Manrope SemiBold" charset="0"/>
                  <a:sym typeface="Manrope SemiBold" charset="0"/>
                </a:rPr>
                <a:t>%</a:t>
              </a:r>
              <a:endParaRPr sz="1050" dirty="0">
                <a:solidFill>
                  <a:schemeClr val="accent1"/>
                </a:solidFill>
                <a:latin typeface="+mj-ea"/>
                <a:ea typeface="+mj-ea"/>
                <a:cs typeface="Manrope SemiBold" charset="0"/>
                <a:sym typeface="Manrope SemiBold" charset="0"/>
              </a:endParaRPr>
            </a:p>
          </p:txBody>
        </p:sp>
        <p:sp>
          <p:nvSpPr>
            <p:cNvPr id="17" name="TextBox 9"/>
            <p:cNvSpPr txBox="1"/>
            <p:nvPr/>
          </p:nvSpPr>
          <p:spPr>
            <a:xfrm>
              <a:off x="8212619" y="5131652"/>
              <a:ext cx="3180331" cy="81490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ts val="1800"/>
                </a:lnSpc>
                <a:spcBef>
                  <a:spcPts val="12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defRPr>
              </a:lvl1pPr>
            </a:lstStyle>
            <a:p>
              <a:pPr lvl="0" algn="l">
                <a:lnSpc>
                  <a:spcPct val="150000"/>
                </a:lnSpc>
                <a:spcBef>
                  <a:spcPts val="0"/>
                </a:spcBef>
                <a:defRPr/>
              </a:pPr>
              <a:r>
                <a:rPr lang="en-US" altLang="zh-CN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Manrope SemiBold" charset="0"/>
                </a:rPr>
                <a:t>It serves a variety of purposes, making presentations powerful tools for convincing and teaching.</a:t>
              </a:r>
              <a:endPara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Manrope SemiBold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212619" y="4775392"/>
              <a:ext cx="1477742" cy="3130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lang="en-US" altLang="zh-CN" sz="2000" dirty="0">
                  <a:solidFill>
                    <a:schemeClr val="accent1"/>
                  </a:solidFill>
                  <a:latin typeface="+mj-ea"/>
                  <a:ea typeface="+mj-ea"/>
                  <a:cs typeface="MuseoModerno Black" pitchFamily="2" charset="0"/>
                </a:rPr>
                <a:t>Title here</a:t>
              </a:r>
              <a:endPara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MuseoModerno Black" pitchFamily="2" charset="0"/>
              </a:endParaRPr>
            </a:p>
          </p:txBody>
        </p:sp>
      </p:grpSp>
      <p:pic>
        <p:nvPicPr>
          <p:cNvPr id="20" name="图形 1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58417" y="3138555"/>
            <a:ext cx="2520416" cy="2945737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1006475" y="406131"/>
            <a:ext cx="65055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Team Introduction</a:t>
            </a:r>
            <a:endParaRPr lang="zh-CN" altLang="en-US" sz="36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sp>
        <p:nvSpPr>
          <p:cNvPr id="3" name="Freeform: Shape 37"/>
          <p:cNvSpPr/>
          <p:nvPr/>
        </p:nvSpPr>
        <p:spPr bwMode="auto">
          <a:xfrm>
            <a:off x="5534027" y="3071512"/>
            <a:ext cx="932982" cy="1079239"/>
          </a:xfrm>
          <a:custGeom>
            <a:avLst/>
            <a:gdLst/>
            <a:ahLst/>
            <a:cxnLst>
              <a:cxn ang="0">
                <a:pos x="532" y="393"/>
              </a:cxn>
              <a:cxn ang="0">
                <a:pos x="532" y="393"/>
              </a:cxn>
              <a:cxn ang="0">
                <a:pos x="532" y="0"/>
              </a:cxn>
              <a:cxn ang="0">
                <a:pos x="0" y="0"/>
              </a:cxn>
              <a:cxn ang="0">
                <a:pos x="0" y="339"/>
              </a:cxn>
              <a:cxn ang="0">
                <a:pos x="0" y="339"/>
              </a:cxn>
              <a:cxn ang="0">
                <a:pos x="0" y="732"/>
              </a:cxn>
              <a:cxn ang="0">
                <a:pos x="532" y="732"/>
              </a:cxn>
              <a:cxn ang="0">
                <a:pos x="532" y="393"/>
              </a:cxn>
            </a:cxnLst>
            <a:rect l="0" t="0" r="r" b="b"/>
            <a:pathLst>
              <a:path w="532" h="732">
                <a:moveTo>
                  <a:pt x="532" y="393"/>
                </a:moveTo>
                <a:lnTo>
                  <a:pt x="532" y="393"/>
                </a:lnTo>
                <a:lnTo>
                  <a:pt x="532" y="0"/>
                </a:lnTo>
                <a:lnTo>
                  <a:pt x="0" y="0"/>
                </a:lnTo>
                <a:lnTo>
                  <a:pt x="0" y="339"/>
                </a:lnTo>
                <a:lnTo>
                  <a:pt x="0" y="339"/>
                </a:lnTo>
                <a:lnTo>
                  <a:pt x="0" y="732"/>
                </a:lnTo>
                <a:lnTo>
                  <a:pt x="532" y="732"/>
                </a:lnTo>
                <a:lnTo>
                  <a:pt x="532" y="393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>
                <a:lumMod val="75000"/>
                <a:lumOff val="25000"/>
              </a:schemeClr>
            </a:solidFill>
            <a:round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Freeform: Shape 38"/>
          <p:cNvSpPr/>
          <p:nvPr/>
        </p:nvSpPr>
        <p:spPr bwMode="auto">
          <a:xfrm>
            <a:off x="5534027" y="2164775"/>
            <a:ext cx="2788422" cy="906737"/>
          </a:xfrm>
          <a:custGeom>
            <a:avLst/>
            <a:gdLst/>
            <a:ahLst/>
            <a:cxnLst>
              <a:cxn ang="0">
                <a:pos x="1590" y="615"/>
              </a:cxn>
              <a:cxn ang="0">
                <a:pos x="0" y="615"/>
              </a:cxn>
              <a:cxn ang="0">
                <a:pos x="524" y="0"/>
              </a:cxn>
              <a:cxn ang="0">
                <a:pos x="1058" y="0"/>
              </a:cxn>
              <a:cxn ang="0">
                <a:pos x="1590" y="615"/>
              </a:cxn>
            </a:cxnLst>
            <a:rect l="0" t="0" r="r" b="b"/>
            <a:pathLst>
              <a:path w="1590" h="615">
                <a:moveTo>
                  <a:pt x="1590" y="615"/>
                </a:moveTo>
                <a:lnTo>
                  <a:pt x="0" y="615"/>
                </a:lnTo>
                <a:lnTo>
                  <a:pt x="524" y="0"/>
                </a:lnTo>
                <a:lnTo>
                  <a:pt x="1058" y="0"/>
                </a:lnTo>
                <a:lnTo>
                  <a:pt x="1590" y="61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>
                <a:lumMod val="75000"/>
                <a:lumOff val="25000"/>
              </a:schemeClr>
            </a:solidFill>
            <a:round/>
          </a:ln>
        </p:spPr>
        <p:txBody>
          <a:bodyPr vert="horz" wrap="square" lIns="91440" tIns="45720" rIns="91440" bIns="45720" anchor="ctr" anchorCtr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Freeform: Shape 39"/>
          <p:cNvSpPr/>
          <p:nvPr/>
        </p:nvSpPr>
        <p:spPr bwMode="auto">
          <a:xfrm>
            <a:off x="7392975" y="3071512"/>
            <a:ext cx="929475" cy="1530396"/>
          </a:xfrm>
          <a:custGeom>
            <a:avLst/>
            <a:gdLst/>
            <a:ahLst/>
            <a:cxnLst>
              <a:cxn ang="0">
                <a:pos x="0" y="391"/>
              </a:cxn>
              <a:cxn ang="0">
                <a:pos x="0" y="0"/>
              </a:cxn>
              <a:cxn ang="0">
                <a:pos x="530" y="0"/>
              </a:cxn>
              <a:cxn ang="0">
                <a:pos x="530" y="1038"/>
              </a:cxn>
              <a:cxn ang="0">
                <a:pos x="0" y="391"/>
              </a:cxn>
            </a:cxnLst>
            <a:rect l="0" t="0" r="r" b="b"/>
            <a:pathLst>
              <a:path w="530" h="1038">
                <a:moveTo>
                  <a:pt x="0" y="391"/>
                </a:moveTo>
                <a:lnTo>
                  <a:pt x="0" y="0"/>
                </a:lnTo>
                <a:lnTo>
                  <a:pt x="530" y="0"/>
                </a:lnTo>
                <a:lnTo>
                  <a:pt x="530" y="1038"/>
                </a:lnTo>
                <a:lnTo>
                  <a:pt x="0" y="391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>
                <a:lumMod val="75000"/>
                <a:lumOff val="25000"/>
              </a:schemeClr>
            </a:solidFill>
            <a:round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Freeform: Shape 40"/>
          <p:cNvSpPr/>
          <p:nvPr/>
        </p:nvSpPr>
        <p:spPr bwMode="auto">
          <a:xfrm>
            <a:off x="3678586" y="4150752"/>
            <a:ext cx="2788422" cy="90378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90" y="0"/>
              </a:cxn>
              <a:cxn ang="0">
                <a:pos x="1066" y="613"/>
              </a:cxn>
              <a:cxn ang="0">
                <a:pos x="532" y="613"/>
              </a:cxn>
              <a:cxn ang="0">
                <a:pos x="0" y="0"/>
              </a:cxn>
            </a:cxnLst>
            <a:rect l="0" t="0" r="r" b="b"/>
            <a:pathLst>
              <a:path w="1590" h="613">
                <a:moveTo>
                  <a:pt x="0" y="0"/>
                </a:moveTo>
                <a:lnTo>
                  <a:pt x="1590" y="0"/>
                </a:lnTo>
                <a:lnTo>
                  <a:pt x="1066" y="613"/>
                </a:lnTo>
                <a:lnTo>
                  <a:pt x="532" y="6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>
                <a:lumMod val="75000"/>
                <a:lumOff val="25000"/>
              </a:schemeClr>
            </a:solidFill>
            <a:round/>
          </a:ln>
        </p:spPr>
        <p:txBody>
          <a:bodyPr vert="horz" wrap="square" lIns="91440" tIns="45720" rIns="91440" bIns="45720" anchor="ctr" anchorCtr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Freeform: Shape 41"/>
          <p:cNvSpPr/>
          <p:nvPr/>
        </p:nvSpPr>
        <p:spPr bwMode="auto">
          <a:xfrm>
            <a:off x="3678586" y="2618881"/>
            <a:ext cx="932982" cy="1531871"/>
          </a:xfrm>
          <a:custGeom>
            <a:avLst/>
            <a:gdLst/>
            <a:ahLst/>
            <a:cxnLst>
              <a:cxn ang="0">
                <a:pos x="532" y="648"/>
              </a:cxn>
              <a:cxn ang="0">
                <a:pos x="532" y="1039"/>
              </a:cxn>
              <a:cxn ang="0">
                <a:pos x="0" y="1039"/>
              </a:cxn>
              <a:cxn ang="0">
                <a:pos x="0" y="0"/>
              </a:cxn>
              <a:cxn ang="0">
                <a:pos x="532" y="648"/>
              </a:cxn>
            </a:cxnLst>
            <a:rect l="0" t="0" r="r" b="b"/>
            <a:pathLst>
              <a:path w="532" h="1039">
                <a:moveTo>
                  <a:pt x="532" y="648"/>
                </a:moveTo>
                <a:lnTo>
                  <a:pt x="532" y="1039"/>
                </a:lnTo>
                <a:lnTo>
                  <a:pt x="0" y="1039"/>
                </a:lnTo>
                <a:lnTo>
                  <a:pt x="0" y="0"/>
                </a:lnTo>
                <a:lnTo>
                  <a:pt x="532" y="648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>
                <a:lumMod val="75000"/>
                <a:lumOff val="25000"/>
              </a:schemeClr>
            </a:solidFill>
            <a:round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848020" y="2474006"/>
            <a:ext cx="2160436" cy="4306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Title here</a:t>
            </a: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92579" y="4285718"/>
            <a:ext cx="2160436" cy="43063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Title here</a:t>
            </a: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0" name="文本框 29"/>
          <p:cNvSpPr txBox="1"/>
          <p:nvPr/>
        </p:nvSpPr>
        <p:spPr>
          <a:xfrm>
            <a:off x="8516868" y="1903728"/>
            <a:ext cx="2630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Title here</a:t>
            </a: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1" name="文本框 31"/>
          <p:cNvSpPr txBox="1"/>
          <p:nvPr/>
        </p:nvSpPr>
        <p:spPr>
          <a:xfrm>
            <a:off x="8513415" y="2258796"/>
            <a:ext cx="2415842" cy="1168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It serves a variety of purposes, making presentations powerful tools for convincing and teaching.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32"/>
          <p:cNvSpPr txBox="1"/>
          <p:nvPr/>
        </p:nvSpPr>
        <p:spPr>
          <a:xfrm>
            <a:off x="8516868" y="4227662"/>
            <a:ext cx="2630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Title here</a:t>
            </a: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3" name="文本框 33"/>
          <p:cNvSpPr txBox="1"/>
          <p:nvPr/>
        </p:nvSpPr>
        <p:spPr>
          <a:xfrm>
            <a:off x="8513415" y="4582730"/>
            <a:ext cx="2415842" cy="1168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It serves a variety of purposes, making presentations powerful tools for convincing and teaching.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34"/>
          <p:cNvSpPr txBox="1"/>
          <p:nvPr/>
        </p:nvSpPr>
        <p:spPr>
          <a:xfrm>
            <a:off x="1048057" y="4227662"/>
            <a:ext cx="2630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Title here</a:t>
            </a: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5" name="文本框 35"/>
          <p:cNvSpPr txBox="1"/>
          <p:nvPr/>
        </p:nvSpPr>
        <p:spPr>
          <a:xfrm>
            <a:off x="1044604" y="4582730"/>
            <a:ext cx="2415842" cy="1168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It serves a variety of purposes, making presentations powerful tools for convincing and teaching.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文本框 36"/>
          <p:cNvSpPr txBox="1"/>
          <p:nvPr/>
        </p:nvSpPr>
        <p:spPr>
          <a:xfrm>
            <a:off x="1048057" y="1903728"/>
            <a:ext cx="2630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Title here</a:t>
            </a: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7" name="文本框 37"/>
          <p:cNvSpPr txBox="1"/>
          <p:nvPr/>
        </p:nvSpPr>
        <p:spPr>
          <a:xfrm>
            <a:off x="1044604" y="2258796"/>
            <a:ext cx="2415842" cy="1168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It serves a variety of purposes, making presentations powerful tools for convincing and teaching.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Oval 1"/>
          <p:cNvSpPr/>
          <p:nvPr/>
        </p:nvSpPr>
        <p:spPr>
          <a:xfrm>
            <a:off x="3992399" y="3548099"/>
            <a:ext cx="305357" cy="295786"/>
          </a:xfrm>
          <a:custGeom>
            <a:avLst/>
            <a:gdLst>
              <a:gd name="T0" fmla="*/ 10078 w 10633"/>
              <a:gd name="T1" fmla="*/ 1006 h 10300"/>
              <a:gd name="T2" fmla="*/ 2500 w 10633"/>
              <a:gd name="T3" fmla="*/ 1006 h 10300"/>
              <a:gd name="T4" fmla="*/ 2302 w 10633"/>
              <a:gd name="T5" fmla="*/ 1043 h 10300"/>
              <a:gd name="T6" fmla="*/ 2068 w 10633"/>
              <a:gd name="T7" fmla="*/ 5 h 10300"/>
              <a:gd name="T8" fmla="*/ 2066 w 10633"/>
              <a:gd name="T9" fmla="*/ 5 h 10300"/>
              <a:gd name="T10" fmla="*/ 2066 w 10633"/>
              <a:gd name="T11" fmla="*/ 2 h 10300"/>
              <a:gd name="T12" fmla="*/ 2044 w 10633"/>
              <a:gd name="T13" fmla="*/ 0 h 10300"/>
              <a:gd name="T14" fmla="*/ 400 w 10633"/>
              <a:gd name="T15" fmla="*/ 0 h 10300"/>
              <a:gd name="T16" fmla="*/ 0 w 10633"/>
              <a:gd name="T17" fmla="*/ 267 h 10300"/>
              <a:gd name="T18" fmla="*/ 400 w 10633"/>
              <a:gd name="T19" fmla="*/ 533 h 10300"/>
              <a:gd name="T20" fmla="*/ 1640 w 10633"/>
              <a:gd name="T21" fmla="*/ 533 h 10300"/>
              <a:gd name="T22" fmla="*/ 2999 w 10633"/>
              <a:gd name="T23" fmla="*/ 6544 h 10300"/>
              <a:gd name="T24" fmla="*/ 2233 w 10633"/>
              <a:gd name="T25" fmla="*/ 7533 h 10300"/>
              <a:gd name="T26" fmla="*/ 2726 w 10633"/>
              <a:gd name="T27" fmla="*/ 8386 h 10300"/>
              <a:gd name="T28" fmla="*/ 2300 w 10633"/>
              <a:gd name="T29" fmla="*/ 9233 h 10300"/>
              <a:gd name="T30" fmla="*/ 3366 w 10633"/>
              <a:gd name="T31" fmla="*/ 10300 h 10300"/>
              <a:gd name="T32" fmla="*/ 4433 w 10633"/>
              <a:gd name="T33" fmla="*/ 9233 h 10300"/>
              <a:gd name="T34" fmla="*/ 4220 w 10633"/>
              <a:gd name="T35" fmla="*/ 8600 h 10300"/>
              <a:gd name="T36" fmla="*/ 8279 w 10633"/>
              <a:gd name="T37" fmla="*/ 8600 h 10300"/>
              <a:gd name="T38" fmla="*/ 8066 w 10633"/>
              <a:gd name="T39" fmla="*/ 9233 h 10300"/>
              <a:gd name="T40" fmla="*/ 9133 w 10633"/>
              <a:gd name="T41" fmla="*/ 10300 h 10300"/>
              <a:gd name="T42" fmla="*/ 10200 w 10633"/>
              <a:gd name="T43" fmla="*/ 9233 h 10300"/>
              <a:gd name="T44" fmla="*/ 9882 w 10633"/>
              <a:gd name="T45" fmla="*/ 8475 h 10300"/>
              <a:gd name="T46" fmla="*/ 9929 w 10633"/>
              <a:gd name="T47" fmla="*/ 8333 h 10300"/>
              <a:gd name="T48" fmla="*/ 9667 w 10633"/>
              <a:gd name="T49" fmla="*/ 8067 h 10300"/>
              <a:gd name="T50" fmla="*/ 9667 w 10633"/>
              <a:gd name="T51" fmla="*/ 8067 h 10300"/>
              <a:gd name="T52" fmla="*/ 3447 w 10633"/>
              <a:gd name="T53" fmla="*/ 8067 h 10300"/>
              <a:gd name="T54" fmla="*/ 2766 w 10633"/>
              <a:gd name="T55" fmla="*/ 7533 h 10300"/>
              <a:gd name="T56" fmla="*/ 3447 w 10633"/>
              <a:gd name="T57" fmla="*/ 7000 h 10300"/>
              <a:gd name="T58" fmla="*/ 9311 w 10633"/>
              <a:gd name="T59" fmla="*/ 7000 h 10300"/>
              <a:gd name="T60" fmla="*/ 9311 w 10633"/>
              <a:gd name="T61" fmla="*/ 6950 h 10300"/>
              <a:gd name="T62" fmla="*/ 10004 w 10633"/>
              <a:gd name="T63" fmla="*/ 4154 h 10300"/>
              <a:gd name="T64" fmla="*/ 9729 w 10633"/>
              <a:gd name="T65" fmla="*/ 3887 h 10300"/>
              <a:gd name="T66" fmla="*/ 9454 w 10633"/>
              <a:gd name="T67" fmla="*/ 4154 h 10300"/>
              <a:gd name="T68" fmla="*/ 8881 w 10633"/>
              <a:gd name="T69" fmla="*/ 6467 h 10300"/>
              <a:gd name="T70" fmla="*/ 3528 w 10633"/>
              <a:gd name="T71" fmla="*/ 6467 h 10300"/>
              <a:gd name="T72" fmla="*/ 2796 w 10633"/>
              <a:gd name="T73" fmla="*/ 3228 h 10300"/>
              <a:gd name="T74" fmla="*/ 9811 w 10633"/>
              <a:gd name="T75" fmla="*/ 3228 h 10300"/>
              <a:gd name="T76" fmla="*/ 10365 w 10633"/>
              <a:gd name="T77" fmla="*/ 2709 h 10300"/>
              <a:gd name="T78" fmla="*/ 10626 w 10633"/>
              <a:gd name="T79" fmla="*/ 1623 h 10300"/>
              <a:gd name="T80" fmla="*/ 10633 w 10633"/>
              <a:gd name="T81" fmla="*/ 1561 h 10300"/>
              <a:gd name="T82" fmla="*/ 10078 w 10633"/>
              <a:gd name="T83" fmla="*/ 1006 h 10300"/>
              <a:gd name="T84" fmla="*/ 9133 w 10633"/>
              <a:gd name="T85" fmla="*/ 8700 h 10300"/>
              <a:gd name="T86" fmla="*/ 9666 w 10633"/>
              <a:gd name="T87" fmla="*/ 9233 h 10300"/>
              <a:gd name="T88" fmla="*/ 9133 w 10633"/>
              <a:gd name="T89" fmla="*/ 9767 h 10300"/>
              <a:gd name="T90" fmla="*/ 8600 w 10633"/>
              <a:gd name="T91" fmla="*/ 9233 h 10300"/>
              <a:gd name="T92" fmla="*/ 9133 w 10633"/>
              <a:gd name="T93" fmla="*/ 8700 h 10300"/>
              <a:gd name="T94" fmla="*/ 3366 w 10633"/>
              <a:gd name="T95" fmla="*/ 8700 h 10300"/>
              <a:gd name="T96" fmla="*/ 3900 w 10633"/>
              <a:gd name="T97" fmla="*/ 9233 h 10300"/>
              <a:gd name="T98" fmla="*/ 3366 w 10633"/>
              <a:gd name="T99" fmla="*/ 9767 h 10300"/>
              <a:gd name="T100" fmla="*/ 2833 w 10633"/>
              <a:gd name="T101" fmla="*/ 9233 h 10300"/>
              <a:gd name="T102" fmla="*/ 3366 w 10633"/>
              <a:gd name="T103" fmla="*/ 8700 h 10300"/>
              <a:gd name="T104" fmla="*/ 9840 w 10633"/>
              <a:gd name="T105" fmla="*/ 2610 h 10300"/>
              <a:gd name="T106" fmla="*/ 9833 w 10633"/>
              <a:gd name="T107" fmla="*/ 2672 h 10300"/>
              <a:gd name="T108" fmla="*/ 9811 w 10633"/>
              <a:gd name="T109" fmla="*/ 2694 h 10300"/>
              <a:gd name="T110" fmla="*/ 2698 w 10633"/>
              <a:gd name="T111" fmla="*/ 2694 h 10300"/>
              <a:gd name="T112" fmla="*/ 2480 w 10633"/>
              <a:gd name="T113" fmla="*/ 1550 h 10300"/>
              <a:gd name="T114" fmla="*/ 2500 w 10633"/>
              <a:gd name="T115" fmla="*/ 1539 h 10300"/>
              <a:gd name="T116" fmla="*/ 10078 w 10633"/>
              <a:gd name="T117" fmla="*/ 1539 h 10300"/>
              <a:gd name="T118" fmla="*/ 10095 w 10633"/>
              <a:gd name="T119" fmla="*/ 1548 h 10300"/>
              <a:gd name="T120" fmla="*/ 9840 w 10633"/>
              <a:gd name="T121" fmla="*/ 2610 h 10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633" h="10300">
                <a:moveTo>
                  <a:pt x="10078" y="1006"/>
                </a:moveTo>
                <a:lnTo>
                  <a:pt x="2500" y="1006"/>
                </a:lnTo>
                <a:cubicBezTo>
                  <a:pt x="2430" y="1006"/>
                  <a:pt x="2364" y="1020"/>
                  <a:pt x="2302" y="1043"/>
                </a:cubicBezTo>
                <a:lnTo>
                  <a:pt x="2068" y="5"/>
                </a:lnTo>
                <a:lnTo>
                  <a:pt x="2066" y="5"/>
                </a:lnTo>
                <a:lnTo>
                  <a:pt x="2066" y="2"/>
                </a:lnTo>
                <a:cubicBezTo>
                  <a:pt x="2059" y="1"/>
                  <a:pt x="2052" y="0"/>
                  <a:pt x="2044" y="0"/>
                </a:cubicBezTo>
                <a:lnTo>
                  <a:pt x="400" y="0"/>
                </a:lnTo>
                <a:cubicBezTo>
                  <a:pt x="179" y="0"/>
                  <a:pt x="0" y="119"/>
                  <a:pt x="0" y="267"/>
                </a:cubicBezTo>
                <a:cubicBezTo>
                  <a:pt x="0" y="414"/>
                  <a:pt x="179" y="533"/>
                  <a:pt x="400" y="533"/>
                </a:cubicBezTo>
                <a:lnTo>
                  <a:pt x="1640" y="533"/>
                </a:lnTo>
                <a:lnTo>
                  <a:pt x="2999" y="6544"/>
                </a:lnTo>
                <a:cubicBezTo>
                  <a:pt x="2551" y="6702"/>
                  <a:pt x="2233" y="7085"/>
                  <a:pt x="2233" y="7533"/>
                </a:cubicBezTo>
                <a:cubicBezTo>
                  <a:pt x="2233" y="7883"/>
                  <a:pt x="2428" y="8191"/>
                  <a:pt x="2726" y="8386"/>
                </a:cubicBezTo>
                <a:cubicBezTo>
                  <a:pt x="2468" y="8581"/>
                  <a:pt x="2300" y="8887"/>
                  <a:pt x="2300" y="9233"/>
                </a:cubicBezTo>
                <a:cubicBezTo>
                  <a:pt x="2300" y="9822"/>
                  <a:pt x="2778" y="10300"/>
                  <a:pt x="3366" y="10300"/>
                </a:cubicBezTo>
                <a:cubicBezTo>
                  <a:pt x="3955" y="10300"/>
                  <a:pt x="4433" y="9822"/>
                  <a:pt x="4433" y="9233"/>
                </a:cubicBezTo>
                <a:cubicBezTo>
                  <a:pt x="4433" y="8995"/>
                  <a:pt x="4352" y="8778"/>
                  <a:pt x="4220" y="8600"/>
                </a:cubicBezTo>
                <a:lnTo>
                  <a:pt x="8279" y="8600"/>
                </a:lnTo>
                <a:cubicBezTo>
                  <a:pt x="8147" y="8778"/>
                  <a:pt x="8066" y="8995"/>
                  <a:pt x="8066" y="9233"/>
                </a:cubicBezTo>
                <a:cubicBezTo>
                  <a:pt x="8066" y="9822"/>
                  <a:pt x="8545" y="10300"/>
                  <a:pt x="9133" y="10300"/>
                </a:cubicBezTo>
                <a:cubicBezTo>
                  <a:pt x="9721" y="10300"/>
                  <a:pt x="10200" y="9822"/>
                  <a:pt x="10200" y="9233"/>
                </a:cubicBezTo>
                <a:cubicBezTo>
                  <a:pt x="10200" y="8937"/>
                  <a:pt x="10078" y="8669"/>
                  <a:pt x="9882" y="8475"/>
                </a:cubicBezTo>
                <a:cubicBezTo>
                  <a:pt x="9909" y="8434"/>
                  <a:pt x="9929" y="8387"/>
                  <a:pt x="9929" y="8333"/>
                </a:cubicBezTo>
                <a:cubicBezTo>
                  <a:pt x="9929" y="8187"/>
                  <a:pt x="9812" y="8070"/>
                  <a:pt x="9667" y="8067"/>
                </a:cubicBezTo>
                <a:lnTo>
                  <a:pt x="9667" y="8067"/>
                </a:lnTo>
                <a:lnTo>
                  <a:pt x="3447" y="8067"/>
                </a:lnTo>
                <a:cubicBezTo>
                  <a:pt x="3072" y="8067"/>
                  <a:pt x="2766" y="7827"/>
                  <a:pt x="2766" y="7533"/>
                </a:cubicBezTo>
                <a:cubicBezTo>
                  <a:pt x="2766" y="7239"/>
                  <a:pt x="3072" y="7000"/>
                  <a:pt x="3447" y="7000"/>
                </a:cubicBezTo>
                <a:lnTo>
                  <a:pt x="9311" y="7000"/>
                </a:lnTo>
                <a:lnTo>
                  <a:pt x="9311" y="6950"/>
                </a:lnTo>
                <a:cubicBezTo>
                  <a:pt x="9397" y="6602"/>
                  <a:pt x="10002" y="4169"/>
                  <a:pt x="10004" y="4154"/>
                </a:cubicBezTo>
                <a:cubicBezTo>
                  <a:pt x="10020" y="4004"/>
                  <a:pt x="9880" y="3887"/>
                  <a:pt x="9729" y="3887"/>
                </a:cubicBezTo>
                <a:cubicBezTo>
                  <a:pt x="9577" y="3887"/>
                  <a:pt x="9483" y="3992"/>
                  <a:pt x="9454" y="4154"/>
                </a:cubicBezTo>
                <a:cubicBezTo>
                  <a:pt x="9452" y="4166"/>
                  <a:pt x="9067" y="5718"/>
                  <a:pt x="8881" y="6467"/>
                </a:cubicBezTo>
                <a:lnTo>
                  <a:pt x="3528" y="6467"/>
                </a:lnTo>
                <a:lnTo>
                  <a:pt x="2796" y="3228"/>
                </a:lnTo>
                <a:lnTo>
                  <a:pt x="9811" y="3228"/>
                </a:lnTo>
                <a:cubicBezTo>
                  <a:pt x="10105" y="3228"/>
                  <a:pt x="10346" y="2998"/>
                  <a:pt x="10365" y="2709"/>
                </a:cubicBezTo>
                <a:lnTo>
                  <a:pt x="10626" y="1623"/>
                </a:lnTo>
                <a:lnTo>
                  <a:pt x="10633" y="1561"/>
                </a:lnTo>
                <a:cubicBezTo>
                  <a:pt x="10633" y="1255"/>
                  <a:pt x="10384" y="1006"/>
                  <a:pt x="10078" y="1006"/>
                </a:cubicBezTo>
                <a:close/>
                <a:moveTo>
                  <a:pt x="9133" y="8700"/>
                </a:moveTo>
                <a:cubicBezTo>
                  <a:pt x="9427" y="8700"/>
                  <a:pt x="9666" y="8939"/>
                  <a:pt x="9666" y="9233"/>
                </a:cubicBezTo>
                <a:cubicBezTo>
                  <a:pt x="9666" y="9527"/>
                  <a:pt x="9427" y="9767"/>
                  <a:pt x="9133" y="9767"/>
                </a:cubicBezTo>
                <a:cubicBezTo>
                  <a:pt x="8839" y="9767"/>
                  <a:pt x="8600" y="9527"/>
                  <a:pt x="8600" y="9233"/>
                </a:cubicBezTo>
                <a:cubicBezTo>
                  <a:pt x="8600" y="8939"/>
                  <a:pt x="8839" y="8700"/>
                  <a:pt x="9133" y="8700"/>
                </a:cubicBezTo>
                <a:close/>
                <a:moveTo>
                  <a:pt x="3366" y="8700"/>
                </a:moveTo>
                <a:cubicBezTo>
                  <a:pt x="3660" y="8700"/>
                  <a:pt x="3900" y="8939"/>
                  <a:pt x="3900" y="9233"/>
                </a:cubicBezTo>
                <a:cubicBezTo>
                  <a:pt x="3900" y="9527"/>
                  <a:pt x="3660" y="9767"/>
                  <a:pt x="3366" y="9767"/>
                </a:cubicBezTo>
                <a:cubicBezTo>
                  <a:pt x="3072" y="9767"/>
                  <a:pt x="2833" y="9527"/>
                  <a:pt x="2833" y="9233"/>
                </a:cubicBezTo>
                <a:cubicBezTo>
                  <a:pt x="2833" y="8939"/>
                  <a:pt x="3072" y="8700"/>
                  <a:pt x="3366" y="8700"/>
                </a:cubicBezTo>
                <a:close/>
                <a:moveTo>
                  <a:pt x="9840" y="2610"/>
                </a:moveTo>
                <a:lnTo>
                  <a:pt x="9833" y="2672"/>
                </a:lnTo>
                <a:cubicBezTo>
                  <a:pt x="9833" y="2685"/>
                  <a:pt x="9823" y="2694"/>
                  <a:pt x="9811" y="2694"/>
                </a:cubicBezTo>
                <a:lnTo>
                  <a:pt x="2698" y="2694"/>
                </a:lnTo>
                <a:lnTo>
                  <a:pt x="2480" y="1550"/>
                </a:lnTo>
                <a:cubicBezTo>
                  <a:pt x="2484" y="1544"/>
                  <a:pt x="2491" y="1539"/>
                  <a:pt x="2500" y="1539"/>
                </a:cubicBezTo>
                <a:lnTo>
                  <a:pt x="10078" y="1539"/>
                </a:lnTo>
                <a:cubicBezTo>
                  <a:pt x="10085" y="1539"/>
                  <a:pt x="10091" y="1542"/>
                  <a:pt x="10095" y="1548"/>
                </a:cubicBezTo>
                <a:lnTo>
                  <a:pt x="9840" y="26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9" name="Oval 29"/>
          <p:cNvSpPr/>
          <p:nvPr/>
        </p:nvSpPr>
        <p:spPr>
          <a:xfrm>
            <a:off x="5847840" y="3589998"/>
            <a:ext cx="305357" cy="211987"/>
          </a:xfrm>
          <a:custGeom>
            <a:avLst/>
            <a:gdLst>
              <a:gd name="connsiteX0" fmla="*/ 363813 w 607639"/>
              <a:gd name="connsiteY0" fmla="*/ 263915 h 421840"/>
              <a:gd name="connsiteX1" fmla="*/ 421581 w 607639"/>
              <a:gd name="connsiteY1" fmla="*/ 263915 h 421840"/>
              <a:gd name="connsiteX2" fmla="*/ 434754 w 607639"/>
              <a:gd name="connsiteY2" fmla="*/ 277155 h 421840"/>
              <a:gd name="connsiteX3" fmla="*/ 421581 w 607639"/>
              <a:gd name="connsiteY3" fmla="*/ 290306 h 421840"/>
              <a:gd name="connsiteX4" fmla="*/ 363813 w 607639"/>
              <a:gd name="connsiteY4" fmla="*/ 290306 h 421840"/>
              <a:gd name="connsiteX5" fmla="*/ 350640 w 607639"/>
              <a:gd name="connsiteY5" fmla="*/ 277155 h 421840"/>
              <a:gd name="connsiteX6" fmla="*/ 363813 w 607639"/>
              <a:gd name="connsiteY6" fmla="*/ 263915 h 421840"/>
              <a:gd name="connsiteX7" fmla="*/ 128261 w 607639"/>
              <a:gd name="connsiteY7" fmla="*/ 263915 h 421840"/>
              <a:gd name="connsiteX8" fmla="*/ 243760 w 607639"/>
              <a:gd name="connsiteY8" fmla="*/ 263915 h 421840"/>
              <a:gd name="connsiteX9" fmla="*/ 256929 w 607639"/>
              <a:gd name="connsiteY9" fmla="*/ 277155 h 421840"/>
              <a:gd name="connsiteX10" fmla="*/ 243760 w 607639"/>
              <a:gd name="connsiteY10" fmla="*/ 290306 h 421840"/>
              <a:gd name="connsiteX11" fmla="*/ 128261 w 607639"/>
              <a:gd name="connsiteY11" fmla="*/ 290306 h 421840"/>
              <a:gd name="connsiteX12" fmla="*/ 115092 w 607639"/>
              <a:gd name="connsiteY12" fmla="*/ 277155 h 421840"/>
              <a:gd name="connsiteX13" fmla="*/ 128261 w 607639"/>
              <a:gd name="connsiteY13" fmla="*/ 263915 h 421840"/>
              <a:gd name="connsiteX14" fmla="*/ 363816 w 607639"/>
              <a:gd name="connsiteY14" fmla="*/ 169851 h 421840"/>
              <a:gd name="connsiteX15" fmla="*/ 479282 w 607639"/>
              <a:gd name="connsiteY15" fmla="*/ 169851 h 421840"/>
              <a:gd name="connsiteX16" fmla="*/ 492547 w 607639"/>
              <a:gd name="connsiteY16" fmla="*/ 182976 h 421840"/>
              <a:gd name="connsiteX17" fmla="*/ 479282 w 607639"/>
              <a:gd name="connsiteY17" fmla="*/ 196101 h 421840"/>
              <a:gd name="connsiteX18" fmla="*/ 363816 w 607639"/>
              <a:gd name="connsiteY18" fmla="*/ 196101 h 421840"/>
              <a:gd name="connsiteX19" fmla="*/ 350640 w 607639"/>
              <a:gd name="connsiteY19" fmla="*/ 182976 h 421840"/>
              <a:gd name="connsiteX20" fmla="*/ 363816 w 607639"/>
              <a:gd name="connsiteY20" fmla="*/ 169851 h 421840"/>
              <a:gd name="connsiteX21" fmla="*/ 128261 w 607639"/>
              <a:gd name="connsiteY21" fmla="*/ 169851 h 421840"/>
              <a:gd name="connsiteX22" fmla="*/ 243760 w 607639"/>
              <a:gd name="connsiteY22" fmla="*/ 169851 h 421840"/>
              <a:gd name="connsiteX23" fmla="*/ 256929 w 607639"/>
              <a:gd name="connsiteY23" fmla="*/ 182976 h 421840"/>
              <a:gd name="connsiteX24" fmla="*/ 243760 w 607639"/>
              <a:gd name="connsiteY24" fmla="*/ 196101 h 421840"/>
              <a:gd name="connsiteX25" fmla="*/ 128261 w 607639"/>
              <a:gd name="connsiteY25" fmla="*/ 196101 h 421840"/>
              <a:gd name="connsiteX26" fmla="*/ 115092 w 607639"/>
              <a:gd name="connsiteY26" fmla="*/ 182976 h 421840"/>
              <a:gd name="connsiteX27" fmla="*/ 128261 w 607639"/>
              <a:gd name="connsiteY27" fmla="*/ 169851 h 421840"/>
              <a:gd name="connsiteX28" fmla="*/ 363816 w 607639"/>
              <a:gd name="connsiteY28" fmla="*/ 75646 h 421840"/>
              <a:gd name="connsiteX29" fmla="*/ 479282 w 607639"/>
              <a:gd name="connsiteY29" fmla="*/ 75646 h 421840"/>
              <a:gd name="connsiteX30" fmla="*/ 492547 w 607639"/>
              <a:gd name="connsiteY30" fmla="*/ 88797 h 421840"/>
              <a:gd name="connsiteX31" fmla="*/ 479282 w 607639"/>
              <a:gd name="connsiteY31" fmla="*/ 102037 h 421840"/>
              <a:gd name="connsiteX32" fmla="*/ 363816 w 607639"/>
              <a:gd name="connsiteY32" fmla="*/ 102037 h 421840"/>
              <a:gd name="connsiteX33" fmla="*/ 350640 w 607639"/>
              <a:gd name="connsiteY33" fmla="*/ 88797 h 421840"/>
              <a:gd name="connsiteX34" fmla="*/ 363816 w 607639"/>
              <a:gd name="connsiteY34" fmla="*/ 75646 h 421840"/>
              <a:gd name="connsiteX35" fmla="*/ 128261 w 607639"/>
              <a:gd name="connsiteY35" fmla="*/ 75646 h 421840"/>
              <a:gd name="connsiteX36" fmla="*/ 243760 w 607639"/>
              <a:gd name="connsiteY36" fmla="*/ 75646 h 421840"/>
              <a:gd name="connsiteX37" fmla="*/ 256929 w 607639"/>
              <a:gd name="connsiteY37" fmla="*/ 88797 h 421840"/>
              <a:gd name="connsiteX38" fmla="*/ 243760 w 607639"/>
              <a:gd name="connsiteY38" fmla="*/ 102037 h 421840"/>
              <a:gd name="connsiteX39" fmla="*/ 128261 w 607639"/>
              <a:gd name="connsiteY39" fmla="*/ 102037 h 421840"/>
              <a:gd name="connsiteX40" fmla="*/ 115092 w 607639"/>
              <a:gd name="connsiteY40" fmla="*/ 88797 h 421840"/>
              <a:gd name="connsiteX41" fmla="*/ 128261 w 607639"/>
              <a:gd name="connsiteY41" fmla="*/ 75646 h 421840"/>
              <a:gd name="connsiteX42" fmla="*/ 26435 w 607639"/>
              <a:gd name="connsiteY42" fmla="*/ 61761 h 421840"/>
              <a:gd name="connsiteX43" fmla="*/ 26435 w 607639"/>
              <a:gd name="connsiteY43" fmla="*/ 395447 h 421840"/>
              <a:gd name="connsiteX44" fmla="*/ 290602 w 607639"/>
              <a:gd name="connsiteY44" fmla="*/ 395447 h 421840"/>
              <a:gd name="connsiteX45" fmla="*/ 290602 w 607639"/>
              <a:gd name="connsiteY45" fmla="*/ 393492 h 421840"/>
              <a:gd name="connsiteX46" fmla="*/ 263723 w 607639"/>
              <a:gd name="connsiteY46" fmla="*/ 366655 h 421840"/>
              <a:gd name="connsiteX47" fmla="*/ 81618 w 607639"/>
              <a:gd name="connsiteY47" fmla="*/ 366655 h 421840"/>
              <a:gd name="connsiteX48" fmla="*/ 55005 w 607639"/>
              <a:gd name="connsiteY48" fmla="*/ 340085 h 421840"/>
              <a:gd name="connsiteX49" fmla="*/ 55005 w 607639"/>
              <a:gd name="connsiteY49" fmla="*/ 61761 h 421840"/>
              <a:gd name="connsiteX50" fmla="*/ 343916 w 607639"/>
              <a:gd name="connsiteY50" fmla="*/ 26393 h 421840"/>
              <a:gd name="connsiteX51" fmla="*/ 317037 w 607639"/>
              <a:gd name="connsiteY51" fmla="*/ 53230 h 421840"/>
              <a:gd name="connsiteX52" fmla="*/ 317037 w 607639"/>
              <a:gd name="connsiteY52" fmla="*/ 347549 h 421840"/>
              <a:gd name="connsiteX53" fmla="*/ 343916 w 607639"/>
              <a:gd name="connsiteY53" fmla="*/ 340263 h 421840"/>
              <a:gd name="connsiteX54" fmla="*/ 525131 w 607639"/>
              <a:gd name="connsiteY54" fmla="*/ 340263 h 421840"/>
              <a:gd name="connsiteX55" fmla="*/ 526199 w 607639"/>
              <a:gd name="connsiteY55" fmla="*/ 339285 h 421840"/>
              <a:gd name="connsiteX56" fmla="*/ 526199 w 607639"/>
              <a:gd name="connsiteY56" fmla="*/ 26570 h 421840"/>
              <a:gd name="connsiteX57" fmla="*/ 525932 w 607639"/>
              <a:gd name="connsiteY57" fmla="*/ 26393 h 421840"/>
              <a:gd name="connsiteX58" fmla="*/ 81618 w 607639"/>
              <a:gd name="connsiteY58" fmla="*/ 26393 h 421840"/>
              <a:gd name="connsiteX59" fmla="*/ 81440 w 607639"/>
              <a:gd name="connsiteY59" fmla="*/ 26570 h 421840"/>
              <a:gd name="connsiteX60" fmla="*/ 81440 w 607639"/>
              <a:gd name="connsiteY60" fmla="*/ 340085 h 421840"/>
              <a:gd name="connsiteX61" fmla="*/ 81618 w 607639"/>
              <a:gd name="connsiteY61" fmla="*/ 340263 h 421840"/>
              <a:gd name="connsiteX62" fmla="*/ 263723 w 607639"/>
              <a:gd name="connsiteY62" fmla="*/ 340263 h 421840"/>
              <a:gd name="connsiteX63" fmla="*/ 290602 w 607639"/>
              <a:gd name="connsiteY63" fmla="*/ 347549 h 421840"/>
              <a:gd name="connsiteX64" fmla="*/ 290602 w 607639"/>
              <a:gd name="connsiteY64" fmla="*/ 53230 h 421840"/>
              <a:gd name="connsiteX65" fmla="*/ 263723 w 607639"/>
              <a:gd name="connsiteY65" fmla="*/ 26393 h 421840"/>
              <a:gd name="connsiteX66" fmla="*/ 81618 w 607639"/>
              <a:gd name="connsiteY66" fmla="*/ 0 h 421840"/>
              <a:gd name="connsiteX67" fmla="*/ 263723 w 607639"/>
              <a:gd name="connsiteY67" fmla="*/ 0 h 421840"/>
              <a:gd name="connsiteX68" fmla="*/ 303775 w 607639"/>
              <a:gd name="connsiteY68" fmla="*/ 18217 h 421840"/>
              <a:gd name="connsiteX69" fmla="*/ 343916 w 607639"/>
              <a:gd name="connsiteY69" fmla="*/ 0 h 421840"/>
              <a:gd name="connsiteX70" fmla="*/ 525932 w 607639"/>
              <a:gd name="connsiteY70" fmla="*/ 0 h 421840"/>
              <a:gd name="connsiteX71" fmla="*/ 552545 w 607639"/>
              <a:gd name="connsiteY71" fmla="*/ 26570 h 421840"/>
              <a:gd name="connsiteX72" fmla="*/ 552545 w 607639"/>
              <a:gd name="connsiteY72" fmla="*/ 339285 h 421840"/>
              <a:gd name="connsiteX73" fmla="*/ 525131 w 607639"/>
              <a:gd name="connsiteY73" fmla="*/ 366655 h 421840"/>
              <a:gd name="connsiteX74" fmla="*/ 343916 w 607639"/>
              <a:gd name="connsiteY74" fmla="*/ 366655 h 421840"/>
              <a:gd name="connsiteX75" fmla="*/ 317037 w 607639"/>
              <a:gd name="connsiteY75" fmla="*/ 393492 h 421840"/>
              <a:gd name="connsiteX76" fmla="*/ 317037 w 607639"/>
              <a:gd name="connsiteY76" fmla="*/ 395447 h 421840"/>
              <a:gd name="connsiteX77" fmla="*/ 581205 w 607639"/>
              <a:gd name="connsiteY77" fmla="*/ 395447 h 421840"/>
              <a:gd name="connsiteX78" fmla="*/ 581205 w 607639"/>
              <a:gd name="connsiteY78" fmla="*/ 48609 h 421840"/>
              <a:gd name="connsiteX79" fmla="*/ 594377 w 607639"/>
              <a:gd name="connsiteY79" fmla="*/ 35368 h 421840"/>
              <a:gd name="connsiteX80" fmla="*/ 607639 w 607639"/>
              <a:gd name="connsiteY80" fmla="*/ 48609 h 421840"/>
              <a:gd name="connsiteX81" fmla="*/ 607639 w 607639"/>
              <a:gd name="connsiteY81" fmla="*/ 408599 h 421840"/>
              <a:gd name="connsiteX82" fmla="*/ 594377 w 607639"/>
              <a:gd name="connsiteY82" fmla="*/ 421840 h 421840"/>
              <a:gd name="connsiteX83" fmla="*/ 13173 w 607639"/>
              <a:gd name="connsiteY83" fmla="*/ 421840 h 421840"/>
              <a:gd name="connsiteX84" fmla="*/ 0 w 607639"/>
              <a:gd name="connsiteY84" fmla="*/ 408599 h 421840"/>
              <a:gd name="connsiteX85" fmla="*/ 0 w 607639"/>
              <a:gd name="connsiteY85" fmla="*/ 48609 h 421840"/>
              <a:gd name="connsiteX86" fmla="*/ 13173 w 607639"/>
              <a:gd name="connsiteY86" fmla="*/ 35368 h 421840"/>
              <a:gd name="connsiteX87" fmla="*/ 55005 w 607639"/>
              <a:gd name="connsiteY87" fmla="*/ 35368 h 421840"/>
              <a:gd name="connsiteX88" fmla="*/ 55005 w 607639"/>
              <a:gd name="connsiteY88" fmla="*/ 26570 h 421840"/>
              <a:gd name="connsiteX89" fmla="*/ 81618 w 607639"/>
              <a:gd name="connsiteY89" fmla="*/ 0 h 42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607639" h="421840">
                <a:moveTo>
                  <a:pt x="363813" y="263915"/>
                </a:moveTo>
                <a:lnTo>
                  <a:pt x="421581" y="263915"/>
                </a:lnTo>
                <a:cubicBezTo>
                  <a:pt x="428879" y="263915"/>
                  <a:pt x="434754" y="269869"/>
                  <a:pt x="434754" y="277155"/>
                </a:cubicBezTo>
                <a:cubicBezTo>
                  <a:pt x="434754" y="284442"/>
                  <a:pt x="428879" y="290306"/>
                  <a:pt x="421581" y="290306"/>
                </a:cubicBezTo>
                <a:lnTo>
                  <a:pt x="363813" y="290306"/>
                </a:lnTo>
                <a:cubicBezTo>
                  <a:pt x="356515" y="290306"/>
                  <a:pt x="350640" y="284442"/>
                  <a:pt x="350640" y="277155"/>
                </a:cubicBezTo>
                <a:cubicBezTo>
                  <a:pt x="350640" y="269869"/>
                  <a:pt x="356515" y="263915"/>
                  <a:pt x="363813" y="263915"/>
                </a:cubicBezTo>
                <a:close/>
                <a:moveTo>
                  <a:pt x="128261" y="263915"/>
                </a:moveTo>
                <a:lnTo>
                  <a:pt x="243760" y="263915"/>
                </a:lnTo>
                <a:cubicBezTo>
                  <a:pt x="251056" y="263915"/>
                  <a:pt x="256929" y="269869"/>
                  <a:pt x="256929" y="277155"/>
                </a:cubicBezTo>
                <a:cubicBezTo>
                  <a:pt x="256929" y="284442"/>
                  <a:pt x="251056" y="290306"/>
                  <a:pt x="243760" y="290306"/>
                </a:cubicBezTo>
                <a:lnTo>
                  <a:pt x="128261" y="290306"/>
                </a:lnTo>
                <a:cubicBezTo>
                  <a:pt x="120965" y="290306"/>
                  <a:pt x="115092" y="284442"/>
                  <a:pt x="115092" y="277155"/>
                </a:cubicBezTo>
                <a:cubicBezTo>
                  <a:pt x="115092" y="269869"/>
                  <a:pt x="120965" y="263915"/>
                  <a:pt x="128261" y="263915"/>
                </a:cubicBezTo>
                <a:close/>
                <a:moveTo>
                  <a:pt x="363816" y="169851"/>
                </a:moveTo>
                <a:lnTo>
                  <a:pt x="479282" y="169851"/>
                </a:lnTo>
                <a:cubicBezTo>
                  <a:pt x="486582" y="169851"/>
                  <a:pt x="492547" y="175704"/>
                  <a:pt x="492547" y="182976"/>
                </a:cubicBezTo>
                <a:cubicBezTo>
                  <a:pt x="492547" y="190248"/>
                  <a:pt x="486582" y="196101"/>
                  <a:pt x="479282" y="196101"/>
                </a:cubicBezTo>
                <a:lnTo>
                  <a:pt x="363816" y="196101"/>
                </a:lnTo>
                <a:cubicBezTo>
                  <a:pt x="356516" y="196101"/>
                  <a:pt x="350640" y="190248"/>
                  <a:pt x="350640" y="182976"/>
                </a:cubicBezTo>
                <a:cubicBezTo>
                  <a:pt x="350640" y="175704"/>
                  <a:pt x="356516" y="169851"/>
                  <a:pt x="363816" y="169851"/>
                </a:cubicBezTo>
                <a:close/>
                <a:moveTo>
                  <a:pt x="128261" y="169851"/>
                </a:moveTo>
                <a:lnTo>
                  <a:pt x="243760" y="169851"/>
                </a:lnTo>
                <a:cubicBezTo>
                  <a:pt x="251056" y="169851"/>
                  <a:pt x="256929" y="175704"/>
                  <a:pt x="256929" y="182976"/>
                </a:cubicBezTo>
                <a:cubicBezTo>
                  <a:pt x="256929" y="190248"/>
                  <a:pt x="251056" y="196101"/>
                  <a:pt x="243760" y="196101"/>
                </a:cubicBezTo>
                <a:lnTo>
                  <a:pt x="128261" y="196101"/>
                </a:lnTo>
                <a:cubicBezTo>
                  <a:pt x="120965" y="196101"/>
                  <a:pt x="115092" y="190248"/>
                  <a:pt x="115092" y="182976"/>
                </a:cubicBezTo>
                <a:cubicBezTo>
                  <a:pt x="115092" y="175704"/>
                  <a:pt x="120965" y="169851"/>
                  <a:pt x="128261" y="169851"/>
                </a:cubicBezTo>
                <a:close/>
                <a:moveTo>
                  <a:pt x="363816" y="75646"/>
                </a:moveTo>
                <a:lnTo>
                  <a:pt x="479282" y="75646"/>
                </a:lnTo>
                <a:cubicBezTo>
                  <a:pt x="486582" y="75646"/>
                  <a:pt x="492547" y="81510"/>
                  <a:pt x="492547" y="88797"/>
                </a:cubicBezTo>
                <a:cubicBezTo>
                  <a:pt x="492547" y="96083"/>
                  <a:pt x="486582" y="102037"/>
                  <a:pt x="479282" y="102037"/>
                </a:cubicBezTo>
                <a:lnTo>
                  <a:pt x="363816" y="102037"/>
                </a:lnTo>
                <a:cubicBezTo>
                  <a:pt x="356516" y="102037"/>
                  <a:pt x="350640" y="96083"/>
                  <a:pt x="350640" y="88797"/>
                </a:cubicBezTo>
                <a:cubicBezTo>
                  <a:pt x="350640" y="81510"/>
                  <a:pt x="356516" y="75646"/>
                  <a:pt x="363816" y="75646"/>
                </a:cubicBezTo>
                <a:close/>
                <a:moveTo>
                  <a:pt x="128261" y="75646"/>
                </a:moveTo>
                <a:lnTo>
                  <a:pt x="243760" y="75646"/>
                </a:lnTo>
                <a:cubicBezTo>
                  <a:pt x="251056" y="75646"/>
                  <a:pt x="256929" y="81510"/>
                  <a:pt x="256929" y="88797"/>
                </a:cubicBezTo>
                <a:cubicBezTo>
                  <a:pt x="256929" y="96083"/>
                  <a:pt x="251056" y="102037"/>
                  <a:pt x="243760" y="102037"/>
                </a:cubicBezTo>
                <a:lnTo>
                  <a:pt x="128261" y="102037"/>
                </a:lnTo>
                <a:cubicBezTo>
                  <a:pt x="120965" y="102037"/>
                  <a:pt x="115092" y="96083"/>
                  <a:pt x="115092" y="88797"/>
                </a:cubicBezTo>
                <a:cubicBezTo>
                  <a:pt x="115092" y="81510"/>
                  <a:pt x="120965" y="75646"/>
                  <a:pt x="128261" y="75646"/>
                </a:cubicBezTo>
                <a:close/>
                <a:moveTo>
                  <a:pt x="26435" y="61761"/>
                </a:moveTo>
                <a:lnTo>
                  <a:pt x="26435" y="395447"/>
                </a:lnTo>
                <a:lnTo>
                  <a:pt x="290602" y="395447"/>
                </a:lnTo>
                <a:lnTo>
                  <a:pt x="290602" y="393492"/>
                </a:lnTo>
                <a:cubicBezTo>
                  <a:pt x="290602" y="378652"/>
                  <a:pt x="278587" y="366655"/>
                  <a:pt x="263723" y="366655"/>
                </a:cubicBezTo>
                <a:lnTo>
                  <a:pt x="81618" y="366655"/>
                </a:lnTo>
                <a:cubicBezTo>
                  <a:pt x="67021" y="366655"/>
                  <a:pt x="55005" y="354748"/>
                  <a:pt x="55005" y="340085"/>
                </a:cubicBezTo>
                <a:lnTo>
                  <a:pt x="55005" y="61761"/>
                </a:lnTo>
                <a:close/>
                <a:moveTo>
                  <a:pt x="343916" y="26393"/>
                </a:moveTo>
                <a:cubicBezTo>
                  <a:pt x="329053" y="26393"/>
                  <a:pt x="317037" y="38389"/>
                  <a:pt x="317037" y="53230"/>
                </a:cubicBezTo>
                <a:lnTo>
                  <a:pt x="317037" y="347549"/>
                </a:lnTo>
                <a:cubicBezTo>
                  <a:pt x="324869" y="342929"/>
                  <a:pt x="334126" y="340263"/>
                  <a:pt x="343916" y="340263"/>
                </a:cubicBezTo>
                <a:lnTo>
                  <a:pt x="525131" y="340263"/>
                </a:lnTo>
                <a:cubicBezTo>
                  <a:pt x="525665" y="340263"/>
                  <a:pt x="526199" y="339818"/>
                  <a:pt x="526199" y="339285"/>
                </a:cubicBezTo>
                <a:lnTo>
                  <a:pt x="526199" y="26570"/>
                </a:lnTo>
                <a:cubicBezTo>
                  <a:pt x="526199" y="26481"/>
                  <a:pt x="526021" y="26393"/>
                  <a:pt x="525932" y="26393"/>
                </a:cubicBezTo>
                <a:close/>
                <a:moveTo>
                  <a:pt x="81618" y="26393"/>
                </a:moveTo>
                <a:cubicBezTo>
                  <a:pt x="81529" y="26393"/>
                  <a:pt x="81440" y="26481"/>
                  <a:pt x="81440" y="26570"/>
                </a:cubicBezTo>
                <a:lnTo>
                  <a:pt x="81440" y="340085"/>
                </a:lnTo>
                <a:cubicBezTo>
                  <a:pt x="81440" y="340174"/>
                  <a:pt x="81529" y="340263"/>
                  <a:pt x="81618" y="340263"/>
                </a:cubicBezTo>
                <a:lnTo>
                  <a:pt x="263723" y="340263"/>
                </a:lnTo>
                <a:cubicBezTo>
                  <a:pt x="273513" y="340263"/>
                  <a:pt x="282681" y="342929"/>
                  <a:pt x="290602" y="347549"/>
                </a:cubicBezTo>
                <a:lnTo>
                  <a:pt x="290602" y="53230"/>
                </a:lnTo>
                <a:cubicBezTo>
                  <a:pt x="290602" y="38389"/>
                  <a:pt x="278587" y="26393"/>
                  <a:pt x="263723" y="26393"/>
                </a:cubicBezTo>
                <a:close/>
                <a:moveTo>
                  <a:pt x="81618" y="0"/>
                </a:moveTo>
                <a:lnTo>
                  <a:pt x="263723" y="0"/>
                </a:lnTo>
                <a:cubicBezTo>
                  <a:pt x="279655" y="0"/>
                  <a:pt x="294074" y="7020"/>
                  <a:pt x="303775" y="18217"/>
                </a:cubicBezTo>
                <a:cubicBezTo>
                  <a:pt x="313566" y="7020"/>
                  <a:pt x="327896" y="0"/>
                  <a:pt x="343916" y="0"/>
                </a:cubicBezTo>
                <a:lnTo>
                  <a:pt x="525932" y="0"/>
                </a:lnTo>
                <a:cubicBezTo>
                  <a:pt x="540618" y="0"/>
                  <a:pt x="552545" y="11908"/>
                  <a:pt x="552545" y="26570"/>
                </a:cubicBezTo>
                <a:lnTo>
                  <a:pt x="552545" y="339285"/>
                </a:lnTo>
                <a:cubicBezTo>
                  <a:pt x="552545" y="354392"/>
                  <a:pt x="540262" y="366655"/>
                  <a:pt x="525131" y="366655"/>
                </a:cubicBezTo>
                <a:lnTo>
                  <a:pt x="343916" y="366655"/>
                </a:lnTo>
                <a:cubicBezTo>
                  <a:pt x="329053" y="366655"/>
                  <a:pt x="317037" y="378652"/>
                  <a:pt x="317037" y="393492"/>
                </a:cubicBezTo>
                <a:lnTo>
                  <a:pt x="317037" y="395447"/>
                </a:lnTo>
                <a:lnTo>
                  <a:pt x="581205" y="395447"/>
                </a:lnTo>
                <a:lnTo>
                  <a:pt x="581205" y="48609"/>
                </a:lnTo>
                <a:cubicBezTo>
                  <a:pt x="581205" y="41322"/>
                  <a:pt x="587079" y="35368"/>
                  <a:pt x="594377" y="35368"/>
                </a:cubicBezTo>
                <a:cubicBezTo>
                  <a:pt x="601676" y="35368"/>
                  <a:pt x="607639" y="41322"/>
                  <a:pt x="607639" y="48609"/>
                </a:cubicBezTo>
                <a:lnTo>
                  <a:pt x="607639" y="408599"/>
                </a:lnTo>
                <a:cubicBezTo>
                  <a:pt x="607639" y="415886"/>
                  <a:pt x="601676" y="421840"/>
                  <a:pt x="594377" y="421840"/>
                </a:cubicBezTo>
                <a:lnTo>
                  <a:pt x="13173" y="421840"/>
                </a:lnTo>
                <a:cubicBezTo>
                  <a:pt x="5874" y="421840"/>
                  <a:pt x="0" y="415886"/>
                  <a:pt x="0" y="408599"/>
                </a:cubicBezTo>
                <a:lnTo>
                  <a:pt x="0" y="48609"/>
                </a:lnTo>
                <a:cubicBezTo>
                  <a:pt x="0" y="41322"/>
                  <a:pt x="5874" y="35368"/>
                  <a:pt x="13173" y="35368"/>
                </a:cubicBezTo>
                <a:lnTo>
                  <a:pt x="55005" y="35368"/>
                </a:lnTo>
                <a:lnTo>
                  <a:pt x="55005" y="26570"/>
                </a:lnTo>
                <a:cubicBezTo>
                  <a:pt x="55005" y="11908"/>
                  <a:pt x="67021" y="0"/>
                  <a:pt x="81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20" name="Oval 30"/>
          <p:cNvSpPr/>
          <p:nvPr/>
        </p:nvSpPr>
        <p:spPr>
          <a:xfrm>
            <a:off x="7735531" y="3543313"/>
            <a:ext cx="244363" cy="305357"/>
          </a:xfrm>
          <a:custGeom>
            <a:avLst/>
            <a:gdLst>
              <a:gd name="connsiteX0" fmla="*/ 308504 w 484855"/>
              <a:gd name="connsiteY0" fmla="*/ 409249 h 605875"/>
              <a:gd name="connsiteX1" fmla="*/ 293051 w 484855"/>
              <a:gd name="connsiteY1" fmla="*/ 415646 h 605875"/>
              <a:gd name="connsiteX2" fmla="*/ 293051 w 484855"/>
              <a:gd name="connsiteY2" fmla="*/ 446500 h 605875"/>
              <a:gd name="connsiteX3" fmla="*/ 308504 w 484855"/>
              <a:gd name="connsiteY3" fmla="*/ 452896 h 605875"/>
              <a:gd name="connsiteX4" fmla="*/ 323958 w 484855"/>
              <a:gd name="connsiteY4" fmla="*/ 446500 h 605875"/>
              <a:gd name="connsiteX5" fmla="*/ 330366 w 484855"/>
              <a:gd name="connsiteY5" fmla="*/ 431073 h 605875"/>
              <a:gd name="connsiteX6" fmla="*/ 323958 w 484855"/>
              <a:gd name="connsiteY6" fmla="*/ 415646 h 605875"/>
              <a:gd name="connsiteX7" fmla="*/ 308504 w 484855"/>
              <a:gd name="connsiteY7" fmla="*/ 409249 h 605875"/>
              <a:gd name="connsiteX8" fmla="*/ 308504 w 484855"/>
              <a:gd name="connsiteY8" fmla="*/ 379148 h 605875"/>
              <a:gd name="connsiteX9" fmla="*/ 345348 w 484855"/>
              <a:gd name="connsiteY9" fmla="*/ 394199 h 605875"/>
              <a:gd name="connsiteX10" fmla="*/ 360519 w 484855"/>
              <a:gd name="connsiteY10" fmla="*/ 430885 h 605875"/>
              <a:gd name="connsiteX11" fmla="*/ 345348 w 484855"/>
              <a:gd name="connsiteY11" fmla="*/ 467664 h 605875"/>
              <a:gd name="connsiteX12" fmla="*/ 308504 w 484855"/>
              <a:gd name="connsiteY12" fmla="*/ 482809 h 605875"/>
              <a:gd name="connsiteX13" fmla="*/ 271660 w 484855"/>
              <a:gd name="connsiteY13" fmla="*/ 467664 h 605875"/>
              <a:gd name="connsiteX14" fmla="*/ 271660 w 484855"/>
              <a:gd name="connsiteY14" fmla="*/ 394293 h 605875"/>
              <a:gd name="connsiteX15" fmla="*/ 308504 w 484855"/>
              <a:gd name="connsiteY15" fmla="*/ 379148 h 605875"/>
              <a:gd name="connsiteX16" fmla="*/ 176331 w 484855"/>
              <a:gd name="connsiteY16" fmla="*/ 293465 h 605875"/>
              <a:gd name="connsiteX17" fmla="*/ 160879 w 484855"/>
              <a:gd name="connsiteY17" fmla="*/ 299864 h 605875"/>
              <a:gd name="connsiteX18" fmla="*/ 160879 w 484855"/>
              <a:gd name="connsiteY18" fmla="*/ 330732 h 605875"/>
              <a:gd name="connsiteX19" fmla="*/ 176331 w 484855"/>
              <a:gd name="connsiteY19" fmla="*/ 337131 h 605875"/>
              <a:gd name="connsiteX20" fmla="*/ 191784 w 484855"/>
              <a:gd name="connsiteY20" fmla="*/ 330732 h 605875"/>
              <a:gd name="connsiteX21" fmla="*/ 191784 w 484855"/>
              <a:gd name="connsiteY21" fmla="*/ 299864 h 605875"/>
              <a:gd name="connsiteX22" fmla="*/ 176331 w 484855"/>
              <a:gd name="connsiteY22" fmla="*/ 293465 h 605875"/>
              <a:gd name="connsiteX23" fmla="*/ 319678 w 484855"/>
              <a:gd name="connsiteY23" fmla="*/ 274569 h 605875"/>
              <a:gd name="connsiteX24" fmla="*/ 340966 w 484855"/>
              <a:gd name="connsiteY24" fmla="*/ 274569 h 605875"/>
              <a:gd name="connsiteX25" fmla="*/ 340966 w 484855"/>
              <a:gd name="connsiteY25" fmla="*/ 296016 h 605875"/>
              <a:gd name="connsiteX26" fmla="*/ 165389 w 484855"/>
              <a:gd name="connsiteY26" fmla="*/ 471355 h 605875"/>
              <a:gd name="connsiteX27" fmla="*/ 154745 w 484855"/>
              <a:gd name="connsiteY27" fmla="*/ 475682 h 605875"/>
              <a:gd name="connsiteX28" fmla="*/ 144101 w 484855"/>
              <a:gd name="connsiteY28" fmla="*/ 471355 h 605875"/>
              <a:gd name="connsiteX29" fmla="*/ 144101 w 484855"/>
              <a:gd name="connsiteY29" fmla="*/ 450002 h 605875"/>
              <a:gd name="connsiteX30" fmla="*/ 176331 w 484855"/>
              <a:gd name="connsiteY30" fmla="*/ 263350 h 605875"/>
              <a:gd name="connsiteX31" fmla="*/ 213172 w 484855"/>
              <a:gd name="connsiteY31" fmla="*/ 278502 h 605875"/>
              <a:gd name="connsiteX32" fmla="*/ 213172 w 484855"/>
              <a:gd name="connsiteY32" fmla="*/ 351907 h 605875"/>
              <a:gd name="connsiteX33" fmla="*/ 176331 w 484855"/>
              <a:gd name="connsiteY33" fmla="*/ 367152 h 605875"/>
              <a:gd name="connsiteX34" fmla="*/ 139584 w 484855"/>
              <a:gd name="connsiteY34" fmla="*/ 351907 h 605875"/>
              <a:gd name="connsiteX35" fmla="*/ 139584 w 484855"/>
              <a:gd name="connsiteY35" fmla="*/ 278502 h 605875"/>
              <a:gd name="connsiteX36" fmla="*/ 176331 w 484855"/>
              <a:gd name="connsiteY36" fmla="*/ 263350 h 605875"/>
              <a:gd name="connsiteX37" fmla="*/ 63869 w 484855"/>
              <a:gd name="connsiteY37" fmla="*/ 148623 h 605875"/>
              <a:gd name="connsiteX38" fmla="*/ 30145 w 484855"/>
              <a:gd name="connsiteY38" fmla="*/ 527048 h 605875"/>
              <a:gd name="connsiteX39" fmla="*/ 89868 w 484855"/>
              <a:gd name="connsiteY39" fmla="*/ 575680 h 605875"/>
              <a:gd name="connsiteX40" fmla="*/ 395081 w 484855"/>
              <a:gd name="connsiteY40" fmla="*/ 575680 h 605875"/>
              <a:gd name="connsiteX41" fmla="*/ 454711 w 484855"/>
              <a:gd name="connsiteY41" fmla="*/ 527142 h 605875"/>
              <a:gd name="connsiteX42" fmla="*/ 421081 w 484855"/>
              <a:gd name="connsiteY42" fmla="*/ 148623 h 605875"/>
              <a:gd name="connsiteX43" fmla="*/ 361263 w 484855"/>
              <a:gd name="connsiteY43" fmla="*/ 148623 h 605875"/>
              <a:gd name="connsiteX44" fmla="*/ 361263 w 484855"/>
              <a:gd name="connsiteY44" fmla="*/ 201394 h 605875"/>
              <a:gd name="connsiteX45" fmla="*/ 346191 w 484855"/>
              <a:gd name="connsiteY45" fmla="*/ 216445 h 605875"/>
              <a:gd name="connsiteX46" fmla="*/ 331118 w 484855"/>
              <a:gd name="connsiteY46" fmla="*/ 201394 h 605875"/>
              <a:gd name="connsiteX47" fmla="*/ 331118 w 484855"/>
              <a:gd name="connsiteY47" fmla="*/ 148623 h 605875"/>
              <a:gd name="connsiteX48" fmla="*/ 153737 w 484855"/>
              <a:gd name="connsiteY48" fmla="*/ 148623 h 605875"/>
              <a:gd name="connsiteX49" fmla="*/ 153737 w 484855"/>
              <a:gd name="connsiteY49" fmla="*/ 201394 h 605875"/>
              <a:gd name="connsiteX50" fmla="*/ 138665 w 484855"/>
              <a:gd name="connsiteY50" fmla="*/ 216445 h 605875"/>
              <a:gd name="connsiteX51" fmla="*/ 123593 w 484855"/>
              <a:gd name="connsiteY51" fmla="*/ 201394 h 605875"/>
              <a:gd name="connsiteX52" fmla="*/ 123593 w 484855"/>
              <a:gd name="connsiteY52" fmla="*/ 148623 h 605875"/>
              <a:gd name="connsiteX53" fmla="*/ 242475 w 484855"/>
              <a:gd name="connsiteY53" fmla="*/ 30101 h 605875"/>
              <a:gd name="connsiteX54" fmla="*/ 153737 w 484855"/>
              <a:gd name="connsiteY54" fmla="*/ 118522 h 605875"/>
              <a:gd name="connsiteX55" fmla="*/ 331118 w 484855"/>
              <a:gd name="connsiteY55" fmla="*/ 118522 h 605875"/>
              <a:gd name="connsiteX56" fmla="*/ 242475 w 484855"/>
              <a:gd name="connsiteY56" fmla="*/ 30101 h 605875"/>
              <a:gd name="connsiteX57" fmla="*/ 242475 w 484855"/>
              <a:gd name="connsiteY57" fmla="*/ 0 h 605875"/>
              <a:gd name="connsiteX58" fmla="*/ 361263 w 484855"/>
              <a:gd name="connsiteY58" fmla="*/ 118522 h 605875"/>
              <a:gd name="connsiteX59" fmla="*/ 434834 w 484855"/>
              <a:gd name="connsiteY59" fmla="*/ 118522 h 605875"/>
              <a:gd name="connsiteX60" fmla="*/ 449906 w 484855"/>
              <a:gd name="connsiteY60" fmla="*/ 132162 h 605875"/>
              <a:gd name="connsiteX61" fmla="*/ 484855 w 484855"/>
              <a:gd name="connsiteY61" fmla="*/ 525167 h 605875"/>
              <a:gd name="connsiteX62" fmla="*/ 484855 w 484855"/>
              <a:gd name="connsiteY62" fmla="*/ 526484 h 605875"/>
              <a:gd name="connsiteX63" fmla="*/ 395081 w 484855"/>
              <a:gd name="connsiteY63" fmla="*/ 605875 h 605875"/>
              <a:gd name="connsiteX64" fmla="*/ 89868 w 484855"/>
              <a:gd name="connsiteY64" fmla="*/ 605875 h 605875"/>
              <a:gd name="connsiteX65" fmla="*/ 0 w 484855"/>
              <a:gd name="connsiteY65" fmla="*/ 526484 h 605875"/>
              <a:gd name="connsiteX66" fmla="*/ 0 w 484855"/>
              <a:gd name="connsiteY66" fmla="*/ 525167 h 605875"/>
              <a:gd name="connsiteX67" fmla="*/ 34949 w 484855"/>
              <a:gd name="connsiteY67" fmla="*/ 132162 h 605875"/>
              <a:gd name="connsiteX68" fmla="*/ 50021 w 484855"/>
              <a:gd name="connsiteY68" fmla="*/ 118522 h 605875"/>
              <a:gd name="connsiteX69" fmla="*/ 123593 w 484855"/>
              <a:gd name="connsiteY69" fmla="*/ 118522 h 605875"/>
              <a:gd name="connsiteX70" fmla="*/ 242475 w 484855"/>
              <a:gd name="connsiteY70" fmla="*/ 0 h 605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484855" h="605875">
                <a:moveTo>
                  <a:pt x="308504" y="409249"/>
                </a:moveTo>
                <a:cubicBezTo>
                  <a:pt x="302568" y="409249"/>
                  <a:pt x="297197" y="411507"/>
                  <a:pt x="293051" y="415646"/>
                </a:cubicBezTo>
                <a:cubicBezTo>
                  <a:pt x="284476" y="424112"/>
                  <a:pt x="284476" y="437940"/>
                  <a:pt x="293051" y="446500"/>
                </a:cubicBezTo>
                <a:cubicBezTo>
                  <a:pt x="297197" y="450638"/>
                  <a:pt x="302756" y="452896"/>
                  <a:pt x="308504" y="452896"/>
                </a:cubicBezTo>
                <a:cubicBezTo>
                  <a:pt x="314441" y="452896"/>
                  <a:pt x="319812" y="450638"/>
                  <a:pt x="323958" y="446500"/>
                </a:cubicBezTo>
                <a:cubicBezTo>
                  <a:pt x="328010" y="442361"/>
                  <a:pt x="330366" y="436905"/>
                  <a:pt x="330366" y="431073"/>
                </a:cubicBezTo>
                <a:cubicBezTo>
                  <a:pt x="330366" y="425147"/>
                  <a:pt x="328104" y="419785"/>
                  <a:pt x="323958" y="415646"/>
                </a:cubicBezTo>
                <a:cubicBezTo>
                  <a:pt x="319812" y="411507"/>
                  <a:pt x="314252" y="409249"/>
                  <a:pt x="308504" y="409249"/>
                </a:cubicBezTo>
                <a:close/>
                <a:moveTo>
                  <a:pt x="308504" y="379148"/>
                </a:moveTo>
                <a:cubicBezTo>
                  <a:pt x="322356" y="379148"/>
                  <a:pt x="335548" y="384228"/>
                  <a:pt x="345348" y="394199"/>
                </a:cubicBezTo>
                <a:cubicBezTo>
                  <a:pt x="355148" y="404076"/>
                  <a:pt x="360519" y="416963"/>
                  <a:pt x="360519" y="430885"/>
                </a:cubicBezTo>
                <a:cubicBezTo>
                  <a:pt x="360519" y="444806"/>
                  <a:pt x="355242" y="457882"/>
                  <a:pt x="345348" y="467664"/>
                </a:cubicBezTo>
                <a:cubicBezTo>
                  <a:pt x="335360" y="477447"/>
                  <a:pt x="322450" y="482809"/>
                  <a:pt x="308504" y="482809"/>
                </a:cubicBezTo>
                <a:cubicBezTo>
                  <a:pt x="294558" y="482809"/>
                  <a:pt x="281460" y="477447"/>
                  <a:pt x="271660" y="467664"/>
                </a:cubicBezTo>
                <a:cubicBezTo>
                  <a:pt x="251495" y="447440"/>
                  <a:pt x="251495" y="414517"/>
                  <a:pt x="271660" y="394293"/>
                </a:cubicBezTo>
                <a:cubicBezTo>
                  <a:pt x="281649" y="384510"/>
                  <a:pt x="294653" y="379148"/>
                  <a:pt x="308504" y="379148"/>
                </a:cubicBezTo>
                <a:close/>
                <a:moveTo>
                  <a:pt x="176331" y="293465"/>
                </a:moveTo>
                <a:cubicBezTo>
                  <a:pt x="170489" y="293465"/>
                  <a:pt x="165024" y="295724"/>
                  <a:pt x="160879" y="299864"/>
                </a:cubicBezTo>
                <a:cubicBezTo>
                  <a:pt x="152493" y="308428"/>
                  <a:pt x="152493" y="322168"/>
                  <a:pt x="160879" y="330732"/>
                </a:cubicBezTo>
                <a:cubicBezTo>
                  <a:pt x="165024" y="334873"/>
                  <a:pt x="170489" y="337131"/>
                  <a:pt x="176331" y="337131"/>
                </a:cubicBezTo>
                <a:cubicBezTo>
                  <a:pt x="182267" y="337131"/>
                  <a:pt x="187638" y="334873"/>
                  <a:pt x="191784" y="330732"/>
                </a:cubicBezTo>
                <a:cubicBezTo>
                  <a:pt x="200358" y="322168"/>
                  <a:pt x="200358" y="308428"/>
                  <a:pt x="191784" y="299864"/>
                </a:cubicBezTo>
                <a:cubicBezTo>
                  <a:pt x="187638" y="295724"/>
                  <a:pt x="182267" y="293465"/>
                  <a:pt x="176331" y="293465"/>
                </a:cubicBezTo>
                <a:close/>
                <a:moveTo>
                  <a:pt x="319678" y="274569"/>
                </a:moveTo>
                <a:cubicBezTo>
                  <a:pt x="325518" y="268643"/>
                  <a:pt x="335126" y="268643"/>
                  <a:pt x="340966" y="274569"/>
                </a:cubicBezTo>
                <a:cubicBezTo>
                  <a:pt x="346900" y="280401"/>
                  <a:pt x="346900" y="289996"/>
                  <a:pt x="340966" y="296016"/>
                </a:cubicBezTo>
                <a:lnTo>
                  <a:pt x="165389" y="471355"/>
                </a:lnTo>
                <a:cubicBezTo>
                  <a:pt x="162375" y="474177"/>
                  <a:pt x="158607" y="475682"/>
                  <a:pt x="154745" y="475682"/>
                </a:cubicBezTo>
                <a:cubicBezTo>
                  <a:pt x="150883" y="475682"/>
                  <a:pt x="146927" y="474177"/>
                  <a:pt x="144101" y="471355"/>
                </a:cubicBezTo>
                <a:cubicBezTo>
                  <a:pt x="138167" y="465429"/>
                  <a:pt x="138167" y="455928"/>
                  <a:pt x="144101" y="450002"/>
                </a:cubicBezTo>
                <a:close/>
                <a:moveTo>
                  <a:pt x="176331" y="263350"/>
                </a:moveTo>
                <a:cubicBezTo>
                  <a:pt x="190276" y="263350"/>
                  <a:pt x="203373" y="268714"/>
                  <a:pt x="213172" y="278502"/>
                </a:cubicBezTo>
                <a:cubicBezTo>
                  <a:pt x="233430" y="298735"/>
                  <a:pt x="233430" y="331767"/>
                  <a:pt x="213172" y="351907"/>
                </a:cubicBezTo>
                <a:cubicBezTo>
                  <a:pt x="203373" y="361694"/>
                  <a:pt x="190276" y="367152"/>
                  <a:pt x="176331" y="367152"/>
                </a:cubicBezTo>
                <a:cubicBezTo>
                  <a:pt x="162386" y="367152"/>
                  <a:pt x="149383" y="361694"/>
                  <a:pt x="139584" y="351907"/>
                </a:cubicBezTo>
                <a:cubicBezTo>
                  <a:pt x="119326" y="331767"/>
                  <a:pt x="119326" y="298735"/>
                  <a:pt x="139584" y="278502"/>
                </a:cubicBezTo>
                <a:cubicBezTo>
                  <a:pt x="149478" y="268714"/>
                  <a:pt x="162575" y="263350"/>
                  <a:pt x="176331" y="263350"/>
                </a:cubicBezTo>
                <a:close/>
                <a:moveTo>
                  <a:pt x="63869" y="148623"/>
                </a:moveTo>
                <a:lnTo>
                  <a:pt x="30145" y="527048"/>
                </a:lnTo>
                <a:cubicBezTo>
                  <a:pt x="30522" y="553951"/>
                  <a:pt x="57181" y="575680"/>
                  <a:pt x="89868" y="575680"/>
                </a:cubicBezTo>
                <a:lnTo>
                  <a:pt x="395081" y="575680"/>
                </a:lnTo>
                <a:cubicBezTo>
                  <a:pt x="427675" y="575680"/>
                  <a:pt x="454334" y="553951"/>
                  <a:pt x="454711" y="527142"/>
                </a:cubicBezTo>
                <a:lnTo>
                  <a:pt x="421081" y="148623"/>
                </a:lnTo>
                <a:lnTo>
                  <a:pt x="361263" y="148623"/>
                </a:lnTo>
                <a:lnTo>
                  <a:pt x="361263" y="201394"/>
                </a:lnTo>
                <a:cubicBezTo>
                  <a:pt x="361263" y="209672"/>
                  <a:pt x="354480" y="216445"/>
                  <a:pt x="346191" y="216445"/>
                </a:cubicBezTo>
                <a:cubicBezTo>
                  <a:pt x="337901" y="216445"/>
                  <a:pt x="331118" y="209672"/>
                  <a:pt x="331118" y="201394"/>
                </a:cubicBezTo>
                <a:lnTo>
                  <a:pt x="331118" y="148623"/>
                </a:lnTo>
                <a:lnTo>
                  <a:pt x="153737" y="148623"/>
                </a:lnTo>
                <a:lnTo>
                  <a:pt x="153737" y="201394"/>
                </a:lnTo>
                <a:cubicBezTo>
                  <a:pt x="153737" y="209672"/>
                  <a:pt x="146955" y="216445"/>
                  <a:pt x="138665" y="216445"/>
                </a:cubicBezTo>
                <a:cubicBezTo>
                  <a:pt x="130375" y="216445"/>
                  <a:pt x="123593" y="209672"/>
                  <a:pt x="123593" y="201394"/>
                </a:cubicBezTo>
                <a:lnTo>
                  <a:pt x="123593" y="148623"/>
                </a:lnTo>
                <a:close/>
                <a:moveTo>
                  <a:pt x="242475" y="30101"/>
                </a:moveTo>
                <a:cubicBezTo>
                  <a:pt x="193584" y="30101"/>
                  <a:pt x="153925" y="69703"/>
                  <a:pt x="153737" y="118522"/>
                </a:cubicBezTo>
                <a:lnTo>
                  <a:pt x="331118" y="118522"/>
                </a:lnTo>
                <a:cubicBezTo>
                  <a:pt x="331024" y="69703"/>
                  <a:pt x="291271" y="30101"/>
                  <a:pt x="242475" y="30101"/>
                </a:cubicBezTo>
                <a:close/>
                <a:moveTo>
                  <a:pt x="242475" y="0"/>
                </a:moveTo>
                <a:cubicBezTo>
                  <a:pt x="307851" y="0"/>
                  <a:pt x="361169" y="53147"/>
                  <a:pt x="361263" y="118522"/>
                </a:cubicBezTo>
                <a:lnTo>
                  <a:pt x="434834" y="118522"/>
                </a:lnTo>
                <a:cubicBezTo>
                  <a:pt x="442747" y="118522"/>
                  <a:pt x="449341" y="124449"/>
                  <a:pt x="449906" y="132162"/>
                </a:cubicBezTo>
                <a:lnTo>
                  <a:pt x="484855" y="525167"/>
                </a:lnTo>
                <a:lnTo>
                  <a:pt x="484855" y="526484"/>
                </a:lnTo>
                <a:cubicBezTo>
                  <a:pt x="484855" y="570318"/>
                  <a:pt x="444537" y="605875"/>
                  <a:pt x="395081" y="605875"/>
                </a:cubicBezTo>
                <a:lnTo>
                  <a:pt x="89868" y="605875"/>
                </a:lnTo>
                <a:cubicBezTo>
                  <a:pt x="40318" y="605875"/>
                  <a:pt x="0" y="570318"/>
                  <a:pt x="0" y="526484"/>
                </a:cubicBezTo>
                <a:lnTo>
                  <a:pt x="0" y="525167"/>
                </a:lnTo>
                <a:lnTo>
                  <a:pt x="34949" y="132162"/>
                </a:lnTo>
                <a:cubicBezTo>
                  <a:pt x="35703" y="124449"/>
                  <a:pt x="42203" y="118522"/>
                  <a:pt x="50021" y="118522"/>
                </a:cubicBezTo>
                <a:lnTo>
                  <a:pt x="123593" y="118522"/>
                </a:lnTo>
                <a:cubicBezTo>
                  <a:pt x="123781" y="53147"/>
                  <a:pt x="177005" y="0"/>
                  <a:pt x="2424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anrope SemiBold" charset="0"/>
            </a:endParaRPr>
          </a:p>
        </p:txBody>
      </p:sp>
      <p:pic>
        <p:nvPicPr>
          <p:cNvPr id="2" name="图形 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3730" y="3786489"/>
            <a:ext cx="1600564" cy="2897795"/>
          </a:xfrm>
          <a:prstGeom prst="rect">
            <a:avLst/>
          </a:prstGeom>
        </p:spPr>
      </p:pic>
      <p:pic>
        <p:nvPicPr>
          <p:cNvPr id="23" name="图形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5048" y="2076845"/>
            <a:ext cx="1231769" cy="9144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useoModerno Black" pitchFamily="2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471237" y="403058"/>
            <a:ext cx="11249526" cy="6051884"/>
          </a:xfrm>
          <a:prstGeom prst="roundRect">
            <a:avLst>
              <a:gd name="adj" fmla="val 4617"/>
            </a:avLst>
          </a:prstGeom>
          <a:solidFill>
            <a:srgbClr val="FFF9F3"/>
          </a:solidFill>
          <a:ln w="19050">
            <a:solidFill>
              <a:srgbClr val="4556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useoModerno Black" pitchFamily="2" charset="0"/>
            </a:endParaRPr>
          </a:p>
        </p:txBody>
      </p:sp>
      <p:pic>
        <p:nvPicPr>
          <p:cNvPr id="149" name="图形 14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236" y="129438"/>
            <a:ext cx="710568" cy="710568"/>
          </a:xfrm>
          <a:prstGeom prst="rect">
            <a:avLst/>
          </a:prstGeom>
        </p:spPr>
      </p:pic>
      <p:sp>
        <p:nvSpPr>
          <p:cNvPr id="150" name="矩形 149"/>
          <p:cNvSpPr/>
          <p:nvPr/>
        </p:nvSpPr>
        <p:spPr>
          <a:xfrm>
            <a:off x="1038236" y="617522"/>
            <a:ext cx="14059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B52F"/>
                </a:solidFill>
                <a:latin typeface="MuseoModerno Black" pitchFamily="2" charset="0"/>
                <a:cs typeface="Manrope SemiBold" charset="0"/>
              </a:rPr>
              <a:t>logo here</a:t>
            </a:r>
            <a:endParaRPr lang="zh-CN" altLang="en-US" sz="1600" dirty="0">
              <a:solidFill>
                <a:srgbClr val="FFB52F"/>
              </a:solidFill>
              <a:latin typeface="MuseoModerno Black" pitchFamily="2" charset="0"/>
              <a:cs typeface="Manrope SemiBold" charset="0"/>
            </a:endParaRPr>
          </a:p>
        </p:txBody>
      </p:sp>
      <p:pic>
        <p:nvPicPr>
          <p:cNvPr id="153" name="图形 1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03106" y="787894"/>
            <a:ext cx="577945" cy="365018"/>
          </a:xfrm>
          <a:prstGeom prst="rect">
            <a:avLst/>
          </a:prstGeom>
        </p:spPr>
      </p:pic>
      <p:pic>
        <p:nvPicPr>
          <p:cNvPr id="155" name="图形 15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707" y="6218521"/>
            <a:ext cx="424888" cy="424888"/>
          </a:xfrm>
          <a:prstGeom prst="rect">
            <a:avLst/>
          </a:prstGeom>
        </p:spPr>
      </p:pic>
      <p:pic>
        <p:nvPicPr>
          <p:cNvPr id="156" name="图形 15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9108" y="6205523"/>
            <a:ext cx="450884" cy="450884"/>
          </a:xfrm>
          <a:prstGeom prst="rect">
            <a:avLst/>
          </a:prstGeom>
        </p:spPr>
      </p:pic>
      <p:pic>
        <p:nvPicPr>
          <p:cNvPr id="157" name="图形 15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10827948" y="6383661"/>
            <a:ext cx="514098" cy="158184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80527" y="1152912"/>
            <a:ext cx="4486873" cy="4654128"/>
            <a:chOff x="1380527" y="1112681"/>
            <a:chExt cx="4715473" cy="4891249"/>
          </a:xfrm>
        </p:grpSpPr>
        <p:pic>
          <p:nvPicPr>
            <p:cNvPr id="145" name="图形 144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724242" y="1544284"/>
              <a:ext cx="4028043" cy="4028043"/>
            </a:xfrm>
            <a:prstGeom prst="rect">
              <a:avLst/>
            </a:prstGeom>
          </p:spPr>
        </p:pic>
        <p:pic>
          <p:nvPicPr>
            <p:cNvPr id="2" name="图形 1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380527" y="1112681"/>
              <a:ext cx="4715473" cy="4891249"/>
            </a:xfrm>
            <a:prstGeom prst="rect">
              <a:avLst/>
            </a:prstGeom>
          </p:spPr>
        </p:pic>
      </p:grpSp>
      <p:sp>
        <p:nvSpPr>
          <p:cNvPr id="154" name="矩形 153"/>
          <p:cNvSpPr/>
          <p:nvPr/>
        </p:nvSpPr>
        <p:spPr>
          <a:xfrm>
            <a:off x="6257952" y="1342616"/>
            <a:ext cx="3000348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5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03</a:t>
            </a:r>
            <a:endParaRPr lang="zh-CN" altLang="en-US" sz="115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6296052" y="3060311"/>
            <a:ext cx="49163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0" dirty="0">
                <a:solidFill>
                  <a:srgbClr val="FFB52F"/>
                </a:solidFill>
                <a:latin typeface="MuseoModerno Black" pitchFamily="2" charset="0"/>
                <a:cs typeface="Manrope SemiBold" charset="0"/>
              </a:rPr>
              <a:t>Product</a:t>
            </a:r>
            <a:endParaRPr lang="zh-CN" altLang="en-US" sz="8000" dirty="0">
              <a:solidFill>
                <a:srgbClr val="FFB52F"/>
              </a:solidFill>
              <a:latin typeface="MuseoModerno Black" pitchFamily="2" charset="0"/>
              <a:cs typeface="Manrope SemiBold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413502" y="4639507"/>
            <a:ext cx="4849749" cy="573875"/>
            <a:chOff x="6350425" y="4453686"/>
            <a:chExt cx="4849749" cy="573875"/>
          </a:xfrm>
        </p:grpSpPr>
        <p:grpSp>
          <p:nvGrpSpPr>
            <p:cNvPr id="163" name="组合 162"/>
            <p:cNvGrpSpPr/>
            <p:nvPr/>
          </p:nvGrpSpPr>
          <p:grpSpPr>
            <a:xfrm>
              <a:off x="6350425" y="4541906"/>
              <a:ext cx="852530" cy="397434"/>
              <a:chOff x="3971239" y="1943294"/>
              <a:chExt cx="1163867" cy="542573"/>
            </a:xfrm>
          </p:grpSpPr>
          <p:sp>
            <p:nvSpPr>
              <p:cNvPr id="164" name="椭圆 163"/>
              <p:cNvSpPr/>
              <p:nvPr/>
            </p:nvSpPr>
            <p:spPr>
              <a:xfrm>
                <a:off x="3971239" y="1943294"/>
                <a:ext cx="542573" cy="542573"/>
              </a:xfrm>
              <a:prstGeom prst="ellipse">
                <a:avLst/>
              </a:prstGeom>
              <a:solidFill>
                <a:srgbClr val="FFB52F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165" name="椭圆 164"/>
              <p:cNvSpPr/>
              <p:nvPr/>
            </p:nvSpPr>
            <p:spPr>
              <a:xfrm>
                <a:off x="4592533" y="1943294"/>
                <a:ext cx="542573" cy="542573"/>
              </a:xfrm>
              <a:prstGeom prst="ellipse">
                <a:avLst/>
              </a:prstGeom>
              <a:solidFill>
                <a:srgbClr val="FFB52F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166" name="Oval 140"/>
              <p:cNvSpPr/>
              <p:nvPr/>
            </p:nvSpPr>
            <p:spPr>
              <a:xfrm>
                <a:off x="4137894" y="2119906"/>
                <a:ext cx="209263" cy="189349"/>
              </a:xfrm>
              <a:custGeom>
                <a:avLst/>
                <a:gdLst>
                  <a:gd name="connsiteX0" fmla="*/ 362353 w 606580"/>
                  <a:gd name="connsiteY0" fmla="*/ 250084 h 548858"/>
                  <a:gd name="connsiteX1" fmla="*/ 513151 w 606580"/>
                  <a:gd name="connsiteY1" fmla="*/ 250084 h 548858"/>
                  <a:gd name="connsiteX2" fmla="*/ 513151 w 606580"/>
                  <a:gd name="connsiteY2" fmla="*/ 287907 h 548858"/>
                  <a:gd name="connsiteX3" fmla="*/ 362353 w 606580"/>
                  <a:gd name="connsiteY3" fmla="*/ 287907 h 548858"/>
                  <a:gd name="connsiteX4" fmla="*/ 362353 w 606580"/>
                  <a:gd name="connsiteY4" fmla="*/ 193349 h 548858"/>
                  <a:gd name="connsiteX5" fmla="*/ 513151 w 606580"/>
                  <a:gd name="connsiteY5" fmla="*/ 193349 h 548858"/>
                  <a:gd name="connsiteX6" fmla="*/ 513151 w 606580"/>
                  <a:gd name="connsiteY6" fmla="*/ 231172 h 548858"/>
                  <a:gd name="connsiteX7" fmla="*/ 362353 w 606580"/>
                  <a:gd name="connsiteY7" fmla="*/ 231172 h 548858"/>
                  <a:gd name="connsiteX8" fmla="*/ 228608 w 606580"/>
                  <a:gd name="connsiteY8" fmla="*/ 151254 h 548858"/>
                  <a:gd name="connsiteX9" fmla="*/ 228608 w 606580"/>
                  <a:gd name="connsiteY9" fmla="*/ 195378 h 548858"/>
                  <a:gd name="connsiteX10" fmla="*/ 275122 w 606580"/>
                  <a:gd name="connsiteY10" fmla="*/ 195378 h 548858"/>
                  <a:gd name="connsiteX11" fmla="*/ 228608 w 606580"/>
                  <a:gd name="connsiteY11" fmla="*/ 151254 h 548858"/>
                  <a:gd name="connsiteX12" fmla="*/ 190635 w 606580"/>
                  <a:gd name="connsiteY12" fmla="*/ 148843 h 548858"/>
                  <a:gd name="connsiteX13" fmla="*/ 131402 w 606580"/>
                  <a:gd name="connsiteY13" fmla="*/ 221611 h 548858"/>
                  <a:gd name="connsiteX14" fmla="*/ 205769 w 606580"/>
                  <a:gd name="connsiteY14" fmla="*/ 295862 h 548858"/>
                  <a:gd name="connsiteX15" fmla="*/ 279022 w 606580"/>
                  <a:gd name="connsiteY15" fmla="*/ 233291 h 548858"/>
                  <a:gd name="connsiteX16" fmla="*/ 190635 w 606580"/>
                  <a:gd name="connsiteY16" fmla="*/ 233291 h 548858"/>
                  <a:gd name="connsiteX17" fmla="*/ 362353 w 606580"/>
                  <a:gd name="connsiteY17" fmla="*/ 133086 h 548858"/>
                  <a:gd name="connsiteX18" fmla="*/ 513151 w 606580"/>
                  <a:gd name="connsiteY18" fmla="*/ 133086 h 548858"/>
                  <a:gd name="connsiteX19" fmla="*/ 513151 w 606580"/>
                  <a:gd name="connsiteY19" fmla="*/ 171050 h 548858"/>
                  <a:gd name="connsiteX20" fmla="*/ 362353 w 606580"/>
                  <a:gd name="connsiteY20" fmla="*/ 171050 h 548858"/>
                  <a:gd name="connsiteX21" fmla="*/ 205769 w 606580"/>
                  <a:gd name="connsiteY21" fmla="*/ 109447 h 548858"/>
                  <a:gd name="connsiteX22" fmla="*/ 318109 w 606580"/>
                  <a:gd name="connsiteY22" fmla="*/ 221611 h 548858"/>
                  <a:gd name="connsiteX23" fmla="*/ 205769 w 606580"/>
                  <a:gd name="connsiteY23" fmla="*/ 333775 h 548858"/>
                  <a:gd name="connsiteX24" fmla="*/ 93429 w 606580"/>
                  <a:gd name="connsiteY24" fmla="*/ 221611 h 548858"/>
                  <a:gd name="connsiteX25" fmla="*/ 205769 w 606580"/>
                  <a:gd name="connsiteY25" fmla="*/ 109447 h 548858"/>
                  <a:gd name="connsiteX26" fmla="*/ 37882 w 606580"/>
                  <a:gd name="connsiteY26" fmla="*/ 37913 h 548858"/>
                  <a:gd name="connsiteX27" fmla="*/ 37882 w 606580"/>
                  <a:gd name="connsiteY27" fmla="*/ 405363 h 548858"/>
                  <a:gd name="connsiteX28" fmla="*/ 568698 w 606580"/>
                  <a:gd name="connsiteY28" fmla="*/ 405363 h 548858"/>
                  <a:gd name="connsiteX29" fmla="*/ 568698 w 606580"/>
                  <a:gd name="connsiteY29" fmla="*/ 37913 h 548858"/>
                  <a:gd name="connsiteX30" fmla="*/ 18941 w 606580"/>
                  <a:gd name="connsiteY30" fmla="*/ 0 h 548858"/>
                  <a:gd name="connsiteX31" fmla="*/ 587639 w 606580"/>
                  <a:gd name="connsiteY31" fmla="*/ 0 h 548858"/>
                  <a:gd name="connsiteX32" fmla="*/ 606580 w 606580"/>
                  <a:gd name="connsiteY32" fmla="*/ 18910 h 548858"/>
                  <a:gd name="connsiteX33" fmla="*/ 606580 w 606580"/>
                  <a:gd name="connsiteY33" fmla="*/ 424273 h 548858"/>
                  <a:gd name="connsiteX34" fmla="*/ 587639 w 606580"/>
                  <a:gd name="connsiteY34" fmla="*/ 443184 h 548858"/>
                  <a:gd name="connsiteX35" fmla="*/ 322277 w 606580"/>
                  <a:gd name="connsiteY35" fmla="*/ 443184 h 548858"/>
                  <a:gd name="connsiteX36" fmla="*/ 322277 w 606580"/>
                  <a:gd name="connsiteY36" fmla="*/ 511038 h 548858"/>
                  <a:gd name="connsiteX37" fmla="*/ 450223 w 606580"/>
                  <a:gd name="connsiteY37" fmla="*/ 511038 h 548858"/>
                  <a:gd name="connsiteX38" fmla="*/ 450223 w 606580"/>
                  <a:gd name="connsiteY38" fmla="*/ 548858 h 548858"/>
                  <a:gd name="connsiteX39" fmla="*/ 156357 w 606580"/>
                  <a:gd name="connsiteY39" fmla="*/ 548858 h 548858"/>
                  <a:gd name="connsiteX40" fmla="*/ 156357 w 606580"/>
                  <a:gd name="connsiteY40" fmla="*/ 511038 h 548858"/>
                  <a:gd name="connsiteX41" fmla="*/ 284395 w 606580"/>
                  <a:gd name="connsiteY41" fmla="*/ 511038 h 548858"/>
                  <a:gd name="connsiteX42" fmla="*/ 284395 w 606580"/>
                  <a:gd name="connsiteY42" fmla="*/ 443184 h 548858"/>
                  <a:gd name="connsiteX43" fmla="*/ 18941 w 606580"/>
                  <a:gd name="connsiteY43" fmla="*/ 443184 h 548858"/>
                  <a:gd name="connsiteX44" fmla="*/ 0 w 606580"/>
                  <a:gd name="connsiteY44" fmla="*/ 424273 h 548858"/>
                  <a:gd name="connsiteX45" fmla="*/ 0 w 606580"/>
                  <a:gd name="connsiteY45" fmla="*/ 18910 h 548858"/>
                  <a:gd name="connsiteX46" fmla="*/ 18941 w 606580"/>
                  <a:gd name="connsiteY46" fmla="*/ 0 h 548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606580" h="548858">
                    <a:moveTo>
                      <a:pt x="362353" y="250084"/>
                    </a:moveTo>
                    <a:lnTo>
                      <a:pt x="513151" y="250084"/>
                    </a:lnTo>
                    <a:lnTo>
                      <a:pt x="513151" y="287907"/>
                    </a:lnTo>
                    <a:lnTo>
                      <a:pt x="362353" y="287907"/>
                    </a:lnTo>
                    <a:close/>
                    <a:moveTo>
                      <a:pt x="362353" y="193349"/>
                    </a:moveTo>
                    <a:lnTo>
                      <a:pt x="513151" y="193349"/>
                    </a:lnTo>
                    <a:lnTo>
                      <a:pt x="513151" y="231172"/>
                    </a:lnTo>
                    <a:lnTo>
                      <a:pt x="362353" y="231172"/>
                    </a:lnTo>
                    <a:close/>
                    <a:moveTo>
                      <a:pt x="228608" y="151254"/>
                    </a:moveTo>
                    <a:lnTo>
                      <a:pt x="228608" y="195378"/>
                    </a:lnTo>
                    <a:lnTo>
                      <a:pt x="275122" y="195378"/>
                    </a:lnTo>
                    <a:cubicBezTo>
                      <a:pt x="267138" y="174428"/>
                      <a:pt x="250055" y="158206"/>
                      <a:pt x="228608" y="151254"/>
                    </a:cubicBezTo>
                    <a:close/>
                    <a:moveTo>
                      <a:pt x="190635" y="148843"/>
                    </a:moveTo>
                    <a:cubicBezTo>
                      <a:pt x="156841" y="155888"/>
                      <a:pt x="131402" y="185830"/>
                      <a:pt x="131402" y="221611"/>
                    </a:cubicBezTo>
                    <a:cubicBezTo>
                      <a:pt x="131402" y="262583"/>
                      <a:pt x="164732" y="295862"/>
                      <a:pt x="205769" y="295862"/>
                    </a:cubicBezTo>
                    <a:cubicBezTo>
                      <a:pt x="242813" y="295862"/>
                      <a:pt x="273358" y="268701"/>
                      <a:pt x="279022" y="233291"/>
                    </a:cubicBezTo>
                    <a:lnTo>
                      <a:pt x="190635" y="233291"/>
                    </a:lnTo>
                    <a:close/>
                    <a:moveTo>
                      <a:pt x="362353" y="133086"/>
                    </a:moveTo>
                    <a:lnTo>
                      <a:pt x="513151" y="133086"/>
                    </a:lnTo>
                    <a:lnTo>
                      <a:pt x="513151" y="171050"/>
                    </a:lnTo>
                    <a:lnTo>
                      <a:pt x="362353" y="171050"/>
                    </a:lnTo>
                    <a:close/>
                    <a:moveTo>
                      <a:pt x="205769" y="109447"/>
                    </a:moveTo>
                    <a:cubicBezTo>
                      <a:pt x="267788" y="109447"/>
                      <a:pt x="318109" y="159689"/>
                      <a:pt x="318109" y="221611"/>
                    </a:cubicBezTo>
                    <a:cubicBezTo>
                      <a:pt x="318109" y="283533"/>
                      <a:pt x="267788" y="333775"/>
                      <a:pt x="205769" y="333775"/>
                    </a:cubicBezTo>
                    <a:cubicBezTo>
                      <a:pt x="143750" y="333775"/>
                      <a:pt x="93429" y="283533"/>
                      <a:pt x="93429" y="221611"/>
                    </a:cubicBezTo>
                    <a:cubicBezTo>
                      <a:pt x="93429" y="159689"/>
                      <a:pt x="143750" y="109447"/>
                      <a:pt x="205769" y="109447"/>
                    </a:cubicBezTo>
                    <a:close/>
                    <a:moveTo>
                      <a:pt x="37882" y="37913"/>
                    </a:moveTo>
                    <a:lnTo>
                      <a:pt x="37882" y="405363"/>
                    </a:lnTo>
                    <a:lnTo>
                      <a:pt x="568698" y="405363"/>
                    </a:lnTo>
                    <a:lnTo>
                      <a:pt x="568698" y="37913"/>
                    </a:lnTo>
                    <a:close/>
                    <a:moveTo>
                      <a:pt x="18941" y="0"/>
                    </a:moveTo>
                    <a:lnTo>
                      <a:pt x="587639" y="0"/>
                    </a:lnTo>
                    <a:cubicBezTo>
                      <a:pt x="598038" y="0"/>
                      <a:pt x="606580" y="8528"/>
                      <a:pt x="606580" y="18910"/>
                    </a:cubicBezTo>
                    <a:lnTo>
                      <a:pt x="606580" y="424273"/>
                    </a:lnTo>
                    <a:cubicBezTo>
                      <a:pt x="606580" y="434656"/>
                      <a:pt x="598038" y="443184"/>
                      <a:pt x="587639" y="443184"/>
                    </a:cubicBezTo>
                    <a:lnTo>
                      <a:pt x="322277" y="443184"/>
                    </a:lnTo>
                    <a:lnTo>
                      <a:pt x="322277" y="511038"/>
                    </a:lnTo>
                    <a:lnTo>
                      <a:pt x="450223" y="511038"/>
                    </a:lnTo>
                    <a:lnTo>
                      <a:pt x="450223" y="548858"/>
                    </a:lnTo>
                    <a:lnTo>
                      <a:pt x="156357" y="548858"/>
                    </a:lnTo>
                    <a:lnTo>
                      <a:pt x="156357" y="511038"/>
                    </a:lnTo>
                    <a:lnTo>
                      <a:pt x="284395" y="511038"/>
                    </a:lnTo>
                    <a:lnTo>
                      <a:pt x="284395" y="443184"/>
                    </a:lnTo>
                    <a:lnTo>
                      <a:pt x="18941" y="443184"/>
                    </a:lnTo>
                    <a:cubicBezTo>
                      <a:pt x="8542" y="443184"/>
                      <a:pt x="0" y="434656"/>
                      <a:pt x="0" y="424273"/>
                    </a:cubicBezTo>
                    <a:lnTo>
                      <a:pt x="0" y="18910"/>
                    </a:lnTo>
                    <a:cubicBezTo>
                      <a:pt x="0" y="8528"/>
                      <a:pt x="8542" y="0"/>
                      <a:pt x="1894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167" name="Oval 140"/>
              <p:cNvSpPr/>
              <p:nvPr/>
            </p:nvSpPr>
            <p:spPr>
              <a:xfrm>
                <a:off x="4763628" y="2109949"/>
                <a:ext cx="200383" cy="209263"/>
              </a:xfrm>
              <a:custGeom>
                <a:avLst/>
                <a:gdLst>
                  <a:gd name="T0" fmla="*/ 10185 w 10671"/>
                  <a:gd name="T1" fmla="*/ 3987 h 11145"/>
                  <a:gd name="T2" fmla="*/ 10185 w 10671"/>
                  <a:gd name="T3" fmla="*/ 2746 h 11145"/>
                  <a:gd name="T4" fmla="*/ 7848 w 10671"/>
                  <a:gd name="T5" fmla="*/ 408 h 11145"/>
                  <a:gd name="T6" fmla="*/ 4449 w 10671"/>
                  <a:gd name="T7" fmla="*/ 408 h 11145"/>
                  <a:gd name="T8" fmla="*/ 4348 w 10671"/>
                  <a:gd name="T9" fmla="*/ 200 h 11145"/>
                  <a:gd name="T10" fmla="*/ 4030 w 10671"/>
                  <a:gd name="T11" fmla="*/ 0 h 11145"/>
                  <a:gd name="T12" fmla="*/ 2544 w 10671"/>
                  <a:gd name="T13" fmla="*/ 0 h 11145"/>
                  <a:gd name="T14" fmla="*/ 0 w 10671"/>
                  <a:gd name="T15" fmla="*/ 2543 h 11145"/>
                  <a:gd name="T16" fmla="*/ 0 w 10671"/>
                  <a:gd name="T17" fmla="*/ 8601 h 11145"/>
                  <a:gd name="T18" fmla="*/ 2544 w 10671"/>
                  <a:gd name="T19" fmla="*/ 11145 h 11145"/>
                  <a:gd name="T20" fmla="*/ 8128 w 10671"/>
                  <a:gd name="T21" fmla="*/ 11145 h 11145"/>
                  <a:gd name="T22" fmla="*/ 10671 w 10671"/>
                  <a:gd name="T23" fmla="*/ 8601 h 11145"/>
                  <a:gd name="T24" fmla="*/ 10671 w 10671"/>
                  <a:gd name="T25" fmla="*/ 4612 h 11145"/>
                  <a:gd name="T26" fmla="*/ 10185 w 10671"/>
                  <a:gd name="T27" fmla="*/ 3987 h 11145"/>
                  <a:gd name="T28" fmla="*/ 7848 w 10671"/>
                  <a:gd name="T29" fmla="*/ 1115 h 11145"/>
                  <a:gd name="T30" fmla="*/ 9479 w 10671"/>
                  <a:gd name="T31" fmla="*/ 2746 h 11145"/>
                  <a:gd name="T32" fmla="*/ 9479 w 10671"/>
                  <a:gd name="T33" fmla="*/ 3966 h 11145"/>
                  <a:gd name="T34" fmla="*/ 6166 w 10671"/>
                  <a:gd name="T35" fmla="*/ 3966 h 11145"/>
                  <a:gd name="T36" fmla="*/ 4790 w 10671"/>
                  <a:gd name="T37" fmla="*/ 1115 h 11145"/>
                  <a:gd name="T38" fmla="*/ 7848 w 10671"/>
                  <a:gd name="T39" fmla="*/ 1115 h 11145"/>
                  <a:gd name="T40" fmla="*/ 9964 w 10671"/>
                  <a:gd name="T41" fmla="*/ 8601 h 11145"/>
                  <a:gd name="T42" fmla="*/ 8126 w 10671"/>
                  <a:gd name="T43" fmla="*/ 10438 h 11145"/>
                  <a:gd name="T44" fmla="*/ 2544 w 10671"/>
                  <a:gd name="T45" fmla="*/ 10438 h 11145"/>
                  <a:gd name="T46" fmla="*/ 706 w 10671"/>
                  <a:gd name="T47" fmla="*/ 8601 h 11145"/>
                  <a:gd name="T48" fmla="*/ 706 w 10671"/>
                  <a:gd name="T49" fmla="*/ 2543 h 11145"/>
                  <a:gd name="T50" fmla="*/ 2544 w 10671"/>
                  <a:gd name="T51" fmla="*/ 706 h 11145"/>
                  <a:gd name="T52" fmla="*/ 3809 w 10671"/>
                  <a:gd name="T53" fmla="*/ 706 h 11145"/>
                  <a:gd name="T54" fmla="*/ 5626 w 10671"/>
                  <a:gd name="T55" fmla="*/ 4472 h 11145"/>
                  <a:gd name="T56" fmla="*/ 5944 w 10671"/>
                  <a:gd name="T57" fmla="*/ 4672 h 11145"/>
                  <a:gd name="T58" fmla="*/ 9964 w 10671"/>
                  <a:gd name="T59" fmla="*/ 4672 h 11145"/>
                  <a:gd name="T60" fmla="*/ 9964 w 10671"/>
                  <a:gd name="T61" fmla="*/ 8601 h 11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671" h="11145">
                    <a:moveTo>
                      <a:pt x="10185" y="3987"/>
                    </a:moveTo>
                    <a:lnTo>
                      <a:pt x="10185" y="2746"/>
                    </a:lnTo>
                    <a:cubicBezTo>
                      <a:pt x="10185" y="1457"/>
                      <a:pt x="9136" y="408"/>
                      <a:pt x="7848" y="408"/>
                    </a:cubicBezTo>
                    <a:lnTo>
                      <a:pt x="4449" y="408"/>
                    </a:lnTo>
                    <a:lnTo>
                      <a:pt x="4348" y="200"/>
                    </a:lnTo>
                    <a:cubicBezTo>
                      <a:pt x="4289" y="77"/>
                      <a:pt x="4165" y="0"/>
                      <a:pt x="4030" y="0"/>
                    </a:cubicBezTo>
                    <a:lnTo>
                      <a:pt x="2544" y="0"/>
                    </a:lnTo>
                    <a:cubicBezTo>
                      <a:pt x="1141" y="0"/>
                      <a:pt x="0" y="1141"/>
                      <a:pt x="0" y="2543"/>
                    </a:cubicBezTo>
                    <a:lnTo>
                      <a:pt x="0" y="8601"/>
                    </a:lnTo>
                    <a:cubicBezTo>
                      <a:pt x="0" y="10003"/>
                      <a:pt x="1141" y="11145"/>
                      <a:pt x="2544" y="11145"/>
                    </a:cubicBezTo>
                    <a:lnTo>
                      <a:pt x="8128" y="11145"/>
                    </a:lnTo>
                    <a:cubicBezTo>
                      <a:pt x="9530" y="11145"/>
                      <a:pt x="10671" y="10003"/>
                      <a:pt x="10671" y="8601"/>
                    </a:cubicBezTo>
                    <a:lnTo>
                      <a:pt x="10671" y="4612"/>
                    </a:lnTo>
                    <a:cubicBezTo>
                      <a:pt x="10670" y="4311"/>
                      <a:pt x="10464" y="4058"/>
                      <a:pt x="10185" y="3987"/>
                    </a:cubicBezTo>
                    <a:close/>
                    <a:moveTo>
                      <a:pt x="7848" y="1115"/>
                    </a:moveTo>
                    <a:cubicBezTo>
                      <a:pt x="8748" y="1115"/>
                      <a:pt x="9479" y="1846"/>
                      <a:pt x="9479" y="2746"/>
                    </a:cubicBezTo>
                    <a:lnTo>
                      <a:pt x="9479" y="3966"/>
                    </a:lnTo>
                    <a:lnTo>
                      <a:pt x="6166" y="3966"/>
                    </a:lnTo>
                    <a:lnTo>
                      <a:pt x="4790" y="1115"/>
                    </a:lnTo>
                    <a:lnTo>
                      <a:pt x="7848" y="1115"/>
                    </a:lnTo>
                    <a:close/>
                    <a:moveTo>
                      <a:pt x="9964" y="8601"/>
                    </a:moveTo>
                    <a:cubicBezTo>
                      <a:pt x="9964" y="9615"/>
                      <a:pt x="9140" y="10438"/>
                      <a:pt x="8126" y="10438"/>
                    </a:cubicBezTo>
                    <a:lnTo>
                      <a:pt x="2544" y="10438"/>
                    </a:lnTo>
                    <a:cubicBezTo>
                      <a:pt x="1530" y="10438"/>
                      <a:pt x="706" y="9615"/>
                      <a:pt x="706" y="8601"/>
                    </a:cubicBezTo>
                    <a:lnTo>
                      <a:pt x="706" y="2543"/>
                    </a:lnTo>
                    <a:cubicBezTo>
                      <a:pt x="706" y="1530"/>
                      <a:pt x="1530" y="706"/>
                      <a:pt x="2544" y="706"/>
                    </a:cubicBezTo>
                    <a:lnTo>
                      <a:pt x="3809" y="706"/>
                    </a:lnTo>
                    <a:lnTo>
                      <a:pt x="5626" y="4472"/>
                    </a:lnTo>
                    <a:cubicBezTo>
                      <a:pt x="5685" y="4595"/>
                      <a:pt x="5809" y="4672"/>
                      <a:pt x="5944" y="4672"/>
                    </a:cubicBezTo>
                    <a:lnTo>
                      <a:pt x="9964" y="4672"/>
                    </a:lnTo>
                    <a:lnTo>
                      <a:pt x="9964" y="860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</p:grpSp>
        <p:sp>
          <p:nvSpPr>
            <p:cNvPr id="168" name="矩形 167"/>
            <p:cNvSpPr/>
            <p:nvPr/>
          </p:nvSpPr>
          <p:spPr>
            <a:xfrm>
              <a:off x="7217477" y="4453686"/>
              <a:ext cx="3982697" cy="573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Manrope SemiBold" charset="0"/>
                </a:rPr>
                <a:t>It serves a variety of purposes, making presentations powerful tools for convincing and teaching.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anrope SemiBold" charset="0"/>
              </a:endParaRPr>
            </a:p>
          </p:txBody>
        </p:sp>
      </p:grpSp>
    </p:spTree>
    <p:custDataLst>
      <p:tags r:id="rId1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1006475" y="406131"/>
            <a:ext cx="65055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Product</a:t>
            </a:r>
            <a:endParaRPr lang="zh-CN" altLang="en-US" sz="36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374887" y="2037293"/>
            <a:ext cx="9442227" cy="4237504"/>
            <a:chOff x="1374887" y="2037293"/>
            <a:chExt cx="9442227" cy="4237504"/>
          </a:xfrm>
        </p:grpSpPr>
        <p:sp>
          <p:nvSpPr>
            <p:cNvPr id="3" name="Rounded Rectangle 43"/>
            <p:cNvSpPr/>
            <p:nvPr/>
          </p:nvSpPr>
          <p:spPr>
            <a:xfrm>
              <a:off x="2103834" y="5005421"/>
              <a:ext cx="2852627" cy="806824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rgbClr val="FB5101">
                <a:shade val="50000"/>
              </a:srgbClr>
            </a:lnRef>
            <a:fillRef idx="1">
              <a:srgbClr val="FB5101"/>
            </a:fillRef>
            <a:effectRef idx="0">
              <a:srgbClr val="FB5101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>
                    <a:lumMod val="50000"/>
                  </a:srgbClr>
                </a:solidFill>
                <a:latin typeface="Manrope SemiBold" charset="0"/>
                <a:ea typeface="Manrope SemiBold" charset="0"/>
                <a:cs typeface="Manrope SemiBold" charset="0"/>
              </a:endParaRPr>
            </a:p>
          </p:txBody>
        </p:sp>
        <p:sp>
          <p:nvSpPr>
            <p:cNvPr id="4" name="Rounded Rectangle 44"/>
            <p:cNvSpPr/>
            <p:nvPr/>
          </p:nvSpPr>
          <p:spPr>
            <a:xfrm>
              <a:off x="2103834" y="4034269"/>
              <a:ext cx="2852627" cy="806824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rgbClr val="FB5101">
                <a:shade val="50000"/>
              </a:srgbClr>
            </a:lnRef>
            <a:fillRef idx="1">
              <a:srgbClr val="FB5101"/>
            </a:fillRef>
            <a:effectRef idx="0">
              <a:srgbClr val="FB5101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>
                    <a:lumMod val="50000"/>
                  </a:srgbClr>
                </a:solidFill>
                <a:latin typeface="Manrope SemiBold" charset="0"/>
                <a:ea typeface="Manrope SemiBold" charset="0"/>
                <a:cs typeface="Manrope SemiBold" charset="0"/>
              </a:endParaRPr>
            </a:p>
          </p:txBody>
        </p:sp>
        <p:sp>
          <p:nvSpPr>
            <p:cNvPr id="5" name="Rounded Rectangle 45"/>
            <p:cNvSpPr/>
            <p:nvPr/>
          </p:nvSpPr>
          <p:spPr>
            <a:xfrm>
              <a:off x="2103834" y="3062574"/>
              <a:ext cx="2852627" cy="806824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rgbClr val="FB5101">
                <a:shade val="50000"/>
              </a:srgbClr>
            </a:lnRef>
            <a:fillRef idx="1">
              <a:srgbClr val="FB5101"/>
            </a:fillRef>
            <a:effectRef idx="0">
              <a:srgbClr val="FB5101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>
                    <a:lumMod val="50000"/>
                  </a:srgbClr>
                </a:solidFill>
                <a:latin typeface="Manrope SemiBold" charset="0"/>
                <a:ea typeface="Manrope SemiBold" charset="0"/>
                <a:cs typeface="Manrope SemiBold" charset="0"/>
              </a:endParaRPr>
            </a:p>
          </p:txBody>
        </p:sp>
        <p:sp>
          <p:nvSpPr>
            <p:cNvPr id="6" name="Rounded Rectangle 46"/>
            <p:cNvSpPr/>
            <p:nvPr/>
          </p:nvSpPr>
          <p:spPr>
            <a:xfrm>
              <a:off x="2103834" y="2091283"/>
              <a:ext cx="2852627" cy="806824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rgbClr val="FB5101">
                <a:shade val="50000"/>
              </a:srgbClr>
            </a:lnRef>
            <a:fillRef idx="1">
              <a:srgbClr val="FB5101"/>
            </a:fillRef>
            <a:effectRef idx="0">
              <a:srgbClr val="FB5101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>
                    <a:lumMod val="50000"/>
                  </a:srgbClr>
                </a:solidFill>
                <a:latin typeface="Manrope SemiBold" charset="0"/>
                <a:ea typeface="Manrope SemiBold" charset="0"/>
                <a:cs typeface="Manrope SemiBold" charset="0"/>
              </a:endParaRPr>
            </a:p>
          </p:txBody>
        </p:sp>
        <p:sp>
          <p:nvSpPr>
            <p:cNvPr id="7" name="Rounded Rectangle 42"/>
            <p:cNvSpPr/>
            <p:nvPr/>
          </p:nvSpPr>
          <p:spPr>
            <a:xfrm>
              <a:off x="1374887" y="5005421"/>
              <a:ext cx="761221" cy="806824"/>
            </a:xfrm>
            <a:prstGeom prst="roundRect">
              <a:avLst>
                <a:gd name="adj" fmla="val 6000"/>
              </a:avLst>
            </a:prstGeom>
            <a:solidFill>
              <a:schemeClr val="accent2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rgbClr val="FB5101">
                <a:shade val="50000"/>
              </a:srgbClr>
            </a:lnRef>
            <a:fillRef idx="1">
              <a:srgbClr val="FB5101"/>
            </a:fillRef>
            <a:effectRef idx="0">
              <a:srgbClr val="FB5101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cs typeface="Manrope SemiBold" charset="0"/>
              </a:endParaRPr>
            </a:p>
          </p:txBody>
        </p:sp>
        <p:sp>
          <p:nvSpPr>
            <p:cNvPr id="8" name="Rounded Rectangle 40"/>
            <p:cNvSpPr/>
            <p:nvPr/>
          </p:nvSpPr>
          <p:spPr>
            <a:xfrm>
              <a:off x="1386952" y="4034269"/>
              <a:ext cx="761221" cy="806824"/>
            </a:xfrm>
            <a:prstGeom prst="roundRect">
              <a:avLst>
                <a:gd name="adj" fmla="val 600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rgbClr val="FB5101">
                <a:shade val="50000"/>
              </a:srgbClr>
            </a:lnRef>
            <a:fillRef idx="1">
              <a:srgbClr val="FB5101"/>
            </a:fillRef>
            <a:effectRef idx="0">
              <a:srgbClr val="FB5101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cs typeface="Manrope SemiBold" charset="0"/>
              </a:endParaRPr>
            </a:p>
          </p:txBody>
        </p:sp>
        <p:sp>
          <p:nvSpPr>
            <p:cNvPr id="9" name="Rounded Rectangle 38"/>
            <p:cNvSpPr/>
            <p:nvPr/>
          </p:nvSpPr>
          <p:spPr>
            <a:xfrm>
              <a:off x="1374887" y="3062574"/>
              <a:ext cx="761221" cy="806824"/>
            </a:xfrm>
            <a:prstGeom prst="roundRect">
              <a:avLst>
                <a:gd name="adj" fmla="val 6000"/>
              </a:avLst>
            </a:prstGeom>
            <a:solidFill>
              <a:schemeClr val="accent2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rgbClr val="FB5101">
                <a:shade val="50000"/>
              </a:srgbClr>
            </a:lnRef>
            <a:fillRef idx="1">
              <a:srgbClr val="FB5101"/>
            </a:fillRef>
            <a:effectRef idx="0">
              <a:srgbClr val="FB5101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cs typeface="Manrope SemiBold" charset="0"/>
              </a:endParaRPr>
            </a:p>
          </p:txBody>
        </p:sp>
        <p:sp>
          <p:nvSpPr>
            <p:cNvPr id="10" name="Rounded Rectangle 3"/>
            <p:cNvSpPr/>
            <p:nvPr/>
          </p:nvSpPr>
          <p:spPr>
            <a:xfrm>
              <a:off x="1386952" y="2091283"/>
              <a:ext cx="761221" cy="806824"/>
            </a:xfrm>
            <a:prstGeom prst="roundRect">
              <a:avLst>
                <a:gd name="adj" fmla="val 600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rgbClr val="FB5101">
                <a:shade val="50000"/>
              </a:srgbClr>
            </a:lnRef>
            <a:fillRef idx="1">
              <a:srgbClr val="FB5101"/>
            </a:fillRef>
            <a:effectRef idx="0">
              <a:srgbClr val="FB5101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cs typeface="Manrope SemiBold" charset="0"/>
              </a:endParaRPr>
            </a:p>
          </p:txBody>
        </p:sp>
        <p:sp>
          <p:nvSpPr>
            <p:cNvPr id="11" name="Oval 1"/>
            <p:cNvSpPr/>
            <p:nvPr/>
          </p:nvSpPr>
          <p:spPr>
            <a:xfrm>
              <a:off x="1566497" y="2297066"/>
              <a:ext cx="402131" cy="395259"/>
            </a:xfrm>
            <a:custGeom>
              <a:avLst/>
              <a:gdLst>
                <a:gd name="T0" fmla="*/ 5103 w 12800"/>
                <a:gd name="T1" fmla="*/ 585 h 12582"/>
                <a:gd name="T2" fmla="*/ 5103 w 12800"/>
                <a:gd name="T3" fmla="*/ 5103 h 12582"/>
                <a:gd name="T4" fmla="*/ 585 w 12800"/>
                <a:gd name="T5" fmla="*/ 5103 h 12582"/>
                <a:gd name="T6" fmla="*/ 585 w 12800"/>
                <a:gd name="T7" fmla="*/ 585 h 12582"/>
                <a:gd name="T8" fmla="*/ 5103 w 12800"/>
                <a:gd name="T9" fmla="*/ 585 h 12582"/>
                <a:gd name="T10" fmla="*/ 5689 w 12800"/>
                <a:gd name="T11" fmla="*/ 0 h 12582"/>
                <a:gd name="T12" fmla="*/ 0 w 12800"/>
                <a:gd name="T13" fmla="*/ 0 h 12582"/>
                <a:gd name="T14" fmla="*/ 0 w 12800"/>
                <a:gd name="T15" fmla="*/ 5689 h 12582"/>
                <a:gd name="T16" fmla="*/ 5689 w 12800"/>
                <a:gd name="T17" fmla="*/ 5689 h 12582"/>
                <a:gd name="T18" fmla="*/ 5689 w 12800"/>
                <a:gd name="T19" fmla="*/ 0 h 12582"/>
                <a:gd name="T20" fmla="*/ 12215 w 12800"/>
                <a:gd name="T21" fmla="*/ 585 h 12582"/>
                <a:gd name="T22" fmla="*/ 12215 w 12800"/>
                <a:gd name="T23" fmla="*/ 5103 h 12582"/>
                <a:gd name="T24" fmla="*/ 7696 w 12800"/>
                <a:gd name="T25" fmla="*/ 5103 h 12582"/>
                <a:gd name="T26" fmla="*/ 7696 w 12800"/>
                <a:gd name="T27" fmla="*/ 585 h 12582"/>
                <a:gd name="T28" fmla="*/ 12215 w 12800"/>
                <a:gd name="T29" fmla="*/ 585 h 12582"/>
                <a:gd name="T30" fmla="*/ 12800 w 12800"/>
                <a:gd name="T31" fmla="*/ 0 h 12582"/>
                <a:gd name="T32" fmla="*/ 7111 w 12800"/>
                <a:gd name="T33" fmla="*/ 0 h 12582"/>
                <a:gd name="T34" fmla="*/ 7111 w 12800"/>
                <a:gd name="T35" fmla="*/ 5689 h 12582"/>
                <a:gd name="T36" fmla="*/ 12800 w 12800"/>
                <a:gd name="T37" fmla="*/ 5689 h 12582"/>
                <a:gd name="T38" fmla="*/ 12800 w 12800"/>
                <a:gd name="T39" fmla="*/ 0 h 12582"/>
                <a:gd name="T40" fmla="*/ 5103 w 12800"/>
                <a:gd name="T41" fmla="*/ 7479 h 12582"/>
                <a:gd name="T42" fmla="*/ 5103 w 12800"/>
                <a:gd name="T43" fmla="*/ 11997 h 12582"/>
                <a:gd name="T44" fmla="*/ 585 w 12800"/>
                <a:gd name="T45" fmla="*/ 11997 h 12582"/>
                <a:gd name="T46" fmla="*/ 585 w 12800"/>
                <a:gd name="T47" fmla="*/ 7479 h 12582"/>
                <a:gd name="T48" fmla="*/ 5103 w 12800"/>
                <a:gd name="T49" fmla="*/ 7479 h 12582"/>
                <a:gd name="T50" fmla="*/ 5689 w 12800"/>
                <a:gd name="T51" fmla="*/ 6893 h 12582"/>
                <a:gd name="T52" fmla="*/ 0 w 12800"/>
                <a:gd name="T53" fmla="*/ 6893 h 12582"/>
                <a:gd name="T54" fmla="*/ 0 w 12800"/>
                <a:gd name="T55" fmla="*/ 12582 h 12582"/>
                <a:gd name="T56" fmla="*/ 5689 w 12800"/>
                <a:gd name="T57" fmla="*/ 12582 h 12582"/>
                <a:gd name="T58" fmla="*/ 5689 w 12800"/>
                <a:gd name="T59" fmla="*/ 6893 h 12582"/>
                <a:gd name="T60" fmla="*/ 12215 w 12800"/>
                <a:gd name="T61" fmla="*/ 7479 h 12582"/>
                <a:gd name="T62" fmla="*/ 12215 w 12800"/>
                <a:gd name="T63" fmla="*/ 11997 h 12582"/>
                <a:gd name="T64" fmla="*/ 7696 w 12800"/>
                <a:gd name="T65" fmla="*/ 11997 h 12582"/>
                <a:gd name="T66" fmla="*/ 7696 w 12800"/>
                <a:gd name="T67" fmla="*/ 7479 h 12582"/>
                <a:gd name="T68" fmla="*/ 12215 w 12800"/>
                <a:gd name="T69" fmla="*/ 7479 h 12582"/>
                <a:gd name="T70" fmla="*/ 12800 w 12800"/>
                <a:gd name="T71" fmla="*/ 6893 h 12582"/>
                <a:gd name="T72" fmla="*/ 7111 w 12800"/>
                <a:gd name="T73" fmla="*/ 6893 h 12582"/>
                <a:gd name="T74" fmla="*/ 7111 w 12800"/>
                <a:gd name="T75" fmla="*/ 12582 h 12582"/>
                <a:gd name="T76" fmla="*/ 12800 w 12800"/>
                <a:gd name="T77" fmla="*/ 12582 h 12582"/>
                <a:gd name="T78" fmla="*/ 12800 w 12800"/>
                <a:gd name="T79" fmla="*/ 6893 h 12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00" h="12582">
                  <a:moveTo>
                    <a:pt x="5103" y="585"/>
                  </a:moveTo>
                  <a:lnTo>
                    <a:pt x="5103" y="5103"/>
                  </a:lnTo>
                  <a:lnTo>
                    <a:pt x="585" y="5103"/>
                  </a:lnTo>
                  <a:lnTo>
                    <a:pt x="585" y="585"/>
                  </a:lnTo>
                  <a:lnTo>
                    <a:pt x="5103" y="585"/>
                  </a:lnTo>
                  <a:close/>
                  <a:moveTo>
                    <a:pt x="5689" y="0"/>
                  </a:moveTo>
                  <a:lnTo>
                    <a:pt x="0" y="0"/>
                  </a:lnTo>
                  <a:lnTo>
                    <a:pt x="0" y="5689"/>
                  </a:lnTo>
                  <a:lnTo>
                    <a:pt x="5689" y="5689"/>
                  </a:lnTo>
                  <a:lnTo>
                    <a:pt x="5689" y="0"/>
                  </a:lnTo>
                  <a:close/>
                  <a:moveTo>
                    <a:pt x="12215" y="585"/>
                  </a:moveTo>
                  <a:lnTo>
                    <a:pt x="12215" y="5103"/>
                  </a:lnTo>
                  <a:lnTo>
                    <a:pt x="7696" y="5103"/>
                  </a:lnTo>
                  <a:lnTo>
                    <a:pt x="7696" y="585"/>
                  </a:lnTo>
                  <a:lnTo>
                    <a:pt x="12215" y="585"/>
                  </a:lnTo>
                  <a:close/>
                  <a:moveTo>
                    <a:pt x="12800" y="0"/>
                  </a:moveTo>
                  <a:lnTo>
                    <a:pt x="7111" y="0"/>
                  </a:lnTo>
                  <a:lnTo>
                    <a:pt x="7111" y="5689"/>
                  </a:lnTo>
                  <a:lnTo>
                    <a:pt x="12800" y="5689"/>
                  </a:lnTo>
                  <a:lnTo>
                    <a:pt x="12800" y="0"/>
                  </a:lnTo>
                  <a:close/>
                  <a:moveTo>
                    <a:pt x="5103" y="7479"/>
                  </a:moveTo>
                  <a:lnTo>
                    <a:pt x="5103" y="11997"/>
                  </a:lnTo>
                  <a:lnTo>
                    <a:pt x="585" y="11997"/>
                  </a:lnTo>
                  <a:lnTo>
                    <a:pt x="585" y="7479"/>
                  </a:lnTo>
                  <a:lnTo>
                    <a:pt x="5103" y="7479"/>
                  </a:lnTo>
                  <a:close/>
                  <a:moveTo>
                    <a:pt x="5689" y="6893"/>
                  </a:moveTo>
                  <a:lnTo>
                    <a:pt x="0" y="6893"/>
                  </a:lnTo>
                  <a:lnTo>
                    <a:pt x="0" y="12582"/>
                  </a:lnTo>
                  <a:lnTo>
                    <a:pt x="5689" y="12582"/>
                  </a:lnTo>
                  <a:lnTo>
                    <a:pt x="5689" y="6893"/>
                  </a:lnTo>
                  <a:close/>
                  <a:moveTo>
                    <a:pt x="12215" y="7479"/>
                  </a:moveTo>
                  <a:lnTo>
                    <a:pt x="12215" y="11997"/>
                  </a:lnTo>
                  <a:lnTo>
                    <a:pt x="7696" y="11997"/>
                  </a:lnTo>
                  <a:lnTo>
                    <a:pt x="7696" y="7479"/>
                  </a:lnTo>
                  <a:lnTo>
                    <a:pt x="12215" y="7479"/>
                  </a:lnTo>
                  <a:close/>
                  <a:moveTo>
                    <a:pt x="12800" y="6893"/>
                  </a:moveTo>
                  <a:lnTo>
                    <a:pt x="7111" y="6893"/>
                  </a:lnTo>
                  <a:lnTo>
                    <a:pt x="7111" y="12582"/>
                  </a:lnTo>
                  <a:lnTo>
                    <a:pt x="12800" y="12582"/>
                  </a:lnTo>
                  <a:lnTo>
                    <a:pt x="12800" y="68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Manrope SemiBold" charset="0"/>
              </a:endParaRPr>
            </a:p>
          </p:txBody>
        </p:sp>
        <p:sp>
          <p:nvSpPr>
            <p:cNvPr id="12" name="Oval 44"/>
            <p:cNvSpPr/>
            <p:nvPr/>
          </p:nvSpPr>
          <p:spPr>
            <a:xfrm>
              <a:off x="1594594" y="3264921"/>
              <a:ext cx="321807" cy="402131"/>
            </a:xfrm>
            <a:custGeom>
              <a:avLst/>
              <a:gdLst>
                <a:gd name="connsiteX0" fmla="*/ 308504 w 484855"/>
                <a:gd name="connsiteY0" fmla="*/ 409249 h 605875"/>
                <a:gd name="connsiteX1" fmla="*/ 293051 w 484855"/>
                <a:gd name="connsiteY1" fmla="*/ 415646 h 605875"/>
                <a:gd name="connsiteX2" fmla="*/ 293051 w 484855"/>
                <a:gd name="connsiteY2" fmla="*/ 446500 h 605875"/>
                <a:gd name="connsiteX3" fmla="*/ 308504 w 484855"/>
                <a:gd name="connsiteY3" fmla="*/ 452896 h 605875"/>
                <a:gd name="connsiteX4" fmla="*/ 323958 w 484855"/>
                <a:gd name="connsiteY4" fmla="*/ 446500 h 605875"/>
                <a:gd name="connsiteX5" fmla="*/ 330366 w 484855"/>
                <a:gd name="connsiteY5" fmla="*/ 431073 h 605875"/>
                <a:gd name="connsiteX6" fmla="*/ 323958 w 484855"/>
                <a:gd name="connsiteY6" fmla="*/ 415646 h 605875"/>
                <a:gd name="connsiteX7" fmla="*/ 308504 w 484855"/>
                <a:gd name="connsiteY7" fmla="*/ 409249 h 605875"/>
                <a:gd name="connsiteX8" fmla="*/ 308504 w 484855"/>
                <a:gd name="connsiteY8" fmla="*/ 379148 h 605875"/>
                <a:gd name="connsiteX9" fmla="*/ 345348 w 484855"/>
                <a:gd name="connsiteY9" fmla="*/ 394199 h 605875"/>
                <a:gd name="connsiteX10" fmla="*/ 360519 w 484855"/>
                <a:gd name="connsiteY10" fmla="*/ 430885 h 605875"/>
                <a:gd name="connsiteX11" fmla="*/ 345348 w 484855"/>
                <a:gd name="connsiteY11" fmla="*/ 467664 h 605875"/>
                <a:gd name="connsiteX12" fmla="*/ 308504 w 484855"/>
                <a:gd name="connsiteY12" fmla="*/ 482809 h 605875"/>
                <a:gd name="connsiteX13" fmla="*/ 271660 w 484855"/>
                <a:gd name="connsiteY13" fmla="*/ 467664 h 605875"/>
                <a:gd name="connsiteX14" fmla="*/ 271660 w 484855"/>
                <a:gd name="connsiteY14" fmla="*/ 394293 h 605875"/>
                <a:gd name="connsiteX15" fmla="*/ 308504 w 484855"/>
                <a:gd name="connsiteY15" fmla="*/ 379148 h 605875"/>
                <a:gd name="connsiteX16" fmla="*/ 176331 w 484855"/>
                <a:gd name="connsiteY16" fmla="*/ 293465 h 605875"/>
                <a:gd name="connsiteX17" fmla="*/ 160879 w 484855"/>
                <a:gd name="connsiteY17" fmla="*/ 299864 h 605875"/>
                <a:gd name="connsiteX18" fmla="*/ 160879 w 484855"/>
                <a:gd name="connsiteY18" fmla="*/ 330732 h 605875"/>
                <a:gd name="connsiteX19" fmla="*/ 176331 w 484855"/>
                <a:gd name="connsiteY19" fmla="*/ 337131 h 605875"/>
                <a:gd name="connsiteX20" fmla="*/ 191784 w 484855"/>
                <a:gd name="connsiteY20" fmla="*/ 330732 h 605875"/>
                <a:gd name="connsiteX21" fmla="*/ 191784 w 484855"/>
                <a:gd name="connsiteY21" fmla="*/ 299864 h 605875"/>
                <a:gd name="connsiteX22" fmla="*/ 176331 w 484855"/>
                <a:gd name="connsiteY22" fmla="*/ 293465 h 605875"/>
                <a:gd name="connsiteX23" fmla="*/ 319678 w 484855"/>
                <a:gd name="connsiteY23" fmla="*/ 274569 h 605875"/>
                <a:gd name="connsiteX24" fmla="*/ 340966 w 484855"/>
                <a:gd name="connsiteY24" fmla="*/ 274569 h 605875"/>
                <a:gd name="connsiteX25" fmla="*/ 340966 w 484855"/>
                <a:gd name="connsiteY25" fmla="*/ 296016 h 605875"/>
                <a:gd name="connsiteX26" fmla="*/ 165389 w 484855"/>
                <a:gd name="connsiteY26" fmla="*/ 471355 h 605875"/>
                <a:gd name="connsiteX27" fmla="*/ 154745 w 484855"/>
                <a:gd name="connsiteY27" fmla="*/ 475682 h 605875"/>
                <a:gd name="connsiteX28" fmla="*/ 144101 w 484855"/>
                <a:gd name="connsiteY28" fmla="*/ 471355 h 605875"/>
                <a:gd name="connsiteX29" fmla="*/ 144101 w 484855"/>
                <a:gd name="connsiteY29" fmla="*/ 450002 h 605875"/>
                <a:gd name="connsiteX30" fmla="*/ 176331 w 484855"/>
                <a:gd name="connsiteY30" fmla="*/ 263350 h 605875"/>
                <a:gd name="connsiteX31" fmla="*/ 213172 w 484855"/>
                <a:gd name="connsiteY31" fmla="*/ 278502 h 605875"/>
                <a:gd name="connsiteX32" fmla="*/ 213172 w 484855"/>
                <a:gd name="connsiteY32" fmla="*/ 351907 h 605875"/>
                <a:gd name="connsiteX33" fmla="*/ 176331 w 484855"/>
                <a:gd name="connsiteY33" fmla="*/ 367152 h 605875"/>
                <a:gd name="connsiteX34" fmla="*/ 139584 w 484855"/>
                <a:gd name="connsiteY34" fmla="*/ 351907 h 605875"/>
                <a:gd name="connsiteX35" fmla="*/ 139584 w 484855"/>
                <a:gd name="connsiteY35" fmla="*/ 278502 h 605875"/>
                <a:gd name="connsiteX36" fmla="*/ 176331 w 484855"/>
                <a:gd name="connsiteY36" fmla="*/ 263350 h 605875"/>
                <a:gd name="connsiteX37" fmla="*/ 63869 w 484855"/>
                <a:gd name="connsiteY37" fmla="*/ 148623 h 605875"/>
                <a:gd name="connsiteX38" fmla="*/ 30145 w 484855"/>
                <a:gd name="connsiteY38" fmla="*/ 527048 h 605875"/>
                <a:gd name="connsiteX39" fmla="*/ 89868 w 484855"/>
                <a:gd name="connsiteY39" fmla="*/ 575680 h 605875"/>
                <a:gd name="connsiteX40" fmla="*/ 395081 w 484855"/>
                <a:gd name="connsiteY40" fmla="*/ 575680 h 605875"/>
                <a:gd name="connsiteX41" fmla="*/ 454711 w 484855"/>
                <a:gd name="connsiteY41" fmla="*/ 527142 h 605875"/>
                <a:gd name="connsiteX42" fmla="*/ 421081 w 484855"/>
                <a:gd name="connsiteY42" fmla="*/ 148623 h 605875"/>
                <a:gd name="connsiteX43" fmla="*/ 361263 w 484855"/>
                <a:gd name="connsiteY43" fmla="*/ 148623 h 605875"/>
                <a:gd name="connsiteX44" fmla="*/ 361263 w 484855"/>
                <a:gd name="connsiteY44" fmla="*/ 201394 h 605875"/>
                <a:gd name="connsiteX45" fmla="*/ 346191 w 484855"/>
                <a:gd name="connsiteY45" fmla="*/ 216445 h 605875"/>
                <a:gd name="connsiteX46" fmla="*/ 331118 w 484855"/>
                <a:gd name="connsiteY46" fmla="*/ 201394 h 605875"/>
                <a:gd name="connsiteX47" fmla="*/ 331118 w 484855"/>
                <a:gd name="connsiteY47" fmla="*/ 148623 h 605875"/>
                <a:gd name="connsiteX48" fmla="*/ 153737 w 484855"/>
                <a:gd name="connsiteY48" fmla="*/ 148623 h 605875"/>
                <a:gd name="connsiteX49" fmla="*/ 153737 w 484855"/>
                <a:gd name="connsiteY49" fmla="*/ 201394 h 605875"/>
                <a:gd name="connsiteX50" fmla="*/ 138665 w 484855"/>
                <a:gd name="connsiteY50" fmla="*/ 216445 h 605875"/>
                <a:gd name="connsiteX51" fmla="*/ 123593 w 484855"/>
                <a:gd name="connsiteY51" fmla="*/ 201394 h 605875"/>
                <a:gd name="connsiteX52" fmla="*/ 123593 w 484855"/>
                <a:gd name="connsiteY52" fmla="*/ 148623 h 605875"/>
                <a:gd name="connsiteX53" fmla="*/ 242475 w 484855"/>
                <a:gd name="connsiteY53" fmla="*/ 30101 h 605875"/>
                <a:gd name="connsiteX54" fmla="*/ 153737 w 484855"/>
                <a:gd name="connsiteY54" fmla="*/ 118522 h 605875"/>
                <a:gd name="connsiteX55" fmla="*/ 331118 w 484855"/>
                <a:gd name="connsiteY55" fmla="*/ 118522 h 605875"/>
                <a:gd name="connsiteX56" fmla="*/ 242475 w 484855"/>
                <a:gd name="connsiteY56" fmla="*/ 30101 h 605875"/>
                <a:gd name="connsiteX57" fmla="*/ 242475 w 484855"/>
                <a:gd name="connsiteY57" fmla="*/ 0 h 605875"/>
                <a:gd name="connsiteX58" fmla="*/ 361263 w 484855"/>
                <a:gd name="connsiteY58" fmla="*/ 118522 h 605875"/>
                <a:gd name="connsiteX59" fmla="*/ 434834 w 484855"/>
                <a:gd name="connsiteY59" fmla="*/ 118522 h 605875"/>
                <a:gd name="connsiteX60" fmla="*/ 449906 w 484855"/>
                <a:gd name="connsiteY60" fmla="*/ 132162 h 605875"/>
                <a:gd name="connsiteX61" fmla="*/ 484855 w 484855"/>
                <a:gd name="connsiteY61" fmla="*/ 525167 h 605875"/>
                <a:gd name="connsiteX62" fmla="*/ 484855 w 484855"/>
                <a:gd name="connsiteY62" fmla="*/ 526484 h 605875"/>
                <a:gd name="connsiteX63" fmla="*/ 395081 w 484855"/>
                <a:gd name="connsiteY63" fmla="*/ 605875 h 605875"/>
                <a:gd name="connsiteX64" fmla="*/ 89868 w 484855"/>
                <a:gd name="connsiteY64" fmla="*/ 605875 h 605875"/>
                <a:gd name="connsiteX65" fmla="*/ 0 w 484855"/>
                <a:gd name="connsiteY65" fmla="*/ 526484 h 605875"/>
                <a:gd name="connsiteX66" fmla="*/ 0 w 484855"/>
                <a:gd name="connsiteY66" fmla="*/ 525167 h 605875"/>
                <a:gd name="connsiteX67" fmla="*/ 34949 w 484855"/>
                <a:gd name="connsiteY67" fmla="*/ 132162 h 605875"/>
                <a:gd name="connsiteX68" fmla="*/ 50021 w 484855"/>
                <a:gd name="connsiteY68" fmla="*/ 118522 h 605875"/>
                <a:gd name="connsiteX69" fmla="*/ 123593 w 484855"/>
                <a:gd name="connsiteY69" fmla="*/ 118522 h 605875"/>
                <a:gd name="connsiteX70" fmla="*/ 242475 w 484855"/>
                <a:gd name="connsiteY70" fmla="*/ 0 h 60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84855" h="605875">
                  <a:moveTo>
                    <a:pt x="308504" y="409249"/>
                  </a:moveTo>
                  <a:cubicBezTo>
                    <a:pt x="302568" y="409249"/>
                    <a:pt x="297197" y="411507"/>
                    <a:pt x="293051" y="415646"/>
                  </a:cubicBezTo>
                  <a:cubicBezTo>
                    <a:pt x="284476" y="424112"/>
                    <a:pt x="284476" y="437940"/>
                    <a:pt x="293051" y="446500"/>
                  </a:cubicBezTo>
                  <a:cubicBezTo>
                    <a:pt x="297197" y="450638"/>
                    <a:pt x="302756" y="452896"/>
                    <a:pt x="308504" y="452896"/>
                  </a:cubicBezTo>
                  <a:cubicBezTo>
                    <a:pt x="314441" y="452896"/>
                    <a:pt x="319812" y="450638"/>
                    <a:pt x="323958" y="446500"/>
                  </a:cubicBezTo>
                  <a:cubicBezTo>
                    <a:pt x="328010" y="442361"/>
                    <a:pt x="330366" y="436905"/>
                    <a:pt x="330366" y="431073"/>
                  </a:cubicBezTo>
                  <a:cubicBezTo>
                    <a:pt x="330366" y="425147"/>
                    <a:pt x="328104" y="419785"/>
                    <a:pt x="323958" y="415646"/>
                  </a:cubicBezTo>
                  <a:cubicBezTo>
                    <a:pt x="319812" y="411507"/>
                    <a:pt x="314252" y="409249"/>
                    <a:pt x="308504" y="409249"/>
                  </a:cubicBezTo>
                  <a:close/>
                  <a:moveTo>
                    <a:pt x="308504" y="379148"/>
                  </a:moveTo>
                  <a:cubicBezTo>
                    <a:pt x="322356" y="379148"/>
                    <a:pt x="335548" y="384228"/>
                    <a:pt x="345348" y="394199"/>
                  </a:cubicBezTo>
                  <a:cubicBezTo>
                    <a:pt x="355148" y="404076"/>
                    <a:pt x="360519" y="416963"/>
                    <a:pt x="360519" y="430885"/>
                  </a:cubicBezTo>
                  <a:cubicBezTo>
                    <a:pt x="360519" y="444806"/>
                    <a:pt x="355242" y="457882"/>
                    <a:pt x="345348" y="467664"/>
                  </a:cubicBezTo>
                  <a:cubicBezTo>
                    <a:pt x="335360" y="477447"/>
                    <a:pt x="322450" y="482809"/>
                    <a:pt x="308504" y="482809"/>
                  </a:cubicBezTo>
                  <a:cubicBezTo>
                    <a:pt x="294558" y="482809"/>
                    <a:pt x="281460" y="477447"/>
                    <a:pt x="271660" y="467664"/>
                  </a:cubicBezTo>
                  <a:cubicBezTo>
                    <a:pt x="251495" y="447440"/>
                    <a:pt x="251495" y="414517"/>
                    <a:pt x="271660" y="394293"/>
                  </a:cubicBezTo>
                  <a:cubicBezTo>
                    <a:pt x="281649" y="384510"/>
                    <a:pt x="294653" y="379148"/>
                    <a:pt x="308504" y="379148"/>
                  </a:cubicBezTo>
                  <a:close/>
                  <a:moveTo>
                    <a:pt x="176331" y="293465"/>
                  </a:moveTo>
                  <a:cubicBezTo>
                    <a:pt x="170489" y="293465"/>
                    <a:pt x="165024" y="295724"/>
                    <a:pt x="160879" y="299864"/>
                  </a:cubicBezTo>
                  <a:cubicBezTo>
                    <a:pt x="152493" y="308428"/>
                    <a:pt x="152493" y="322168"/>
                    <a:pt x="160879" y="330732"/>
                  </a:cubicBezTo>
                  <a:cubicBezTo>
                    <a:pt x="165024" y="334873"/>
                    <a:pt x="170489" y="337131"/>
                    <a:pt x="176331" y="337131"/>
                  </a:cubicBezTo>
                  <a:cubicBezTo>
                    <a:pt x="182267" y="337131"/>
                    <a:pt x="187638" y="334873"/>
                    <a:pt x="191784" y="330732"/>
                  </a:cubicBezTo>
                  <a:cubicBezTo>
                    <a:pt x="200358" y="322168"/>
                    <a:pt x="200358" y="308428"/>
                    <a:pt x="191784" y="299864"/>
                  </a:cubicBezTo>
                  <a:cubicBezTo>
                    <a:pt x="187638" y="295724"/>
                    <a:pt x="182267" y="293465"/>
                    <a:pt x="176331" y="293465"/>
                  </a:cubicBezTo>
                  <a:close/>
                  <a:moveTo>
                    <a:pt x="319678" y="274569"/>
                  </a:moveTo>
                  <a:cubicBezTo>
                    <a:pt x="325518" y="268643"/>
                    <a:pt x="335126" y="268643"/>
                    <a:pt x="340966" y="274569"/>
                  </a:cubicBezTo>
                  <a:cubicBezTo>
                    <a:pt x="346900" y="280401"/>
                    <a:pt x="346900" y="289996"/>
                    <a:pt x="340966" y="296016"/>
                  </a:cubicBezTo>
                  <a:lnTo>
                    <a:pt x="165389" y="471355"/>
                  </a:lnTo>
                  <a:cubicBezTo>
                    <a:pt x="162375" y="474177"/>
                    <a:pt x="158607" y="475682"/>
                    <a:pt x="154745" y="475682"/>
                  </a:cubicBezTo>
                  <a:cubicBezTo>
                    <a:pt x="150883" y="475682"/>
                    <a:pt x="146927" y="474177"/>
                    <a:pt x="144101" y="471355"/>
                  </a:cubicBezTo>
                  <a:cubicBezTo>
                    <a:pt x="138167" y="465429"/>
                    <a:pt x="138167" y="455928"/>
                    <a:pt x="144101" y="450002"/>
                  </a:cubicBezTo>
                  <a:close/>
                  <a:moveTo>
                    <a:pt x="176331" y="263350"/>
                  </a:moveTo>
                  <a:cubicBezTo>
                    <a:pt x="190276" y="263350"/>
                    <a:pt x="203373" y="268714"/>
                    <a:pt x="213172" y="278502"/>
                  </a:cubicBezTo>
                  <a:cubicBezTo>
                    <a:pt x="233430" y="298735"/>
                    <a:pt x="233430" y="331767"/>
                    <a:pt x="213172" y="351907"/>
                  </a:cubicBezTo>
                  <a:cubicBezTo>
                    <a:pt x="203373" y="361694"/>
                    <a:pt x="190276" y="367152"/>
                    <a:pt x="176331" y="367152"/>
                  </a:cubicBezTo>
                  <a:cubicBezTo>
                    <a:pt x="162386" y="367152"/>
                    <a:pt x="149383" y="361694"/>
                    <a:pt x="139584" y="351907"/>
                  </a:cubicBezTo>
                  <a:cubicBezTo>
                    <a:pt x="119326" y="331767"/>
                    <a:pt x="119326" y="298735"/>
                    <a:pt x="139584" y="278502"/>
                  </a:cubicBezTo>
                  <a:cubicBezTo>
                    <a:pt x="149478" y="268714"/>
                    <a:pt x="162575" y="263350"/>
                    <a:pt x="176331" y="263350"/>
                  </a:cubicBezTo>
                  <a:close/>
                  <a:moveTo>
                    <a:pt x="63869" y="148623"/>
                  </a:moveTo>
                  <a:lnTo>
                    <a:pt x="30145" y="527048"/>
                  </a:lnTo>
                  <a:cubicBezTo>
                    <a:pt x="30522" y="553951"/>
                    <a:pt x="57181" y="575680"/>
                    <a:pt x="89868" y="575680"/>
                  </a:cubicBezTo>
                  <a:lnTo>
                    <a:pt x="395081" y="575680"/>
                  </a:lnTo>
                  <a:cubicBezTo>
                    <a:pt x="427675" y="575680"/>
                    <a:pt x="454334" y="553951"/>
                    <a:pt x="454711" y="527142"/>
                  </a:cubicBezTo>
                  <a:lnTo>
                    <a:pt x="421081" y="148623"/>
                  </a:lnTo>
                  <a:lnTo>
                    <a:pt x="361263" y="148623"/>
                  </a:lnTo>
                  <a:lnTo>
                    <a:pt x="361263" y="201394"/>
                  </a:lnTo>
                  <a:cubicBezTo>
                    <a:pt x="361263" y="209672"/>
                    <a:pt x="354480" y="216445"/>
                    <a:pt x="346191" y="216445"/>
                  </a:cubicBezTo>
                  <a:cubicBezTo>
                    <a:pt x="337901" y="216445"/>
                    <a:pt x="331118" y="209672"/>
                    <a:pt x="331118" y="201394"/>
                  </a:cubicBezTo>
                  <a:lnTo>
                    <a:pt x="331118" y="148623"/>
                  </a:lnTo>
                  <a:lnTo>
                    <a:pt x="153737" y="148623"/>
                  </a:lnTo>
                  <a:lnTo>
                    <a:pt x="153737" y="201394"/>
                  </a:lnTo>
                  <a:cubicBezTo>
                    <a:pt x="153737" y="209672"/>
                    <a:pt x="146955" y="216445"/>
                    <a:pt x="138665" y="216445"/>
                  </a:cubicBezTo>
                  <a:cubicBezTo>
                    <a:pt x="130375" y="216445"/>
                    <a:pt x="123593" y="209672"/>
                    <a:pt x="123593" y="201394"/>
                  </a:cubicBezTo>
                  <a:lnTo>
                    <a:pt x="123593" y="148623"/>
                  </a:lnTo>
                  <a:close/>
                  <a:moveTo>
                    <a:pt x="242475" y="30101"/>
                  </a:moveTo>
                  <a:cubicBezTo>
                    <a:pt x="193584" y="30101"/>
                    <a:pt x="153925" y="69703"/>
                    <a:pt x="153737" y="118522"/>
                  </a:cubicBezTo>
                  <a:lnTo>
                    <a:pt x="331118" y="118522"/>
                  </a:lnTo>
                  <a:cubicBezTo>
                    <a:pt x="331024" y="69703"/>
                    <a:pt x="291271" y="30101"/>
                    <a:pt x="242475" y="30101"/>
                  </a:cubicBezTo>
                  <a:close/>
                  <a:moveTo>
                    <a:pt x="242475" y="0"/>
                  </a:moveTo>
                  <a:cubicBezTo>
                    <a:pt x="307851" y="0"/>
                    <a:pt x="361169" y="53147"/>
                    <a:pt x="361263" y="118522"/>
                  </a:cubicBezTo>
                  <a:lnTo>
                    <a:pt x="434834" y="118522"/>
                  </a:lnTo>
                  <a:cubicBezTo>
                    <a:pt x="442747" y="118522"/>
                    <a:pt x="449341" y="124449"/>
                    <a:pt x="449906" y="132162"/>
                  </a:cubicBezTo>
                  <a:lnTo>
                    <a:pt x="484855" y="525167"/>
                  </a:lnTo>
                  <a:lnTo>
                    <a:pt x="484855" y="526484"/>
                  </a:lnTo>
                  <a:cubicBezTo>
                    <a:pt x="484855" y="570318"/>
                    <a:pt x="444537" y="605875"/>
                    <a:pt x="395081" y="605875"/>
                  </a:cubicBezTo>
                  <a:lnTo>
                    <a:pt x="89868" y="605875"/>
                  </a:lnTo>
                  <a:cubicBezTo>
                    <a:pt x="40318" y="605875"/>
                    <a:pt x="0" y="570318"/>
                    <a:pt x="0" y="526484"/>
                  </a:cubicBezTo>
                  <a:lnTo>
                    <a:pt x="0" y="525167"/>
                  </a:lnTo>
                  <a:lnTo>
                    <a:pt x="34949" y="132162"/>
                  </a:lnTo>
                  <a:cubicBezTo>
                    <a:pt x="35703" y="124449"/>
                    <a:pt x="42203" y="118522"/>
                    <a:pt x="50021" y="118522"/>
                  </a:cubicBezTo>
                  <a:lnTo>
                    <a:pt x="123593" y="118522"/>
                  </a:lnTo>
                  <a:cubicBezTo>
                    <a:pt x="123781" y="53147"/>
                    <a:pt x="177005" y="0"/>
                    <a:pt x="2424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Manrope SemiBold" charset="0"/>
              </a:endParaRPr>
            </a:p>
          </p:txBody>
        </p:sp>
        <p:sp>
          <p:nvSpPr>
            <p:cNvPr id="13" name="Oval 45"/>
            <p:cNvSpPr/>
            <p:nvPr/>
          </p:nvSpPr>
          <p:spPr>
            <a:xfrm>
              <a:off x="1566497" y="4240657"/>
              <a:ext cx="402131" cy="394050"/>
            </a:xfrm>
            <a:custGeom>
              <a:avLst/>
              <a:gdLst>
                <a:gd name="T0" fmla="*/ 4608 w 4885"/>
                <a:gd name="T1" fmla="*/ 629 h 4795"/>
                <a:gd name="T2" fmla="*/ 4186 w 4885"/>
                <a:gd name="T3" fmla="*/ 208 h 4795"/>
                <a:gd name="T4" fmla="*/ 3685 w 4885"/>
                <a:gd name="T5" fmla="*/ 0 h 4795"/>
                <a:gd name="T6" fmla="*/ 3184 w 4885"/>
                <a:gd name="T7" fmla="*/ 208 h 4795"/>
                <a:gd name="T8" fmla="*/ 282 w 4885"/>
                <a:gd name="T9" fmla="*/ 3099 h 4795"/>
                <a:gd name="T10" fmla="*/ 122 w 4885"/>
                <a:gd name="T11" fmla="*/ 3483 h 4795"/>
                <a:gd name="T12" fmla="*/ 122 w 4885"/>
                <a:gd name="T13" fmla="*/ 4549 h 4795"/>
                <a:gd name="T14" fmla="*/ 117 w 4885"/>
                <a:gd name="T15" fmla="*/ 4549 h 4795"/>
                <a:gd name="T16" fmla="*/ 48 w 4885"/>
                <a:gd name="T17" fmla="*/ 4613 h 4795"/>
                <a:gd name="T18" fmla="*/ 42 w 4885"/>
                <a:gd name="T19" fmla="*/ 4763 h 4795"/>
                <a:gd name="T20" fmla="*/ 122 w 4885"/>
                <a:gd name="T21" fmla="*/ 4795 h 4795"/>
                <a:gd name="T22" fmla="*/ 197 w 4885"/>
                <a:gd name="T23" fmla="*/ 4768 h 4795"/>
                <a:gd name="T24" fmla="*/ 266 w 4885"/>
                <a:gd name="T25" fmla="*/ 4704 h 4795"/>
                <a:gd name="T26" fmla="*/ 277 w 4885"/>
                <a:gd name="T27" fmla="*/ 4688 h 4795"/>
                <a:gd name="T28" fmla="*/ 1333 w 4885"/>
                <a:gd name="T29" fmla="*/ 4688 h 4795"/>
                <a:gd name="T30" fmla="*/ 1712 w 4885"/>
                <a:gd name="T31" fmla="*/ 4528 h 4795"/>
                <a:gd name="T32" fmla="*/ 4608 w 4885"/>
                <a:gd name="T33" fmla="*/ 1621 h 4795"/>
                <a:gd name="T34" fmla="*/ 4608 w 4885"/>
                <a:gd name="T35" fmla="*/ 629 h 4795"/>
                <a:gd name="T36" fmla="*/ 1402 w 4885"/>
                <a:gd name="T37" fmla="*/ 4469 h 4795"/>
                <a:gd name="T38" fmla="*/ 1333 w 4885"/>
                <a:gd name="T39" fmla="*/ 4480 h 4795"/>
                <a:gd name="T40" fmla="*/ 336 w 4885"/>
                <a:gd name="T41" fmla="*/ 4480 h 4795"/>
                <a:gd name="T42" fmla="*/ 336 w 4885"/>
                <a:gd name="T43" fmla="*/ 3483 h 4795"/>
                <a:gd name="T44" fmla="*/ 346 w 4885"/>
                <a:gd name="T45" fmla="*/ 3413 h 4795"/>
                <a:gd name="T46" fmla="*/ 362 w 4885"/>
                <a:gd name="T47" fmla="*/ 3413 h 4795"/>
                <a:gd name="T48" fmla="*/ 869 w 4885"/>
                <a:gd name="T49" fmla="*/ 3413 h 4795"/>
                <a:gd name="T50" fmla="*/ 869 w 4885"/>
                <a:gd name="T51" fmla="*/ 3787 h 4795"/>
                <a:gd name="T52" fmla="*/ 1029 w 4885"/>
                <a:gd name="T53" fmla="*/ 3947 h 4795"/>
                <a:gd name="T54" fmla="*/ 1402 w 4885"/>
                <a:gd name="T55" fmla="*/ 3947 h 4795"/>
                <a:gd name="T56" fmla="*/ 1402 w 4885"/>
                <a:gd name="T57" fmla="*/ 4469 h 4795"/>
                <a:gd name="T58" fmla="*/ 1616 w 4885"/>
                <a:gd name="T59" fmla="*/ 4331 h 4795"/>
                <a:gd name="T60" fmla="*/ 1616 w 4885"/>
                <a:gd name="T61" fmla="*/ 3893 h 4795"/>
                <a:gd name="T62" fmla="*/ 1456 w 4885"/>
                <a:gd name="T63" fmla="*/ 3733 h 4795"/>
                <a:gd name="T64" fmla="*/ 1082 w 4885"/>
                <a:gd name="T65" fmla="*/ 3733 h 4795"/>
                <a:gd name="T66" fmla="*/ 1082 w 4885"/>
                <a:gd name="T67" fmla="*/ 3360 h 4795"/>
                <a:gd name="T68" fmla="*/ 922 w 4885"/>
                <a:gd name="T69" fmla="*/ 3200 h 4795"/>
                <a:gd name="T70" fmla="*/ 485 w 4885"/>
                <a:gd name="T71" fmla="*/ 3200 h 4795"/>
                <a:gd name="T72" fmla="*/ 2944 w 4885"/>
                <a:gd name="T73" fmla="*/ 752 h 4795"/>
                <a:gd name="T74" fmla="*/ 4064 w 4885"/>
                <a:gd name="T75" fmla="*/ 1872 h 4795"/>
                <a:gd name="T76" fmla="*/ 1616 w 4885"/>
                <a:gd name="T77" fmla="*/ 4331 h 4795"/>
                <a:gd name="T78" fmla="*/ 4458 w 4885"/>
                <a:gd name="T79" fmla="*/ 1477 h 4795"/>
                <a:gd name="T80" fmla="*/ 4213 w 4885"/>
                <a:gd name="T81" fmla="*/ 1723 h 4795"/>
                <a:gd name="T82" fmla="*/ 3093 w 4885"/>
                <a:gd name="T83" fmla="*/ 603 h 4795"/>
                <a:gd name="T84" fmla="*/ 3338 w 4885"/>
                <a:gd name="T85" fmla="*/ 357 h 4795"/>
                <a:gd name="T86" fmla="*/ 3685 w 4885"/>
                <a:gd name="T87" fmla="*/ 213 h 4795"/>
                <a:gd name="T88" fmla="*/ 4032 w 4885"/>
                <a:gd name="T89" fmla="*/ 357 h 4795"/>
                <a:gd name="T90" fmla="*/ 4453 w 4885"/>
                <a:gd name="T91" fmla="*/ 779 h 4795"/>
                <a:gd name="T92" fmla="*/ 4458 w 4885"/>
                <a:gd name="T93" fmla="*/ 1477 h 4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885" h="4795">
                  <a:moveTo>
                    <a:pt x="4608" y="629"/>
                  </a:moveTo>
                  <a:lnTo>
                    <a:pt x="4186" y="208"/>
                  </a:lnTo>
                  <a:cubicBezTo>
                    <a:pt x="4053" y="75"/>
                    <a:pt x="3877" y="0"/>
                    <a:pt x="3685" y="0"/>
                  </a:cubicBezTo>
                  <a:cubicBezTo>
                    <a:pt x="3498" y="0"/>
                    <a:pt x="3317" y="75"/>
                    <a:pt x="3184" y="208"/>
                  </a:cubicBezTo>
                  <a:lnTo>
                    <a:pt x="282" y="3099"/>
                  </a:lnTo>
                  <a:cubicBezTo>
                    <a:pt x="181" y="3195"/>
                    <a:pt x="122" y="3333"/>
                    <a:pt x="122" y="3483"/>
                  </a:cubicBezTo>
                  <a:lnTo>
                    <a:pt x="122" y="4549"/>
                  </a:lnTo>
                  <a:lnTo>
                    <a:pt x="117" y="4549"/>
                  </a:lnTo>
                  <a:lnTo>
                    <a:pt x="48" y="4613"/>
                  </a:lnTo>
                  <a:cubicBezTo>
                    <a:pt x="5" y="4656"/>
                    <a:pt x="0" y="4720"/>
                    <a:pt x="42" y="4763"/>
                  </a:cubicBezTo>
                  <a:cubicBezTo>
                    <a:pt x="64" y="4784"/>
                    <a:pt x="90" y="4795"/>
                    <a:pt x="122" y="4795"/>
                  </a:cubicBezTo>
                  <a:cubicBezTo>
                    <a:pt x="149" y="4795"/>
                    <a:pt x="176" y="4784"/>
                    <a:pt x="197" y="4768"/>
                  </a:cubicBezTo>
                  <a:lnTo>
                    <a:pt x="266" y="4704"/>
                  </a:lnTo>
                  <a:cubicBezTo>
                    <a:pt x="272" y="4699"/>
                    <a:pt x="277" y="4693"/>
                    <a:pt x="277" y="4688"/>
                  </a:cubicBezTo>
                  <a:lnTo>
                    <a:pt x="1333" y="4688"/>
                  </a:lnTo>
                  <a:cubicBezTo>
                    <a:pt x="1477" y="4688"/>
                    <a:pt x="1610" y="4629"/>
                    <a:pt x="1712" y="4528"/>
                  </a:cubicBezTo>
                  <a:lnTo>
                    <a:pt x="4608" y="1621"/>
                  </a:lnTo>
                  <a:cubicBezTo>
                    <a:pt x="4885" y="1355"/>
                    <a:pt x="4885" y="901"/>
                    <a:pt x="4608" y="629"/>
                  </a:cubicBezTo>
                  <a:close/>
                  <a:moveTo>
                    <a:pt x="1402" y="4469"/>
                  </a:moveTo>
                  <a:cubicBezTo>
                    <a:pt x="1381" y="4475"/>
                    <a:pt x="1354" y="4480"/>
                    <a:pt x="1333" y="4480"/>
                  </a:cubicBezTo>
                  <a:lnTo>
                    <a:pt x="336" y="4480"/>
                  </a:lnTo>
                  <a:lnTo>
                    <a:pt x="336" y="3483"/>
                  </a:lnTo>
                  <a:cubicBezTo>
                    <a:pt x="336" y="3456"/>
                    <a:pt x="341" y="3435"/>
                    <a:pt x="346" y="3413"/>
                  </a:cubicBezTo>
                  <a:lnTo>
                    <a:pt x="362" y="3413"/>
                  </a:lnTo>
                  <a:lnTo>
                    <a:pt x="869" y="3413"/>
                  </a:lnTo>
                  <a:lnTo>
                    <a:pt x="869" y="3787"/>
                  </a:lnTo>
                  <a:cubicBezTo>
                    <a:pt x="869" y="3877"/>
                    <a:pt x="938" y="3947"/>
                    <a:pt x="1029" y="3947"/>
                  </a:cubicBezTo>
                  <a:lnTo>
                    <a:pt x="1402" y="3947"/>
                  </a:lnTo>
                  <a:lnTo>
                    <a:pt x="1402" y="4469"/>
                  </a:lnTo>
                  <a:close/>
                  <a:moveTo>
                    <a:pt x="1616" y="4331"/>
                  </a:moveTo>
                  <a:lnTo>
                    <a:pt x="1616" y="3893"/>
                  </a:lnTo>
                  <a:cubicBezTo>
                    <a:pt x="1616" y="3803"/>
                    <a:pt x="1546" y="3733"/>
                    <a:pt x="1456" y="3733"/>
                  </a:cubicBezTo>
                  <a:lnTo>
                    <a:pt x="1082" y="3733"/>
                  </a:lnTo>
                  <a:lnTo>
                    <a:pt x="1082" y="3360"/>
                  </a:lnTo>
                  <a:cubicBezTo>
                    <a:pt x="1082" y="3269"/>
                    <a:pt x="1013" y="3200"/>
                    <a:pt x="922" y="3200"/>
                  </a:cubicBezTo>
                  <a:lnTo>
                    <a:pt x="485" y="3200"/>
                  </a:lnTo>
                  <a:lnTo>
                    <a:pt x="2944" y="752"/>
                  </a:lnTo>
                  <a:lnTo>
                    <a:pt x="4064" y="1872"/>
                  </a:lnTo>
                  <a:lnTo>
                    <a:pt x="1616" y="4331"/>
                  </a:lnTo>
                  <a:close/>
                  <a:moveTo>
                    <a:pt x="4458" y="1477"/>
                  </a:moveTo>
                  <a:lnTo>
                    <a:pt x="4213" y="1723"/>
                  </a:lnTo>
                  <a:lnTo>
                    <a:pt x="3093" y="603"/>
                  </a:lnTo>
                  <a:lnTo>
                    <a:pt x="3338" y="357"/>
                  </a:lnTo>
                  <a:cubicBezTo>
                    <a:pt x="3434" y="261"/>
                    <a:pt x="3557" y="213"/>
                    <a:pt x="3685" y="213"/>
                  </a:cubicBezTo>
                  <a:cubicBezTo>
                    <a:pt x="3818" y="213"/>
                    <a:pt x="3941" y="267"/>
                    <a:pt x="4032" y="357"/>
                  </a:cubicBezTo>
                  <a:lnTo>
                    <a:pt x="4453" y="779"/>
                  </a:lnTo>
                  <a:cubicBezTo>
                    <a:pt x="4650" y="971"/>
                    <a:pt x="4650" y="1285"/>
                    <a:pt x="4458" y="14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Manrope SemiBold" charset="0"/>
              </a:endParaRPr>
            </a:p>
          </p:txBody>
        </p:sp>
        <p:sp>
          <p:nvSpPr>
            <p:cNvPr id="14" name="Oval 46"/>
            <p:cNvSpPr/>
            <p:nvPr/>
          </p:nvSpPr>
          <p:spPr>
            <a:xfrm>
              <a:off x="1606909" y="5207768"/>
              <a:ext cx="297176" cy="402131"/>
            </a:xfrm>
            <a:custGeom>
              <a:avLst/>
              <a:gdLst>
                <a:gd name="T0" fmla="*/ 9066 w 9066"/>
                <a:gd name="T1" fmla="*/ 12000 h 12266"/>
                <a:gd name="T2" fmla="*/ 8800 w 9066"/>
                <a:gd name="T3" fmla="*/ 12266 h 12266"/>
                <a:gd name="T4" fmla="*/ 1333 w 9066"/>
                <a:gd name="T5" fmla="*/ 12266 h 12266"/>
                <a:gd name="T6" fmla="*/ 0 w 9066"/>
                <a:gd name="T7" fmla="*/ 10933 h 12266"/>
                <a:gd name="T8" fmla="*/ 0 w 9066"/>
                <a:gd name="T9" fmla="*/ 1333 h 12266"/>
                <a:gd name="T10" fmla="*/ 1333 w 9066"/>
                <a:gd name="T11" fmla="*/ 0 h 12266"/>
                <a:gd name="T12" fmla="*/ 8266 w 9066"/>
                <a:gd name="T13" fmla="*/ 0 h 12266"/>
                <a:gd name="T14" fmla="*/ 8533 w 9066"/>
                <a:gd name="T15" fmla="*/ 266 h 12266"/>
                <a:gd name="T16" fmla="*/ 8533 w 9066"/>
                <a:gd name="T17" fmla="*/ 2133 h 12266"/>
                <a:gd name="T18" fmla="*/ 8800 w 9066"/>
                <a:gd name="T19" fmla="*/ 2133 h 12266"/>
                <a:gd name="T20" fmla="*/ 9066 w 9066"/>
                <a:gd name="T21" fmla="*/ 2400 h 12266"/>
                <a:gd name="T22" fmla="*/ 9066 w 9066"/>
                <a:gd name="T23" fmla="*/ 12000 h 12266"/>
                <a:gd name="T24" fmla="*/ 533 w 9066"/>
                <a:gd name="T25" fmla="*/ 10933 h 12266"/>
                <a:gd name="T26" fmla="*/ 1333 w 9066"/>
                <a:gd name="T27" fmla="*/ 11733 h 12266"/>
                <a:gd name="T28" fmla="*/ 2133 w 9066"/>
                <a:gd name="T29" fmla="*/ 11733 h 12266"/>
                <a:gd name="T30" fmla="*/ 2133 w 9066"/>
                <a:gd name="T31" fmla="*/ 2666 h 12266"/>
                <a:gd name="T32" fmla="*/ 1333 w 9066"/>
                <a:gd name="T33" fmla="*/ 2666 h 12266"/>
                <a:gd name="T34" fmla="*/ 533 w 9066"/>
                <a:gd name="T35" fmla="*/ 2394 h 12266"/>
                <a:gd name="T36" fmla="*/ 533 w 9066"/>
                <a:gd name="T37" fmla="*/ 10933 h 12266"/>
                <a:gd name="T38" fmla="*/ 8000 w 9066"/>
                <a:gd name="T39" fmla="*/ 2133 h 12266"/>
                <a:gd name="T40" fmla="*/ 8000 w 9066"/>
                <a:gd name="T41" fmla="*/ 533 h 12266"/>
                <a:gd name="T42" fmla="*/ 1333 w 9066"/>
                <a:gd name="T43" fmla="*/ 533 h 12266"/>
                <a:gd name="T44" fmla="*/ 533 w 9066"/>
                <a:gd name="T45" fmla="*/ 1333 h 12266"/>
                <a:gd name="T46" fmla="*/ 1333 w 9066"/>
                <a:gd name="T47" fmla="*/ 2133 h 12266"/>
                <a:gd name="T48" fmla="*/ 8000 w 9066"/>
                <a:gd name="T49" fmla="*/ 2133 h 12266"/>
                <a:gd name="T50" fmla="*/ 8533 w 9066"/>
                <a:gd name="T51" fmla="*/ 2666 h 12266"/>
                <a:gd name="T52" fmla="*/ 2666 w 9066"/>
                <a:gd name="T53" fmla="*/ 2666 h 12266"/>
                <a:gd name="T54" fmla="*/ 2666 w 9066"/>
                <a:gd name="T55" fmla="*/ 11733 h 12266"/>
                <a:gd name="T56" fmla="*/ 8533 w 9066"/>
                <a:gd name="T57" fmla="*/ 11733 h 12266"/>
                <a:gd name="T58" fmla="*/ 8533 w 9066"/>
                <a:gd name="T59" fmla="*/ 2666 h 12266"/>
                <a:gd name="T60" fmla="*/ 1333 w 9066"/>
                <a:gd name="T61" fmla="*/ 1600 h 12266"/>
                <a:gd name="T62" fmla="*/ 1066 w 9066"/>
                <a:gd name="T63" fmla="*/ 1333 h 12266"/>
                <a:gd name="T64" fmla="*/ 1333 w 9066"/>
                <a:gd name="T65" fmla="*/ 1066 h 12266"/>
                <a:gd name="T66" fmla="*/ 7200 w 9066"/>
                <a:gd name="T67" fmla="*/ 1066 h 12266"/>
                <a:gd name="T68" fmla="*/ 7466 w 9066"/>
                <a:gd name="T69" fmla="*/ 1333 h 12266"/>
                <a:gd name="T70" fmla="*/ 7200 w 9066"/>
                <a:gd name="T71" fmla="*/ 1600 h 12266"/>
                <a:gd name="T72" fmla="*/ 1333 w 9066"/>
                <a:gd name="T73" fmla="*/ 1600 h 12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66" h="12266">
                  <a:moveTo>
                    <a:pt x="9066" y="12000"/>
                  </a:moveTo>
                  <a:cubicBezTo>
                    <a:pt x="9066" y="12147"/>
                    <a:pt x="8947" y="12266"/>
                    <a:pt x="8800" y="12266"/>
                  </a:cubicBezTo>
                  <a:lnTo>
                    <a:pt x="1333" y="12266"/>
                  </a:lnTo>
                  <a:cubicBezTo>
                    <a:pt x="597" y="12266"/>
                    <a:pt x="0" y="11669"/>
                    <a:pt x="0" y="10933"/>
                  </a:cubicBezTo>
                  <a:lnTo>
                    <a:pt x="0" y="1333"/>
                  </a:lnTo>
                  <a:cubicBezTo>
                    <a:pt x="0" y="597"/>
                    <a:pt x="597" y="0"/>
                    <a:pt x="1333" y="0"/>
                  </a:cubicBezTo>
                  <a:lnTo>
                    <a:pt x="8266" y="0"/>
                  </a:lnTo>
                  <a:cubicBezTo>
                    <a:pt x="8413" y="0"/>
                    <a:pt x="8533" y="119"/>
                    <a:pt x="8533" y="266"/>
                  </a:cubicBezTo>
                  <a:lnTo>
                    <a:pt x="8533" y="2133"/>
                  </a:lnTo>
                  <a:lnTo>
                    <a:pt x="8800" y="2133"/>
                  </a:lnTo>
                  <a:cubicBezTo>
                    <a:pt x="8947" y="2133"/>
                    <a:pt x="9066" y="2252"/>
                    <a:pt x="9066" y="2400"/>
                  </a:cubicBezTo>
                  <a:lnTo>
                    <a:pt x="9066" y="12000"/>
                  </a:lnTo>
                  <a:close/>
                  <a:moveTo>
                    <a:pt x="533" y="10933"/>
                  </a:moveTo>
                  <a:cubicBezTo>
                    <a:pt x="533" y="11375"/>
                    <a:pt x="891" y="11733"/>
                    <a:pt x="1333" y="11733"/>
                  </a:cubicBezTo>
                  <a:lnTo>
                    <a:pt x="2133" y="11733"/>
                  </a:lnTo>
                  <a:lnTo>
                    <a:pt x="2133" y="2666"/>
                  </a:lnTo>
                  <a:lnTo>
                    <a:pt x="1333" y="2666"/>
                  </a:lnTo>
                  <a:cubicBezTo>
                    <a:pt x="1044" y="2665"/>
                    <a:pt x="763" y="2570"/>
                    <a:pt x="533" y="2394"/>
                  </a:cubicBezTo>
                  <a:lnTo>
                    <a:pt x="533" y="10933"/>
                  </a:lnTo>
                  <a:close/>
                  <a:moveTo>
                    <a:pt x="8000" y="2133"/>
                  </a:moveTo>
                  <a:lnTo>
                    <a:pt x="8000" y="533"/>
                  </a:lnTo>
                  <a:lnTo>
                    <a:pt x="1333" y="533"/>
                  </a:lnTo>
                  <a:cubicBezTo>
                    <a:pt x="891" y="533"/>
                    <a:pt x="533" y="891"/>
                    <a:pt x="533" y="1333"/>
                  </a:cubicBezTo>
                  <a:cubicBezTo>
                    <a:pt x="533" y="1775"/>
                    <a:pt x="891" y="2133"/>
                    <a:pt x="1333" y="2133"/>
                  </a:cubicBezTo>
                  <a:lnTo>
                    <a:pt x="8000" y="2133"/>
                  </a:lnTo>
                  <a:close/>
                  <a:moveTo>
                    <a:pt x="8533" y="2666"/>
                  </a:moveTo>
                  <a:lnTo>
                    <a:pt x="2666" y="2666"/>
                  </a:lnTo>
                  <a:lnTo>
                    <a:pt x="2666" y="11733"/>
                  </a:lnTo>
                  <a:lnTo>
                    <a:pt x="8533" y="11733"/>
                  </a:lnTo>
                  <a:lnTo>
                    <a:pt x="8533" y="2666"/>
                  </a:lnTo>
                  <a:close/>
                  <a:moveTo>
                    <a:pt x="1333" y="1600"/>
                  </a:moveTo>
                  <a:cubicBezTo>
                    <a:pt x="1186" y="1600"/>
                    <a:pt x="1066" y="1480"/>
                    <a:pt x="1066" y="1333"/>
                  </a:cubicBezTo>
                  <a:cubicBezTo>
                    <a:pt x="1066" y="1186"/>
                    <a:pt x="1186" y="1066"/>
                    <a:pt x="1333" y="1066"/>
                  </a:cubicBezTo>
                  <a:lnTo>
                    <a:pt x="7200" y="1066"/>
                  </a:lnTo>
                  <a:cubicBezTo>
                    <a:pt x="7347" y="1066"/>
                    <a:pt x="7466" y="1186"/>
                    <a:pt x="7466" y="1333"/>
                  </a:cubicBezTo>
                  <a:cubicBezTo>
                    <a:pt x="7466" y="1480"/>
                    <a:pt x="7347" y="1600"/>
                    <a:pt x="7200" y="1600"/>
                  </a:cubicBezTo>
                  <a:lnTo>
                    <a:pt x="1333" y="16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Manrope SemiBold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281870" y="2209072"/>
              <a:ext cx="2674591" cy="573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MuseoModerno Black" pitchFamily="2" charset="0"/>
                </a:rPr>
                <a:t>It serves a variety of purposes, making presentations powerful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281870" y="3180363"/>
              <a:ext cx="2674591" cy="571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MuseoModerno Black" pitchFamily="2" charset="0"/>
                </a:rPr>
                <a:t>It serves a variety of purposes, making presentations powerful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281870" y="4137474"/>
              <a:ext cx="2674591" cy="571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MuseoModerno Black" pitchFamily="2" charset="0"/>
                </a:rPr>
                <a:t>It serves a variety of purposes, making presentations powerful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281870" y="5108765"/>
              <a:ext cx="2674591" cy="571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MuseoModerno Black" pitchFamily="2" charset="0"/>
                </a:rPr>
                <a:t>It serves a variety of purposes, making presentations powerful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425641" y="2037293"/>
              <a:ext cx="26745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accent1"/>
                  </a:solidFill>
                  <a:latin typeface="+mj-ea"/>
                  <a:ea typeface="+mj-ea"/>
                  <a:cs typeface="MuseoModerno Black" pitchFamily="2" charset="0"/>
                </a:rPr>
                <a:t>Title here</a:t>
              </a:r>
              <a:endPara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MuseoModerno Black" pitchFamily="2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425641" y="2359201"/>
              <a:ext cx="3391473" cy="573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MuseoModerno Black" pitchFamily="2" charset="0"/>
                </a:rPr>
                <a:t>It serves a variety of purposes, making powerful tools for convincing and teaching.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425641" y="2975671"/>
              <a:ext cx="26745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accent2"/>
                  </a:solidFill>
                  <a:latin typeface="+mj-ea"/>
                  <a:ea typeface="+mj-ea"/>
                  <a:cs typeface="MuseoModerno Black" pitchFamily="2" charset="0"/>
                </a:rPr>
                <a:t>Title here</a:t>
              </a:r>
              <a:endParaRPr lang="zh-CN" altLang="en-US" sz="2000" dirty="0">
                <a:solidFill>
                  <a:schemeClr val="accent2"/>
                </a:solidFill>
                <a:latin typeface="+mj-ea"/>
                <a:ea typeface="+mj-ea"/>
                <a:cs typeface="MuseoModerno Black" pitchFamily="2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425641" y="3297579"/>
              <a:ext cx="3391473" cy="571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MuseoModerno Black" pitchFamily="2" charset="0"/>
                </a:rPr>
                <a:t>It serves a variety of purposes, making powerful tools for convincing and teaching.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425641" y="3914049"/>
              <a:ext cx="26745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accent1"/>
                  </a:solidFill>
                  <a:latin typeface="+mj-ea"/>
                  <a:ea typeface="+mj-ea"/>
                  <a:cs typeface="MuseoModerno Black" pitchFamily="2" charset="0"/>
                </a:rPr>
                <a:t>Title here</a:t>
              </a:r>
              <a:endPara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MuseoModerno Black" pitchFamily="2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25641" y="4235957"/>
              <a:ext cx="3391473" cy="571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MuseoModerno Black" pitchFamily="2" charset="0"/>
                </a:rPr>
                <a:t>It serves a variety of purposes, making powerful tools for convincing and teaching.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425641" y="4852428"/>
              <a:ext cx="26745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accent2"/>
                  </a:solidFill>
                  <a:latin typeface="+mj-ea"/>
                  <a:ea typeface="+mj-ea"/>
                  <a:cs typeface="MuseoModerno Black" pitchFamily="2" charset="0"/>
                </a:rPr>
                <a:t>Title here</a:t>
              </a:r>
              <a:endParaRPr lang="zh-CN" altLang="en-US" sz="2000" dirty="0">
                <a:solidFill>
                  <a:schemeClr val="accent2"/>
                </a:solidFill>
                <a:latin typeface="+mj-ea"/>
                <a:ea typeface="+mj-ea"/>
                <a:cs typeface="MuseoModerno Black" pitchFamily="2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425641" y="5174336"/>
              <a:ext cx="3391473" cy="571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MuseoModerno Black" pitchFamily="2" charset="0"/>
                </a:rPr>
                <a:t>It serves a variety of purposes, making powerful tools for convincing and teaching.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>
              <a:off x="4880314" y="2197116"/>
              <a:ext cx="2365782" cy="4077681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1006475" y="406131"/>
            <a:ext cx="65055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Product</a:t>
            </a:r>
            <a:endParaRPr lang="zh-CN" altLang="en-US" sz="36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sp>
        <p:nvSpPr>
          <p:cNvPr id="3" name="椭圆 92"/>
          <p:cNvSpPr/>
          <p:nvPr>
            <p:custDataLst>
              <p:tags r:id="rId1"/>
            </p:custDataLst>
          </p:nvPr>
        </p:nvSpPr>
        <p:spPr>
          <a:xfrm>
            <a:off x="1452042" y="1871866"/>
            <a:ext cx="1976130" cy="1976130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4" name="弧形 93"/>
          <p:cNvSpPr/>
          <p:nvPr>
            <p:custDataLst>
              <p:tags r:id="rId2"/>
            </p:custDataLst>
          </p:nvPr>
        </p:nvSpPr>
        <p:spPr>
          <a:xfrm>
            <a:off x="1300959" y="1720783"/>
            <a:ext cx="2278296" cy="2278296"/>
          </a:xfrm>
          <a:prstGeom prst="arc">
            <a:avLst>
              <a:gd name="adj1" fmla="val 6709212"/>
              <a:gd name="adj2" fmla="val 4107355"/>
            </a:avLst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  <a:headEnd type="oval"/>
            <a:tailEnd type="oval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5" name="椭圆 94"/>
          <p:cNvSpPr/>
          <p:nvPr>
            <p:custDataLst>
              <p:tags r:id="rId3"/>
            </p:custDataLst>
          </p:nvPr>
        </p:nvSpPr>
        <p:spPr>
          <a:xfrm>
            <a:off x="1803580" y="2223404"/>
            <a:ext cx="1273054" cy="127305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6" name="图形 1"/>
          <p:cNvSpPr/>
          <p:nvPr>
            <p:custDataLst>
              <p:tags r:id="rId4"/>
            </p:custDataLst>
          </p:nvPr>
        </p:nvSpPr>
        <p:spPr>
          <a:xfrm rot="5400000">
            <a:off x="3927291" y="2607924"/>
            <a:ext cx="799732" cy="523131"/>
          </a:xfrm>
          <a:custGeom>
            <a:avLst/>
            <a:gdLst>
              <a:gd name="connsiteX0" fmla="*/ 2721928 w 7153251"/>
              <a:gd name="connsiteY0" fmla="*/ 1956147 h 6858850"/>
              <a:gd name="connsiteX1" fmla="*/ 1705140 w 7153251"/>
              <a:gd name="connsiteY1" fmla="*/ 1956147 h 6858850"/>
              <a:gd name="connsiteX2" fmla="*/ 3577051 w 7153251"/>
              <a:gd name="connsiteY2" fmla="*/ 0 h 6858850"/>
              <a:gd name="connsiteX3" fmla="*/ 5448111 w 7153251"/>
              <a:gd name="connsiteY3" fmla="*/ 1956147 h 6858850"/>
              <a:gd name="connsiteX4" fmla="*/ 4431323 w 7153251"/>
              <a:gd name="connsiteY4" fmla="*/ 1956147 h 6858850"/>
              <a:gd name="connsiteX5" fmla="*/ 4240729 w 7153251"/>
              <a:gd name="connsiteY5" fmla="*/ 2152697 h 6858850"/>
              <a:gd name="connsiteX6" fmla="*/ 7153252 w 7153251"/>
              <a:gd name="connsiteY6" fmla="*/ 6858851 h 6858850"/>
              <a:gd name="connsiteX7" fmla="*/ 0 w 7153251"/>
              <a:gd name="connsiteY7" fmla="*/ 6858851 h 6858850"/>
              <a:gd name="connsiteX8" fmla="*/ 2912523 w 7153251"/>
              <a:gd name="connsiteY8" fmla="*/ 2152697 h 6858850"/>
              <a:gd name="connsiteX9" fmla="*/ 2721928 w 7153251"/>
              <a:gd name="connsiteY9" fmla="*/ 1956147 h 685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153251" h="6858850">
                <a:moveTo>
                  <a:pt x="2721928" y="1956147"/>
                </a:moveTo>
                <a:lnTo>
                  <a:pt x="1705140" y="1956147"/>
                </a:lnTo>
                <a:lnTo>
                  <a:pt x="3577051" y="0"/>
                </a:lnTo>
                <a:lnTo>
                  <a:pt x="5448111" y="1956147"/>
                </a:lnTo>
                <a:lnTo>
                  <a:pt x="4431323" y="1956147"/>
                </a:lnTo>
                <a:cubicBezTo>
                  <a:pt x="4324114" y="1956147"/>
                  <a:pt x="4237325" y="2045488"/>
                  <a:pt x="4240729" y="2152697"/>
                </a:cubicBezTo>
                <a:cubicBezTo>
                  <a:pt x="4268808" y="3066530"/>
                  <a:pt x="4543638" y="6858851"/>
                  <a:pt x="7153252" y="6858851"/>
                </a:cubicBezTo>
                <a:lnTo>
                  <a:pt x="0" y="6858851"/>
                </a:lnTo>
                <a:cubicBezTo>
                  <a:pt x="2609614" y="6858851"/>
                  <a:pt x="2884444" y="3067381"/>
                  <a:pt x="2912523" y="2152697"/>
                </a:cubicBezTo>
                <a:cubicBezTo>
                  <a:pt x="2915927" y="2045488"/>
                  <a:pt x="2829989" y="1956147"/>
                  <a:pt x="2721928" y="1956147"/>
                </a:cubicBezTo>
                <a:close/>
              </a:path>
            </a:pathLst>
          </a:custGeom>
          <a:solidFill>
            <a:schemeClr val="accent2"/>
          </a:solidFill>
          <a:ln w="158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247015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SemiBold" charset="0"/>
              <a:ea typeface="Manrope SemiBold" charset="0"/>
              <a:cs typeface="Manrope SemiBold" charset="0"/>
              <a:sym typeface="Manrope SemiBold" charset="0"/>
            </a:endParaRPr>
          </a:p>
        </p:txBody>
      </p:sp>
      <p:sp>
        <p:nvSpPr>
          <p:cNvPr id="7" name="椭圆 95"/>
          <p:cNvSpPr/>
          <p:nvPr>
            <p:custDataLst>
              <p:tags r:id="rId5"/>
            </p:custDataLst>
          </p:nvPr>
        </p:nvSpPr>
        <p:spPr>
          <a:xfrm>
            <a:off x="5107936" y="1871868"/>
            <a:ext cx="1976130" cy="1976130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8" name="弧形 96"/>
          <p:cNvSpPr/>
          <p:nvPr>
            <p:custDataLst>
              <p:tags r:id="rId6"/>
            </p:custDataLst>
          </p:nvPr>
        </p:nvSpPr>
        <p:spPr>
          <a:xfrm>
            <a:off x="4956852" y="1720783"/>
            <a:ext cx="2278296" cy="2278296"/>
          </a:xfrm>
          <a:prstGeom prst="arc">
            <a:avLst>
              <a:gd name="adj1" fmla="val 6709212"/>
              <a:gd name="adj2" fmla="val 4107355"/>
            </a:avLst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  <a:headEnd type="oval"/>
            <a:tailEnd type="oval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9" name="椭圆 97"/>
          <p:cNvSpPr/>
          <p:nvPr>
            <p:custDataLst>
              <p:tags r:id="rId7"/>
            </p:custDataLst>
          </p:nvPr>
        </p:nvSpPr>
        <p:spPr>
          <a:xfrm>
            <a:off x="5459473" y="2223405"/>
            <a:ext cx="1273054" cy="127305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10" name="图形 1"/>
          <p:cNvSpPr/>
          <p:nvPr>
            <p:custDataLst>
              <p:tags r:id="rId8"/>
            </p:custDataLst>
          </p:nvPr>
        </p:nvSpPr>
        <p:spPr>
          <a:xfrm rot="5400000">
            <a:off x="7565180" y="2607925"/>
            <a:ext cx="799732" cy="523131"/>
          </a:xfrm>
          <a:custGeom>
            <a:avLst/>
            <a:gdLst>
              <a:gd name="connsiteX0" fmla="*/ 2721928 w 7153251"/>
              <a:gd name="connsiteY0" fmla="*/ 1956147 h 6858850"/>
              <a:gd name="connsiteX1" fmla="*/ 1705140 w 7153251"/>
              <a:gd name="connsiteY1" fmla="*/ 1956147 h 6858850"/>
              <a:gd name="connsiteX2" fmla="*/ 3577051 w 7153251"/>
              <a:gd name="connsiteY2" fmla="*/ 0 h 6858850"/>
              <a:gd name="connsiteX3" fmla="*/ 5448111 w 7153251"/>
              <a:gd name="connsiteY3" fmla="*/ 1956147 h 6858850"/>
              <a:gd name="connsiteX4" fmla="*/ 4431323 w 7153251"/>
              <a:gd name="connsiteY4" fmla="*/ 1956147 h 6858850"/>
              <a:gd name="connsiteX5" fmla="*/ 4240729 w 7153251"/>
              <a:gd name="connsiteY5" fmla="*/ 2152697 h 6858850"/>
              <a:gd name="connsiteX6" fmla="*/ 7153252 w 7153251"/>
              <a:gd name="connsiteY6" fmla="*/ 6858851 h 6858850"/>
              <a:gd name="connsiteX7" fmla="*/ 0 w 7153251"/>
              <a:gd name="connsiteY7" fmla="*/ 6858851 h 6858850"/>
              <a:gd name="connsiteX8" fmla="*/ 2912523 w 7153251"/>
              <a:gd name="connsiteY8" fmla="*/ 2152697 h 6858850"/>
              <a:gd name="connsiteX9" fmla="*/ 2721928 w 7153251"/>
              <a:gd name="connsiteY9" fmla="*/ 1956147 h 685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153251" h="6858850">
                <a:moveTo>
                  <a:pt x="2721928" y="1956147"/>
                </a:moveTo>
                <a:lnTo>
                  <a:pt x="1705140" y="1956147"/>
                </a:lnTo>
                <a:lnTo>
                  <a:pt x="3577051" y="0"/>
                </a:lnTo>
                <a:lnTo>
                  <a:pt x="5448111" y="1956147"/>
                </a:lnTo>
                <a:lnTo>
                  <a:pt x="4431323" y="1956147"/>
                </a:lnTo>
                <a:cubicBezTo>
                  <a:pt x="4324114" y="1956147"/>
                  <a:pt x="4237325" y="2045488"/>
                  <a:pt x="4240729" y="2152697"/>
                </a:cubicBezTo>
                <a:cubicBezTo>
                  <a:pt x="4268808" y="3066530"/>
                  <a:pt x="4543638" y="6858851"/>
                  <a:pt x="7153252" y="6858851"/>
                </a:cubicBezTo>
                <a:lnTo>
                  <a:pt x="0" y="6858851"/>
                </a:lnTo>
                <a:cubicBezTo>
                  <a:pt x="2609614" y="6858851"/>
                  <a:pt x="2884444" y="3067381"/>
                  <a:pt x="2912523" y="2152697"/>
                </a:cubicBezTo>
                <a:cubicBezTo>
                  <a:pt x="2915927" y="2045488"/>
                  <a:pt x="2829989" y="1956147"/>
                  <a:pt x="2721928" y="1956147"/>
                </a:cubicBezTo>
                <a:close/>
              </a:path>
            </a:pathLst>
          </a:custGeom>
          <a:solidFill>
            <a:schemeClr val="accent2"/>
          </a:solidFill>
          <a:ln w="1587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247015" hangingPunct="0"/>
            <a:endParaRPr lang="zh-CN" altLang="en-US" sz="600" b="1" kern="0" dirty="0">
              <a:solidFill>
                <a:srgbClr val="FFFFFF"/>
              </a:solidFill>
              <a:latin typeface="Manrope SemiBold" charset="0"/>
              <a:ea typeface="Manrope SemiBold" charset="0"/>
              <a:cs typeface="Manrope SemiBold" charset="0"/>
              <a:sym typeface="Manrope SemiBold" charset="0"/>
            </a:endParaRPr>
          </a:p>
        </p:txBody>
      </p:sp>
      <p:sp>
        <p:nvSpPr>
          <p:cNvPr id="11" name="椭圆 98"/>
          <p:cNvSpPr/>
          <p:nvPr>
            <p:custDataLst>
              <p:tags r:id="rId9"/>
            </p:custDataLst>
          </p:nvPr>
        </p:nvSpPr>
        <p:spPr>
          <a:xfrm>
            <a:off x="8777302" y="1871868"/>
            <a:ext cx="1976130" cy="1976130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12" name="弧形 99"/>
          <p:cNvSpPr/>
          <p:nvPr>
            <p:custDataLst>
              <p:tags r:id="rId10"/>
            </p:custDataLst>
          </p:nvPr>
        </p:nvSpPr>
        <p:spPr>
          <a:xfrm>
            <a:off x="8626218" y="1720783"/>
            <a:ext cx="2278296" cy="2278296"/>
          </a:xfrm>
          <a:prstGeom prst="arc">
            <a:avLst>
              <a:gd name="adj1" fmla="val 6709212"/>
              <a:gd name="adj2" fmla="val 4107355"/>
            </a:avLst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  <a:headEnd type="oval"/>
            <a:tailEnd type="oval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13" name="椭圆 100"/>
          <p:cNvSpPr/>
          <p:nvPr>
            <p:custDataLst>
              <p:tags r:id="rId11"/>
            </p:custDataLst>
          </p:nvPr>
        </p:nvSpPr>
        <p:spPr>
          <a:xfrm>
            <a:off x="9128839" y="2223405"/>
            <a:ext cx="1273054" cy="127305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14" name="Oval 1"/>
          <p:cNvSpPr/>
          <p:nvPr/>
        </p:nvSpPr>
        <p:spPr>
          <a:xfrm>
            <a:off x="2240449" y="2589759"/>
            <a:ext cx="399317" cy="540345"/>
          </a:xfrm>
          <a:custGeom>
            <a:avLst/>
            <a:gdLst>
              <a:gd name="T0" fmla="*/ 8000 w 9066"/>
              <a:gd name="T1" fmla="*/ 12266 h 12266"/>
              <a:gd name="T2" fmla="*/ 1066 w 9066"/>
              <a:gd name="T3" fmla="*/ 12266 h 12266"/>
              <a:gd name="T4" fmla="*/ 0 w 9066"/>
              <a:gd name="T5" fmla="*/ 11200 h 12266"/>
              <a:gd name="T6" fmla="*/ 0 w 9066"/>
              <a:gd name="T7" fmla="*/ 1066 h 12266"/>
              <a:gd name="T8" fmla="*/ 1066 w 9066"/>
              <a:gd name="T9" fmla="*/ 0 h 12266"/>
              <a:gd name="T10" fmla="*/ 6133 w 9066"/>
              <a:gd name="T11" fmla="*/ 0 h 12266"/>
              <a:gd name="T12" fmla="*/ 6340 w 9066"/>
              <a:gd name="T13" fmla="*/ 105 h 12266"/>
              <a:gd name="T14" fmla="*/ 8961 w 9066"/>
              <a:gd name="T15" fmla="*/ 2726 h 12266"/>
              <a:gd name="T16" fmla="*/ 9066 w 9066"/>
              <a:gd name="T17" fmla="*/ 2933 h 12266"/>
              <a:gd name="T18" fmla="*/ 9066 w 9066"/>
              <a:gd name="T19" fmla="*/ 11200 h 12266"/>
              <a:gd name="T20" fmla="*/ 8000 w 9066"/>
              <a:gd name="T21" fmla="*/ 12266 h 12266"/>
              <a:gd name="T22" fmla="*/ 6400 w 9066"/>
              <a:gd name="T23" fmla="*/ 901 h 12266"/>
              <a:gd name="T24" fmla="*/ 6400 w 9066"/>
              <a:gd name="T25" fmla="*/ 2666 h 12266"/>
              <a:gd name="T26" fmla="*/ 8165 w 9066"/>
              <a:gd name="T27" fmla="*/ 2666 h 12266"/>
              <a:gd name="T28" fmla="*/ 6400 w 9066"/>
              <a:gd name="T29" fmla="*/ 901 h 12266"/>
              <a:gd name="T30" fmla="*/ 8533 w 9066"/>
              <a:gd name="T31" fmla="*/ 3200 h 12266"/>
              <a:gd name="T32" fmla="*/ 6133 w 9066"/>
              <a:gd name="T33" fmla="*/ 3200 h 12266"/>
              <a:gd name="T34" fmla="*/ 5866 w 9066"/>
              <a:gd name="T35" fmla="*/ 2933 h 12266"/>
              <a:gd name="T36" fmla="*/ 5866 w 9066"/>
              <a:gd name="T37" fmla="*/ 533 h 12266"/>
              <a:gd name="T38" fmla="*/ 1066 w 9066"/>
              <a:gd name="T39" fmla="*/ 533 h 12266"/>
              <a:gd name="T40" fmla="*/ 533 w 9066"/>
              <a:gd name="T41" fmla="*/ 1066 h 12266"/>
              <a:gd name="T42" fmla="*/ 533 w 9066"/>
              <a:gd name="T43" fmla="*/ 11200 h 12266"/>
              <a:gd name="T44" fmla="*/ 1066 w 9066"/>
              <a:gd name="T45" fmla="*/ 11733 h 12266"/>
              <a:gd name="T46" fmla="*/ 8000 w 9066"/>
              <a:gd name="T47" fmla="*/ 11733 h 12266"/>
              <a:gd name="T48" fmla="*/ 8533 w 9066"/>
              <a:gd name="T49" fmla="*/ 11200 h 12266"/>
              <a:gd name="T50" fmla="*/ 8533 w 9066"/>
              <a:gd name="T51" fmla="*/ 3200 h 12266"/>
              <a:gd name="T52" fmla="*/ 6933 w 9066"/>
              <a:gd name="T53" fmla="*/ 10133 h 12266"/>
              <a:gd name="T54" fmla="*/ 2133 w 9066"/>
              <a:gd name="T55" fmla="*/ 10133 h 12266"/>
              <a:gd name="T56" fmla="*/ 1866 w 9066"/>
              <a:gd name="T57" fmla="*/ 9866 h 12266"/>
              <a:gd name="T58" fmla="*/ 2133 w 9066"/>
              <a:gd name="T59" fmla="*/ 9600 h 12266"/>
              <a:gd name="T60" fmla="*/ 6933 w 9066"/>
              <a:gd name="T61" fmla="*/ 9600 h 12266"/>
              <a:gd name="T62" fmla="*/ 7200 w 9066"/>
              <a:gd name="T63" fmla="*/ 9866 h 12266"/>
              <a:gd name="T64" fmla="*/ 6933 w 9066"/>
              <a:gd name="T65" fmla="*/ 10133 h 12266"/>
              <a:gd name="T66" fmla="*/ 6933 w 9066"/>
              <a:gd name="T67" fmla="*/ 8000 h 12266"/>
              <a:gd name="T68" fmla="*/ 2133 w 9066"/>
              <a:gd name="T69" fmla="*/ 8000 h 12266"/>
              <a:gd name="T70" fmla="*/ 1866 w 9066"/>
              <a:gd name="T71" fmla="*/ 7733 h 12266"/>
              <a:gd name="T72" fmla="*/ 2133 w 9066"/>
              <a:gd name="T73" fmla="*/ 7466 h 12266"/>
              <a:gd name="T74" fmla="*/ 6933 w 9066"/>
              <a:gd name="T75" fmla="*/ 7466 h 12266"/>
              <a:gd name="T76" fmla="*/ 7200 w 9066"/>
              <a:gd name="T77" fmla="*/ 7733 h 12266"/>
              <a:gd name="T78" fmla="*/ 6933 w 9066"/>
              <a:gd name="T79" fmla="*/ 8000 h 12266"/>
              <a:gd name="T80" fmla="*/ 6933 w 9066"/>
              <a:gd name="T81" fmla="*/ 5866 h 12266"/>
              <a:gd name="T82" fmla="*/ 2133 w 9066"/>
              <a:gd name="T83" fmla="*/ 5866 h 12266"/>
              <a:gd name="T84" fmla="*/ 1866 w 9066"/>
              <a:gd name="T85" fmla="*/ 5600 h 12266"/>
              <a:gd name="T86" fmla="*/ 2133 w 9066"/>
              <a:gd name="T87" fmla="*/ 5333 h 12266"/>
              <a:gd name="T88" fmla="*/ 6933 w 9066"/>
              <a:gd name="T89" fmla="*/ 5333 h 12266"/>
              <a:gd name="T90" fmla="*/ 7200 w 9066"/>
              <a:gd name="T91" fmla="*/ 5600 h 12266"/>
              <a:gd name="T92" fmla="*/ 6933 w 9066"/>
              <a:gd name="T93" fmla="*/ 5866 h 12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9066" h="12266">
                <a:moveTo>
                  <a:pt x="8000" y="12266"/>
                </a:moveTo>
                <a:lnTo>
                  <a:pt x="1066" y="12266"/>
                </a:lnTo>
                <a:cubicBezTo>
                  <a:pt x="477" y="12266"/>
                  <a:pt x="0" y="11789"/>
                  <a:pt x="0" y="11200"/>
                </a:cubicBezTo>
                <a:lnTo>
                  <a:pt x="0" y="1066"/>
                </a:lnTo>
                <a:cubicBezTo>
                  <a:pt x="0" y="477"/>
                  <a:pt x="477" y="0"/>
                  <a:pt x="1066" y="0"/>
                </a:cubicBezTo>
                <a:lnTo>
                  <a:pt x="6133" y="0"/>
                </a:lnTo>
                <a:cubicBezTo>
                  <a:pt x="6218" y="0"/>
                  <a:pt x="6291" y="43"/>
                  <a:pt x="6340" y="105"/>
                </a:cubicBezTo>
                <a:lnTo>
                  <a:pt x="8961" y="2726"/>
                </a:lnTo>
                <a:cubicBezTo>
                  <a:pt x="9026" y="2775"/>
                  <a:pt x="9065" y="2851"/>
                  <a:pt x="9066" y="2933"/>
                </a:cubicBezTo>
                <a:lnTo>
                  <a:pt x="9066" y="11200"/>
                </a:lnTo>
                <a:cubicBezTo>
                  <a:pt x="9066" y="11789"/>
                  <a:pt x="8589" y="12266"/>
                  <a:pt x="8000" y="12266"/>
                </a:cubicBezTo>
                <a:close/>
                <a:moveTo>
                  <a:pt x="6400" y="901"/>
                </a:moveTo>
                <a:lnTo>
                  <a:pt x="6400" y="2666"/>
                </a:lnTo>
                <a:lnTo>
                  <a:pt x="8165" y="2666"/>
                </a:lnTo>
                <a:lnTo>
                  <a:pt x="6400" y="901"/>
                </a:lnTo>
                <a:close/>
                <a:moveTo>
                  <a:pt x="8533" y="3200"/>
                </a:moveTo>
                <a:lnTo>
                  <a:pt x="6133" y="3200"/>
                </a:lnTo>
                <a:cubicBezTo>
                  <a:pt x="5986" y="3200"/>
                  <a:pt x="5866" y="3080"/>
                  <a:pt x="5866" y="2933"/>
                </a:cubicBezTo>
                <a:lnTo>
                  <a:pt x="5866" y="533"/>
                </a:lnTo>
                <a:lnTo>
                  <a:pt x="1066" y="533"/>
                </a:lnTo>
                <a:cubicBezTo>
                  <a:pt x="772" y="533"/>
                  <a:pt x="533" y="772"/>
                  <a:pt x="533" y="1066"/>
                </a:cubicBezTo>
                <a:lnTo>
                  <a:pt x="533" y="11200"/>
                </a:lnTo>
                <a:cubicBezTo>
                  <a:pt x="533" y="11494"/>
                  <a:pt x="772" y="11733"/>
                  <a:pt x="1066" y="11733"/>
                </a:cubicBezTo>
                <a:lnTo>
                  <a:pt x="8000" y="11733"/>
                </a:lnTo>
                <a:cubicBezTo>
                  <a:pt x="8294" y="11733"/>
                  <a:pt x="8533" y="11494"/>
                  <a:pt x="8533" y="11200"/>
                </a:cubicBezTo>
                <a:lnTo>
                  <a:pt x="8533" y="3200"/>
                </a:lnTo>
                <a:close/>
                <a:moveTo>
                  <a:pt x="6933" y="10133"/>
                </a:moveTo>
                <a:lnTo>
                  <a:pt x="2133" y="10133"/>
                </a:lnTo>
                <a:cubicBezTo>
                  <a:pt x="1986" y="10133"/>
                  <a:pt x="1866" y="10014"/>
                  <a:pt x="1866" y="9866"/>
                </a:cubicBezTo>
                <a:cubicBezTo>
                  <a:pt x="1866" y="9719"/>
                  <a:pt x="1986" y="9600"/>
                  <a:pt x="2133" y="9600"/>
                </a:cubicBezTo>
                <a:lnTo>
                  <a:pt x="6933" y="9600"/>
                </a:lnTo>
                <a:cubicBezTo>
                  <a:pt x="7080" y="9600"/>
                  <a:pt x="7200" y="9719"/>
                  <a:pt x="7200" y="9866"/>
                </a:cubicBezTo>
                <a:cubicBezTo>
                  <a:pt x="7200" y="10014"/>
                  <a:pt x="7080" y="10133"/>
                  <a:pt x="6933" y="10133"/>
                </a:cubicBezTo>
                <a:close/>
                <a:moveTo>
                  <a:pt x="6933" y="8000"/>
                </a:moveTo>
                <a:lnTo>
                  <a:pt x="2133" y="8000"/>
                </a:lnTo>
                <a:cubicBezTo>
                  <a:pt x="1986" y="8000"/>
                  <a:pt x="1866" y="7880"/>
                  <a:pt x="1866" y="7733"/>
                </a:cubicBezTo>
                <a:cubicBezTo>
                  <a:pt x="1866" y="7586"/>
                  <a:pt x="1986" y="7466"/>
                  <a:pt x="2133" y="7466"/>
                </a:cubicBezTo>
                <a:lnTo>
                  <a:pt x="6933" y="7466"/>
                </a:lnTo>
                <a:cubicBezTo>
                  <a:pt x="7080" y="7466"/>
                  <a:pt x="7200" y="7586"/>
                  <a:pt x="7200" y="7733"/>
                </a:cubicBezTo>
                <a:cubicBezTo>
                  <a:pt x="7200" y="7880"/>
                  <a:pt x="7080" y="8000"/>
                  <a:pt x="6933" y="8000"/>
                </a:cubicBezTo>
                <a:close/>
                <a:moveTo>
                  <a:pt x="6933" y="5866"/>
                </a:moveTo>
                <a:lnTo>
                  <a:pt x="2133" y="5866"/>
                </a:lnTo>
                <a:cubicBezTo>
                  <a:pt x="1986" y="5866"/>
                  <a:pt x="1866" y="5747"/>
                  <a:pt x="1866" y="5600"/>
                </a:cubicBezTo>
                <a:cubicBezTo>
                  <a:pt x="1866" y="5452"/>
                  <a:pt x="1986" y="5333"/>
                  <a:pt x="2133" y="5333"/>
                </a:cubicBezTo>
                <a:lnTo>
                  <a:pt x="6933" y="5333"/>
                </a:lnTo>
                <a:cubicBezTo>
                  <a:pt x="7080" y="5333"/>
                  <a:pt x="7200" y="5452"/>
                  <a:pt x="7200" y="5600"/>
                </a:cubicBezTo>
                <a:cubicBezTo>
                  <a:pt x="7200" y="5747"/>
                  <a:pt x="7080" y="5866"/>
                  <a:pt x="6933" y="58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5" name="Oval 39"/>
          <p:cNvSpPr/>
          <p:nvPr/>
        </p:nvSpPr>
        <p:spPr>
          <a:xfrm>
            <a:off x="5846661" y="2589759"/>
            <a:ext cx="498677" cy="540345"/>
          </a:xfrm>
          <a:custGeom>
            <a:avLst/>
            <a:gdLst>
              <a:gd name="connsiteX0" fmla="*/ 154890 w 559936"/>
              <a:gd name="connsiteY0" fmla="*/ 511529 h 606722"/>
              <a:gd name="connsiteX1" fmla="*/ 298349 w 559936"/>
              <a:gd name="connsiteY1" fmla="*/ 511529 h 606722"/>
              <a:gd name="connsiteX2" fmla="*/ 310275 w 559936"/>
              <a:gd name="connsiteY2" fmla="*/ 523455 h 606722"/>
              <a:gd name="connsiteX3" fmla="*/ 298349 w 559936"/>
              <a:gd name="connsiteY3" fmla="*/ 535380 h 606722"/>
              <a:gd name="connsiteX4" fmla="*/ 154890 w 559936"/>
              <a:gd name="connsiteY4" fmla="*/ 535380 h 606722"/>
              <a:gd name="connsiteX5" fmla="*/ 142965 w 559936"/>
              <a:gd name="connsiteY5" fmla="*/ 523455 h 606722"/>
              <a:gd name="connsiteX6" fmla="*/ 154890 w 559936"/>
              <a:gd name="connsiteY6" fmla="*/ 511529 h 606722"/>
              <a:gd name="connsiteX7" fmla="*/ 393124 w 559936"/>
              <a:gd name="connsiteY7" fmla="*/ 487725 h 606722"/>
              <a:gd name="connsiteX8" fmla="*/ 393124 w 559936"/>
              <a:gd name="connsiteY8" fmla="*/ 511552 h 606722"/>
              <a:gd name="connsiteX9" fmla="*/ 536080 w 559936"/>
              <a:gd name="connsiteY9" fmla="*/ 511552 h 606722"/>
              <a:gd name="connsiteX10" fmla="*/ 536080 w 559936"/>
              <a:gd name="connsiteY10" fmla="*/ 487725 h 606722"/>
              <a:gd name="connsiteX11" fmla="*/ 83397 w 559936"/>
              <a:gd name="connsiteY11" fmla="*/ 487724 h 606722"/>
              <a:gd name="connsiteX12" fmla="*/ 71470 w 559936"/>
              <a:gd name="connsiteY12" fmla="*/ 499633 h 606722"/>
              <a:gd name="connsiteX13" fmla="*/ 83397 w 559936"/>
              <a:gd name="connsiteY13" fmla="*/ 511541 h 606722"/>
              <a:gd name="connsiteX14" fmla="*/ 95323 w 559936"/>
              <a:gd name="connsiteY14" fmla="*/ 499633 h 606722"/>
              <a:gd name="connsiteX15" fmla="*/ 83397 w 559936"/>
              <a:gd name="connsiteY15" fmla="*/ 487724 h 606722"/>
              <a:gd name="connsiteX16" fmla="*/ 381196 w 559936"/>
              <a:gd name="connsiteY16" fmla="*/ 463897 h 606722"/>
              <a:gd name="connsiteX17" fmla="*/ 548008 w 559936"/>
              <a:gd name="connsiteY17" fmla="*/ 463897 h 606722"/>
              <a:gd name="connsiteX18" fmla="*/ 559936 w 559936"/>
              <a:gd name="connsiteY18" fmla="*/ 475811 h 606722"/>
              <a:gd name="connsiteX19" fmla="*/ 559936 w 559936"/>
              <a:gd name="connsiteY19" fmla="*/ 523466 h 606722"/>
              <a:gd name="connsiteX20" fmla="*/ 548008 w 559936"/>
              <a:gd name="connsiteY20" fmla="*/ 535380 h 606722"/>
              <a:gd name="connsiteX21" fmla="*/ 381196 w 559936"/>
              <a:gd name="connsiteY21" fmla="*/ 535380 h 606722"/>
              <a:gd name="connsiteX22" fmla="*/ 369268 w 559936"/>
              <a:gd name="connsiteY22" fmla="*/ 523466 h 606722"/>
              <a:gd name="connsiteX23" fmla="*/ 369268 w 559936"/>
              <a:gd name="connsiteY23" fmla="*/ 475811 h 606722"/>
              <a:gd name="connsiteX24" fmla="*/ 381196 w 559936"/>
              <a:gd name="connsiteY24" fmla="*/ 463897 h 606722"/>
              <a:gd name="connsiteX25" fmla="*/ 154890 w 559936"/>
              <a:gd name="connsiteY25" fmla="*/ 452113 h 606722"/>
              <a:gd name="connsiteX26" fmla="*/ 298349 w 559936"/>
              <a:gd name="connsiteY26" fmla="*/ 452113 h 606722"/>
              <a:gd name="connsiteX27" fmla="*/ 310275 w 559936"/>
              <a:gd name="connsiteY27" fmla="*/ 463924 h 606722"/>
              <a:gd name="connsiteX28" fmla="*/ 298349 w 559936"/>
              <a:gd name="connsiteY28" fmla="*/ 475823 h 606722"/>
              <a:gd name="connsiteX29" fmla="*/ 154890 w 559936"/>
              <a:gd name="connsiteY29" fmla="*/ 475823 h 606722"/>
              <a:gd name="connsiteX30" fmla="*/ 142965 w 559936"/>
              <a:gd name="connsiteY30" fmla="*/ 463924 h 606722"/>
              <a:gd name="connsiteX31" fmla="*/ 154890 w 559936"/>
              <a:gd name="connsiteY31" fmla="*/ 452113 h 606722"/>
              <a:gd name="connsiteX32" fmla="*/ 357327 w 559936"/>
              <a:gd name="connsiteY32" fmla="*/ 392556 h 606722"/>
              <a:gd name="connsiteX33" fmla="*/ 416968 w 559936"/>
              <a:gd name="connsiteY33" fmla="*/ 392556 h 606722"/>
              <a:gd name="connsiteX34" fmla="*/ 428896 w 559936"/>
              <a:gd name="connsiteY34" fmla="*/ 404447 h 606722"/>
              <a:gd name="connsiteX35" fmla="*/ 416968 w 559936"/>
              <a:gd name="connsiteY35" fmla="*/ 416337 h 606722"/>
              <a:gd name="connsiteX36" fmla="*/ 357327 w 559936"/>
              <a:gd name="connsiteY36" fmla="*/ 416337 h 606722"/>
              <a:gd name="connsiteX37" fmla="*/ 345488 w 559936"/>
              <a:gd name="connsiteY37" fmla="*/ 404447 h 606722"/>
              <a:gd name="connsiteX38" fmla="*/ 357327 w 559936"/>
              <a:gd name="connsiteY38" fmla="*/ 392556 h 606722"/>
              <a:gd name="connsiteX39" fmla="*/ 154890 w 559936"/>
              <a:gd name="connsiteY39" fmla="*/ 392556 h 606722"/>
              <a:gd name="connsiteX40" fmla="*/ 298349 w 559936"/>
              <a:gd name="connsiteY40" fmla="*/ 392556 h 606722"/>
              <a:gd name="connsiteX41" fmla="*/ 310275 w 559936"/>
              <a:gd name="connsiteY41" fmla="*/ 404447 h 606722"/>
              <a:gd name="connsiteX42" fmla="*/ 298349 w 559936"/>
              <a:gd name="connsiteY42" fmla="*/ 416337 h 606722"/>
              <a:gd name="connsiteX43" fmla="*/ 154890 w 559936"/>
              <a:gd name="connsiteY43" fmla="*/ 416337 h 606722"/>
              <a:gd name="connsiteX44" fmla="*/ 142965 w 559936"/>
              <a:gd name="connsiteY44" fmla="*/ 404447 h 606722"/>
              <a:gd name="connsiteX45" fmla="*/ 154890 w 559936"/>
              <a:gd name="connsiteY45" fmla="*/ 392556 h 606722"/>
              <a:gd name="connsiteX46" fmla="*/ 83397 w 559936"/>
              <a:gd name="connsiteY46" fmla="*/ 356906 h 606722"/>
              <a:gd name="connsiteX47" fmla="*/ 71470 w 559936"/>
              <a:gd name="connsiteY47" fmla="*/ 368814 h 606722"/>
              <a:gd name="connsiteX48" fmla="*/ 83397 w 559936"/>
              <a:gd name="connsiteY48" fmla="*/ 380634 h 606722"/>
              <a:gd name="connsiteX49" fmla="*/ 95323 w 559936"/>
              <a:gd name="connsiteY49" fmla="*/ 368814 h 606722"/>
              <a:gd name="connsiteX50" fmla="*/ 83397 w 559936"/>
              <a:gd name="connsiteY50" fmla="*/ 356906 h 606722"/>
              <a:gd name="connsiteX51" fmla="*/ 357327 w 559936"/>
              <a:gd name="connsiteY51" fmla="*/ 333069 h 606722"/>
              <a:gd name="connsiteX52" fmla="*/ 416968 w 559936"/>
              <a:gd name="connsiteY52" fmla="*/ 333069 h 606722"/>
              <a:gd name="connsiteX53" fmla="*/ 428896 w 559936"/>
              <a:gd name="connsiteY53" fmla="*/ 344995 h 606722"/>
              <a:gd name="connsiteX54" fmla="*/ 416968 w 559936"/>
              <a:gd name="connsiteY54" fmla="*/ 356920 h 606722"/>
              <a:gd name="connsiteX55" fmla="*/ 357327 w 559936"/>
              <a:gd name="connsiteY55" fmla="*/ 356920 h 606722"/>
              <a:gd name="connsiteX56" fmla="*/ 345488 w 559936"/>
              <a:gd name="connsiteY56" fmla="*/ 344995 h 606722"/>
              <a:gd name="connsiteX57" fmla="*/ 357327 w 559936"/>
              <a:gd name="connsiteY57" fmla="*/ 333069 h 606722"/>
              <a:gd name="connsiteX58" fmla="*/ 154890 w 559936"/>
              <a:gd name="connsiteY58" fmla="*/ 333069 h 606722"/>
              <a:gd name="connsiteX59" fmla="*/ 298349 w 559936"/>
              <a:gd name="connsiteY59" fmla="*/ 333069 h 606722"/>
              <a:gd name="connsiteX60" fmla="*/ 310275 w 559936"/>
              <a:gd name="connsiteY60" fmla="*/ 344995 h 606722"/>
              <a:gd name="connsiteX61" fmla="*/ 298349 w 559936"/>
              <a:gd name="connsiteY61" fmla="*/ 356920 h 606722"/>
              <a:gd name="connsiteX62" fmla="*/ 154890 w 559936"/>
              <a:gd name="connsiteY62" fmla="*/ 356920 h 606722"/>
              <a:gd name="connsiteX63" fmla="*/ 142965 w 559936"/>
              <a:gd name="connsiteY63" fmla="*/ 344995 h 606722"/>
              <a:gd name="connsiteX64" fmla="*/ 154890 w 559936"/>
              <a:gd name="connsiteY64" fmla="*/ 333069 h 606722"/>
              <a:gd name="connsiteX65" fmla="*/ 357327 w 559936"/>
              <a:gd name="connsiteY65" fmla="*/ 273653 h 606722"/>
              <a:gd name="connsiteX66" fmla="*/ 416968 w 559936"/>
              <a:gd name="connsiteY66" fmla="*/ 273653 h 606722"/>
              <a:gd name="connsiteX67" fmla="*/ 428896 w 559936"/>
              <a:gd name="connsiteY67" fmla="*/ 285552 h 606722"/>
              <a:gd name="connsiteX68" fmla="*/ 416968 w 559936"/>
              <a:gd name="connsiteY68" fmla="*/ 297363 h 606722"/>
              <a:gd name="connsiteX69" fmla="*/ 357327 w 559936"/>
              <a:gd name="connsiteY69" fmla="*/ 297363 h 606722"/>
              <a:gd name="connsiteX70" fmla="*/ 345488 w 559936"/>
              <a:gd name="connsiteY70" fmla="*/ 285552 h 606722"/>
              <a:gd name="connsiteX71" fmla="*/ 357327 w 559936"/>
              <a:gd name="connsiteY71" fmla="*/ 273653 h 606722"/>
              <a:gd name="connsiteX72" fmla="*/ 154890 w 559936"/>
              <a:gd name="connsiteY72" fmla="*/ 273653 h 606722"/>
              <a:gd name="connsiteX73" fmla="*/ 298349 w 559936"/>
              <a:gd name="connsiteY73" fmla="*/ 273653 h 606722"/>
              <a:gd name="connsiteX74" fmla="*/ 310275 w 559936"/>
              <a:gd name="connsiteY74" fmla="*/ 285552 h 606722"/>
              <a:gd name="connsiteX75" fmla="*/ 298349 w 559936"/>
              <a:gd name="connsiteY75" fmla="*/ 297363 h 606722"/>
              <a:gd name="connsiteX76" fmla="*/ 154890 w 559936"/>
              <a:gd name="connsiteY76" fmla="*/ 297363 h 606722"/>
              <a:gd name="connsiteX77" fmla="*/ 142965 w 559936"/>
              <a:gd name="connsiteY77" fmla="*/ 285552 h 606722"/>
              <a:gd name="connsiteX78" fmla="*/ 154890 w 559936"/>
              <a:gd name="connsiteY78" fmla="*/ 273653 h 606722"/>
              <a:gd name="connsiteX79" fmla="*/ 83397 w 559936"/>
              <a:gd name="connsiteY79" fmla="*/ 225999 h 606722"/>
              <a:gd name="connsiteX80" fmla="*/ 71470 w 559936"/>
              <a:gd name="connsiteY80" fmla="*/ 237908 h 606722"/>
              <a:gd name="connsiteX81" fmla="*/ 83397 w 559936"/>
              <a:gd name="connsiteY81" fmla="*/ 249816 h 606722"/>
              <a:gd name="connsiteX82" fmla="*/ 95323 w 559936"/>
              <a:gd name="connsiteY82" fmla="*/ 237908 h 606722"/>
              <a:gd name="connsiteX83" fmla="*/ 83397 w 559936"/>
              <a:gd name="connsiteY83" fmla="*/ 225999 h 606722"/>
              <a:gd name="connsiteX84" fmla="*/ 357327 w 559936"/>
              <a:gd name="connsiteY84" fmla="*/ 214096 h 606722"/>
              <a:gd name="connsiteX85" fmla="*/ 416968 w 559936"/>
              <a:gd name="connsiteY85" fmla="*/ 214096 h 606722"/>
              <a:gd name="connsiteX86" fmla="*/ 428896 w 559936"/>
              <a:gd name="connsiteY86" fmla="*/ 226021 h 606722"/>
              <a:gd name="connsiteX87" fmla="*/ 416968 w 559936"/>
              <a:gd name="connsiteY87" fmla="*/ 237947 h 606722"/>
              <a:gd name="connsiteX88" fmla="*/ 357327 w 559936"/>
              <a:gd name="connsiteY88" fmla="*/ 237947 h 606722"/>
              <a:gd name="connsiteX89" fmla="*/ 345488 w 559936"/>
              <a:gd name="connsiteY89" fmla="*/ 226021 h 606722"/>
              <a:gd name="connsiteX90" fmla="*/ 357327 w 559936"/>
              <a:gd name="connsiteY90" fmla="*/ 214096 h 606722"/>
              <a:gd name="connsiteX91" fmla="*/ 154890 w 559936"/>
              <a:gd name="connsiteY91" fmla="*/ 214096 h 606722"/>
              <a:gd name="connsiteX92" fmla="*/ 298349 w 559936"/>
              <a:gd name="connsiteY92" fmla="*/ 214096 h 606722"/>
              <a:gd name="connsiteX93" fmla="*/ 310275 w 559936"/>
              <a:gd name="connsiteY93" fmla="*/ 226021 h 606722"/>
              <a:gd name="connsiteX94" fmla="*/ 298349 w 559936"/>
              <a:gd name="connsiteY94" fmla="*/ 237947 h 606722"/>
              <a:gd name="connsiteX95" fmla="*/ 154890 w 559936"/>
              <a:gd name="connsiteY95" fmla="*/ 237947 h 606722"/>
              <a:gd name="connsiteX96" fmla="*/ 142965 w 559936"/>
              <a:gd name="connsiteY96" fmla="*/ 226021 h 606722"/>
              <a:gd name="connsiteX97" fmla="*/ 154890 w 559936"/>
              <a:gd name="connsiteY97" fmla="*/ 214096 h 606722"/>
              <a:gd name="connsiteX98" fmla="*/ 357327 w 559936"/>
              <a:gd name="connsiteY98" fmla="*/ 154609 h 606722"/>
              <a:gd name="connsiteX99" fmla="*/ 416968 w 559936"/>
              <a:gd name="connsiteY99" fmla="*/ 154609 h 606722"/>
              <a:gd name="connsiteX100" fmla="*/ 428896 w 559936"/>
              <a:gd name="connsiteY100" fmla="*/ 166535 h 606722"/>
              <a:gd name="connsiteX101" fmla="*/ 416968 w 559936"/>
              <a:gd name="connsiteY101" fmla="*/ 178460 h 606722"/>
              <a:gd name="connsiteX102" fmla="*/ 357327 w 559936"/>
              <a:gd name="connsiteY102" fmla="*/ 178460 h 606722"/>
              <a:gd name="connsiteX103" fmla="*/ 345488 w 559936"/>
              <a:gd name="connsiteY103" fmla="*/ 166535 h 606722"/>
              <a:gd name="connsiteX104" fmla="*/ 357327 w 559936"/>
              <a:gd name="connsiteY104" fmla="*/ 154609 h 606722"/>
              <a:gd name="connsiteX105" fmla="*/ 154890 w 559936"/>
              <a:gd name="connsiteY105" fmla="*/ 154609 h 606722"/>
              <a:gd name="connsiteX106" fmla="*/ 298349 w 559936"/>
              <a:gd name="connsiteY106" fmla="*/ 154609 h 606722"/>
              <a:gd name="connsiteX107" fmla="*/ 310275 w 559936"/>
              <a:gd name="connsiteY107" fmla="*/ 166535 h 606722"/>
              <a:gd name="connsiteX108" fmla="*/ 298349 w 559936"/>
              <a:gd name="connsiteY108" fmla="*/ 178460 h 606722"/>
              <a:gd name="connsiteX109" fmla="*/ 154890 w 559936"/>
              <a:gd name="connsiteY109" fmla="*/ 178460 h 606722"/>
              <a:gd name="connsiteX110" fmla="*/ 142965 w 559936"/>
              <a:gd name="connsiteY110" fmla="*/ 166535 h 606722"/>
              <a:gd name="connsiteX111" fmla="*/ 154890 w 559936"/>
              <a:gd name="connsiteY111" fmla="*/ 154609 h 606722"/>
              <a:gd name="connsiteX112" fmla="*/ 357327 w 559936"/>
              <a:gd name="connsiteY112" fmla="*/ 95193 h 606722"/>
              <a:gd name="connsiteX113" fmla="*/ 416968 w 559936"/>
              <a:gd name="connsiteY113" fmla="*/ 95193 h 606722"/>
              <a:gd name="connsiteX114" fmla="*/ 428896 w 559936"/>
              <a:gd name="connsiteY114" fmla="*/ 107083 h 606722"/>
              <a:gd name="connsiteX115" fmla="*/ 416968 w 559936"/>
              <a:gd name="connsiteY115" fmla="*/ 118974 h 606722"/>
              <a:gd name="connsiteX116" fmla="*/ 357327 w 559936"/>
              <a:gd name="connsiteY116" fmla="*/ 118974 h 606722"/>
              <a:gd name="connsiteX117" fmla="*/ 345488 w 559936"/>
              <a:gd name="connsiteY117" fmla="*/ 107083 h 606722"/>
              <a:gd name="connsiteX118" fmla="*/ 357327 w 559936"/>
              <a:gd name="connsiteY118" fmla="*/ 95193 h 606722"/>
              <a:gd name="connsiteX119" fmla="*/ 154890 w 559936"/>
              <a:gd name="connsiteY119" fmla="*/ 95193 h 606722"/>
              <a:gd name="connsiteX120" fmla="*/ 298349 w 559936"/>
              <a:gd name="connsiteY120" fmla="*/ 95193 h 606722"/>
              <a:gd name="connsiteX121" fmla="*/ 310275 w 559936"/>
              <a:gd name="connsiteY121" fmla="*/ 107083 h 606722"/>
              <a:gd name="connsiteX122" fmla="*/ 298349 w 559936"/>
              <a:gd name="connsiteY122" fmla="*/ 118974 h 606722"/>
              <a:gd name="connsiteX123" fmla="*/ 154890 w 559936"/>
              <a:gd name="connsiteY123" fmla="*/ 118974 h 606722"/>
              <a:gd name="connsiteX124" fmla="*/ 142965 w 559936"/>
              <a:gd name="connsiteY124" fmla="*/ 107083 h 606722"/>
              <a:gd name="connsiteX125" fmla="*/ 154890 w 559936"/>
              <a:gd name="connsiteY125" fmla="*/ 95193 h 606722"/>
              <a:gd name="connsiteX126" fmla="*/ 83397 w 559936"/>
              <a:gd name="connsiteY126" fmla="*/ 95181 h 606722"/>
              <a:gd name="connsiteX127" fmla="*/ 71470 w 559936"/>
              <a:gd name="connsiteY127" fmla="*/ 107089 h 606722"/>
              <a:gd name="connsiteX128" fmla="*/ 83397 w 559936"/>
              <a:gd name="connsiteY128" fmla="*/ 118998 h 606722"/>
              <a:gd name="connsiteX129" fmla="*/ 95323 w 559936"/>
              <a:gd name="connsiteY129" fmla="*/ 107089 h 606722"/>
              <a:gd name="connsiteX130" fmla="*/ 83397 w 559936"/>
              <a:gd name="connsiteY130" fmla="*/ 95181 h 606722"/>
              <a:gd name="connsiteX131" fmla="*/ 71559 w 559936"/>
              <a:gd name="connsiteY131" fmla="*/ 0 h 606722"/>
              <a:gd name="connsiteX132" fmla="*/ 404969 w 559936"/>
              <a:gd name="connsiteY132" fmla="*/ 0 h 606722"/>
              <a:gd name="connsiteX133" fmla="*/ 476528 w 559936"/>
              <a:gd name="connsiteY133" fmla="*/ 71452 h 606722"/>
              <a:gd name="connsiteX134" fmla="*/ 476528 w 559936"/>
              <a:gd name="connsiteY134" fmla="*/ 390588 h 606722"/>
              <a:gd name="connsiteX135" fmla="*/ 464602 w 559936"/>
              <a:gd name="connsiteY135" fmla="*/ 402497 h 606722"/>
              <a:gd name="connsiteX136" fmla="*/ 452675 w 559936"/>
              <a:gd name="connsiteY136" fmla="*/ 390588 h 606722"/>
              <a:gd name="connsiteX137" fmla="*/ 452675 w 559936"/>
              <a:gd name="connsiteY137" fmla="*/ 71452 h 606722"/>
              <a:gd name="connsiteX138" fmla="*/ 404969 w 559936"/>
              <a:gd name="connsiteY138" fmla="*/ 23817 h 606722"/>
              <a:gd name="connsiteX139" fmla="*/ 71559 w 559936"/>
              <a:gd name="connsiteY139" fmla="*/ 23817 h 606722"/>
              <a:gd name="connsiteX140" fmla="*/ 23764 w 559936"/>
              <a:gd name="connsiteY140" fmla="*/ 71275 h 606722"/>
              <a:gd name="connsiteX141" fmla="*/ 23764 w 559936"/>
              <a:gd name="connsiteY141" fmla="*/ 95181 h 606722"/>
              <a:gd name="connsiteX142" fmla="*/ 49753 w 559936"/>
              <a:gd name="connsiteY142" fmla="*/ 95181 h 606722"/>
              <a:gd name="connsiteX143" fmla="*/ 83397 w 559936"/>
              <a:gd name="connsiteY143" fmla="*/ 71363 h 606722"/>
              <a:gd name="connsiteX144" fmla="*/ 119087 w 559936"/>
              <a:gd name="connsiteY144" fmla="*/ 107089 h 606722"/>
              <a:gd name="connsiteX145" fmla="*/ 83397 w 559936"/>
              <a:gd name="connsiteY145" fmla="*/ 142727 h 606722"/>
              <a:gd name="connsiteX146" fmla="*/ 49753 w 559936"/>
              <a:gd name="connsiteY146" fmla="*/ 118909 h 606722"/>
              <a:gd name="connsiteX147" fmla="*/ 23764 w 559936"/>
              <a:gd name="connsiteY147" fmla="*/ 118909 h 606722"/>
              <a:gd name="connsiteX148" fmla="*/ 23764 w 559936"/>
              <a:gd name="connsiteY148" fmla="*/ 225999 h 606722"/>
              <a:gd name="connsiteX149" fmla="*/ 49753 w 559936"/>
              <a:gd name="connsiteY149" fmla="*/ 225999 h 606722"/>
              <a:gd name="connsiteX150" fmla="*/ 83397 w 559936"/>
              <a:gd name="connsiteY150" fmla="*/ 202181 h 606722"/>
              <a:gd name="connsiteX151" fmla="*/ 119087 w 559936"/>
              <a:gd name="connsiteY151" fmla="*/ 237908 h 606722"/>
              <a:gd name="connsiteX152" fmla="*/ 83397 w 559936"/>
              <a:gd name="connsiteY152" fmla="*/ 273634 h 606722"/>
              <a:gd name="connsiteX153" fmla="*/ 49753 w 559936"/>
              <a:gd name="connsiteY153" fmla="*/ 249816 h 606722"/>
              <a:gd name="connsiteX154" fmla="*/ 23764 w 559936"/>
              <a:gd name="connsiteY154" fmla="*/ 249816 h 606722"/>
              <a:gd name="connsiteX155" fmla="*/ 23764 w 559936"/>
              <a:gd name="connsiteY155" fmla="*/ 356906 h 606722"/>
              <a:gd name="connsiteX156" fmla="*/ 49753 w 559936"/>
              <a:gd name="connsiteY156" fmla="*/ 356906 h 606722"/>
              <a:gd name="connsiteX157" fmla="*/ 83397 w 559936"/>
              <a:gd name="connsiteY157" fmla="*/ 333088 h 606722"/>
              <a:gd name="connsiteX158" fmla="*/ 119087 w 559936"/>
              <a:gd name="connsiteY158" fmla="*/ 368814 h 606722"/>
              <a:gd name="connsiteX159" fmla="*/ 83397 w 559936"/>
              <a:gd name="connsiteY159" fmla="*/ 404452 h 606722"/>
              <a:gd name="connsiteX160" fmla="*/ 49753 w 559936"/>
              <a:gd name="connsiteY160" fmla="*/ 380634 h 606722"/>
              <a:gd name="connsiteX161" fmla="*/ 23764 w 559936"/>
              <a:gd name="connsiteY161" fmla="*/ 380634 h 606722"/>
              <a:gd name="connsiteX162" fmla="*/ 23764 w 559936"/>
              <a:gd name="connsiteY162" fmla="*/ 487724 h 606722"/>
              <a:gd name="connsiteX163" fmla="*/ 49753 w 559936"/>
              <a:gd name="connsiteY163" fmla="*/ 487724 h 606722"/>
              <a:gd name="connsiteX164" fmla="*/ 83397 w 559936"/>
              <a:gd name="connsiteY164" fmla="*/ 463906 h 606722"/>
              <a:gd name="connsiteX165" fmla="*/ 119087 w 559936"/>
              <a:gd name="connsiteY165" fmla="*/ 499633 h 606722"/>
              <a:gd name="connsiteX166" fmla="*/ 83397 w 559936"/>
              <a:gd name="connsiteY166" fmla="*/ 535359 h 606722"/>
              <a:gd name="connsiteX167" fmla="*/ 49753 w 559936"/>
              <a:gd name="connsiteY167" fmla="*/ 511541 h 606722"/>
              <a:gd name="connsiteX168" fmla="*/ 23764 w 559936"/>
              <a:gd name="connsiteY168" fmla="*/ 511541 h 606722"/>
              <a:gd name="connsiteX169" fmla="*/ 23764 w 559936"/>
              <a:gd name="connsiteY169" fmla="*/ 535447 h 606722"/>
              <a:gd name="connsiteX170" fmla="*/ 71381 w 559936"/>
              <a:gd name="connsiteY170" fmla="*/ 582905 h 606722"/>
              <a:gd name="connsiteX171" fmla="*/ 321661 w 559936"/>
              <a:gd name="connsiteY171" fmla="*/ 582905 h 606722"/>
              <a:gd name="connsiteX172" fmla="*/ 333587 w 559936"/>
              <a:gd name="connsiteY172" fmla="*/ 594813 h 606722"/>
              <a:gd name="connsiteX173" fmla="*/ 321661 w 559936"/>
              <a:gd name="connsiteY173" fmla="*/ 606722 h 606722"/>
              <a:gd name="connsiteX174" fmla="*/ 71381 w 559936"/>
              <a:gd name="connsiteY174" fmla="*/ 606722 h 606722"/>
              <a:gd name="connsiteX175" fmla="*/ 0 w 559936"/>
              <a:gd name="connsiteY175" fmla="*/ 535447 h 606722"/>
              <a:gd name="connsiteX176" fmla="*/ 0 w 559936"/>
              <a:gd name="connsiteY176" fmla="*/ 71275 h 606722"/>
              <a:gd name="connsiteX177" fmla="*/ 71559 w 559936"/>
              <a:gd name="connsiteY177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559936" h="606722">
                <a:moveTo>
                  <a:pt x="154890" y="511529"/>
                </a:moveTo>
                <a:lnTo>
                  <a:pt x="298349" y="511529"/>
                </a:lnTo>
                <a:cubicBezTo>
                  <a:pt x="304935" y="511529"/>
                  <a:pt x="310275" y="516869"/>
                  <a:pt x="310275" y="523455"/>
                </a:cubicBezTo>
                <a:cubicBezTo>
                  <a:pt x="310275" y="530040"/>
                  <a:pt x="304935" y="535380"/>
                  <a:pt x="298349" y="535380"/>
                </a:cubicBezTo>
                <a:lnTo>
                  <a:pt x="154890" y="535380"/>
                </a:lnTo>
                <a:cubicBezTo>
                  <a:pt x="148304" y="535380"/>
                  <a:pt x="142965" y="530040"/>
                  <a:pt x="142965" y="523455"/>
                </a:cubicBezTo>
                <a:cubicBezTo>
                  <a:pt x="142965" y="516869"/>
                  <a:pt x="148304" y="511529"/>
                  <a:pt x="154890" y="511529"/>
                </a:cubicBezTo>
                <a:close/>
                <a:moveTo>
                  <a:pt x="393124" y="487725"/>
                </a:moveTo>
                <a:lnTo>
                  <a:pt x="393124" y="511552"/>
                </a:lnTo>
                <a:lnTo>
                  <a:pt x="536080" y="511552"/>
                </a:lnTo>
                <a:lnTo>
                  <a:pt x="536080" y="487725"/>
                </a:lnTo>
                <a:close/>
                <a:moveTo>
                  <a:pt x="83397" y="487724"/>
                </a:moveTo>
                <a:cubicBezTo>
                  <a:pt x="76810" y="487724"/>
                  <a:pt x="71470" y="493056"/>
                  <a:pt x="71470" y="499633"/>
                </a:cubicBezTo>
                <a:cubicBezTo>
                  <a:pt x="71470" y="506209"/>
                  <a:pt x="76810" y="511541"/>
                  <a:pt x="83397" y="511541"/>
                </a:cubicBezTo>
                <a:cubicBezTo>
                  <a:pt x="89983" y="511541"/>
                  <a:pt x="95323" y="506209"/>
                  <a:pt x="95323" y="499633"/>
                </a:cubicBezTo>
                <a:cubicBezTo>
                  <a:pt x="95323" y="493056"/>
                  <a:pt x="89983" y="487724"/>
                  <a:pt x="83397" y="487724"/>
                </a:cubicBezTo>
                <a:close/>
                <a:moveTo>
                  <a:pt x="381196" y="463897"/>
                </a:moveTo>
                <a:lnTo>
                  <a:pt x="548008" y="463897"/>
                </a:lnTo>
                <a:cubicBezTo>
                  <a:pt x="554595" y="463897"/>
                  <a:pt x="559936" y="469232"/>
                  <a:pt x="559936" y="475811"/>
                </a:cubicBezTo>
                <a:lnTo>
                  <a:pt x="559936" y="523466"/>
                </a:lnTo>
                <a:cubicBezTo>
                  <a:pt x="559936" y="530045"/>
                  <a:pt x="554595" y="535380"/>
                  <a:pt x="548008" y="535380"/>
                </a:cubicBezTo>
                <a:lnTo>
                  <a:pt x="381196" y="535380"/>
                </a:lnTo>
                <a:cubicBezTo>
                  <a:pt x="374609" y="535380"/>
                  <a:pt x="369268" y="530045"/>
                  <a:pt x="369268" y="523466"/>
                </a:cubicBezTo>
                <a:lnTo>
                  <a:pt x="369268" y="475811"/>
                </a:lnTo>
                <a:cubicBezTo>
                  <a:pt x="369268" y="469232"/>
                  <a:pt x="374609" y="463897"/>
                  <a:pt x="381196" y="463897"/>
                </a:cubicBezTo>
                <a:close/>
                <a:moveTo>
                  <a:pt x="154890" y="452113"/>
                </a:moveTo>
                <a:lnTo>
                  <a:pt x="298349" y="452113"/>
                </a:lnTo>
                <a:cubicBezTo>
                  <a:pt x="304935" y="452113"/>
                  <a:pt x="310275" y="457352"/>
                  <a:pt x="310275" y="463924"/>
                </a:cubicBezTo>
                <a:cubicBezTo>
                  <a:pt x="310275" y="470495"/>
                  <a:pt x="304935" y="475823"/>
                  <a:pt x="298349" y="475823"/>
                </a:cubicBezTo>
                <a:lnTo>
                  <a:pt x="154890" y="475823"/>
                </a:lnTo>
                <a:cubicBezTo>
                  <a:pt x="148304" y="475823"/>
                  <a:pt x="142965" y="470495"/>
                  <a:pt x="142965" y="463924"/>
                </a:cubicBezTo>
                <a:cubicBezTo>
                  <a:pt x="142965" y="457352"/>
                  <a:pt x="148304" y="452113"/>
                  <a:pt x="154890" y="452113"/>
                </a:cubicBezTo>
                <a:close/>
                <a:moveTo>
                  <a:pt x="357327" y="392556"/>
                </a:moveTo>
                <a:lnTo>
                  <a:pt x="416968" y="392556"/>
                </a:lnTo>
                <a:cubicBezTo>
                  <a:pt x="423555" y="392556"/>
                  <a:pt x="428896" y="397880"/>
                  <a:pt x="428896" y="404447"/>
                </a:cubicBezTo>
                <a:cubicBezTo>
                  <a:pt x="428896" y="411013"/>
                  <a:pt x="423555" y="416337"/>
                  <a:pt x="416968" y="416337"/>
                </a:cubicBezTo>
                <a:lnTo>
                  <a:pt x="357327" y="416337"/>
                </a:lnTo>
                <a:cubicBezTo>
                  <a:pt x="350740" y="416337"/>
                  <a:pt x="345488" y="411013"/>
                  <a:pt x="345488" y="404447"/>
                </a:cubicBezTo>
                <a:cubicBezTo>
                  <a:pt x="345488" y="397880"/>
                  <a:pt x="350740" y="392556"/>
                  <a:pt x="357327" y="392556"/>
                </a:cubicBezTo>
                <a:close/>
                <a:moveTo>
                  <a:pt x="154890" y="392556"/>
                </a:moveTo>
                <a:lnTo>
                  <a:pt x="298349" y="392556"/>
                </a:lnTo>
                <a:cubicBezTo>
                  <a:pt x="304935" y="392556"/>
                  <a:pt x="310275" y="397880"/>
                  <a:pt x="310275" y="404447"/>
                </a:cubicBezTo>
                <a:cubicBezTo>
                  <a:pt x="310275" y="411013"/>
                  <a:pt x="304935" y="416337"/>
                  <a:pt x="298349" y="416337"/>
                </a:cubicBezTo>
                <a:lnTo>
                  <a:pt x="154890" y="416337"/>
                </a:lnTo>
                <a:cubicBezTo>
                  <a:pt x="148304" y="416337"/>
                  <a:pt x="142965" y="411013"/>
                  <a:pt x="142965" y="404447"/>
                </a:cubicBezTo>
                <a:cubicBezTo>
                  <a:pt x="142965" y="397880"/>
                  <a:pt x="148304" y="392556"/>
                  <a:pt x="154890" y="392556"/>
                </a:cubicBezTo>
                <a:close/>
                <a:moveTo>
                  <a:pt x="83397" y="356906"/>
                </a:moveTo>
                <a:cubicBezTo>
                  <a:pt x="76810" y="356906"/>
                  <a:pt x="71470" y="362238"/>
                  <a:pt x="71470" y="368814"/>
                </a:cubicBezTo>
                <a:cubicBezTo>
                  <a:pt x="71470" y="375302"/>
                  <a:pt x="76810" y="380634"/>
                  <a:pt x="83397" y="380634"/>
                </a:cubicBezTo>
                <a:cubicBezTo>
                  <a:pt x="89983" y="380634"/>
                  <a:pt x="95323" y="375302"/>
                  <a:pt x="95323" y="368814"/>
                </a:cubicBezTo>
                <a:cubicBezTo>
                  <a:pt x="95323" y="362238"/>
                  <a:pt x="89983" y="356906"/>
                  <a:pt x="83397" y="356906"/>
                </a:cubicBezTo>
                <a:close/>
                <a:moveTo>
                  <a:pt x="357327" y="333069"/>
                </a:moveTo>
                <a:lnTo>
                  <a:pt x="416968" y="333069"/>
                </a:lnTo>
                <a:cubicBezTo>
                  <a:pt x="423555" y="333069"/>
                  <a:pt x="428896" y="338409"/>
                  <a:pt x="428896" y="344995"/>
                </a:cubicBezTo>
                <a:cubicBezTo>
                  <a:pt x="428896" y="351580"/>
                  <a:pt x="423555" y="356920"/>
                  <a:pt x="416968" y="356920"/>
                </a:cubicBezTo>
                <a:lnTo>
                  <a:pt x="357327" y="356920"/>
                </a:lnTo>
                <a:cubicBezTo>
                  <a:pt x="350740" y="356920"/>
                  <a:pt x="345488" y="351580"/>
                  <a:pt x="345488" y="344995"/>
                </a:cubicBezTo>
                <a:cubicBezTo>
                  <a:pt x="345488" y="338409"/>
                  <a:pt x="350740" y="333069"/>
                  <a:pt x="357327" y="333069"/>
                </a:cubicBezTo>
                <a:close/>
                <a:moveTo>
                  <a:pt x="154890" y="333069"/>
                </a:moveTo>
                <a:lnTo>
                  <a:pt x="298349" y="333069"/>
                </a:lnTo>
                <a:cubicBezTo>
                  <a:pt x="304935" y="333069"/>
                  <a:pt x="310275" y="338409"/>
                  <a:pt x="310275" y="344995"/>
                </a:cubicBezTo>
                <a:cubicBezTo>
                  <a:pt x="310275" y="351580"/>
                  <a:pt x="304935" y="356920"/>
                  <a:pt x="298349" y="356920"/>
                </a:cubicBezTo>
                <a:lnTo>
                  <a:pt x="154890" y="356920"/>
                </a:lnTo>
                <a:cubicBezTo>
                  <a:pt x="148304" y="356920"/>
                  <a:pt x="142965" y="351580"/>
                  <a:pt x="142965" y="344995"/>
                </a:cubicBezTo>
                <a:cubicBezTo>
                  <a:pt x="142965" y="338409"/>
                  <a:pt x="148304" y="333069"/>
                  <a:pt x="154890" y="333069"/>
                </a:cubicBezTo>
                <a:close/>
                <a:moveTo>
                  <a:pt x="357327" y="273653"/>
                </a:moveTo>
                <a:lnTo>
                  <a:pt x="416968" y="273653"/>
                </a:lnTo>
                <a:cubicBezTo>
                  <a:pt x="423555" y="273653"/>
                  <a:pt x="428896" y="278981"/>
                  <a:pt x="428896" y="285552"/>
                </a:cubicBezTo>
                <a:cubicBezTo>
                  <a:pt x="428896" y="292035"/>
                  <a:pt x="423555" y="297363"/>
                  <a:pt x="416968" y="297363"/>
                </a:cubicBezTo>
                <a:lnTo>
                  <a:pt x="357327" y="297363"/>
                </a:lnTo>
                <a:cubicBezTo>
                  <a:pt x="350740" y="297363"/>
                  <a:pt x="345488" y="292035"/>
                  <a:pt x="345488" y="285552"/>
                </a:cubicBezTo>
                <a:cubicBezTo>
                  <a:pt x="345488" y="278981"/>
                  <a:pt x="350740" y="273653"/>
                  <a:pt x="357327" y="273653"/>
                </a:cubicBezTo>
                <a:close/>
                <a:moveTo>
                  <a:pt x="154890" y="273653"/>
                </a:moveTo>
                <a:lnTo>
                  <a:pt x="298349" y="273653"/>
                </a:lnTo>
                <a:cubicBezTo>
                  <a:pt x="304935" y="273653"/>
                  <a:pt x="310275" y="278981"/>
                  <a:pt x="310275" y="285552"/>
                </a:cubicBezTo>
                <a:cubicBezTo>
                  <a:pt x="310275" y="292035"/>
                  <a:pt x="304935" y="297363"/>
                  <a:pt x="298349" y="297363"/>
                </a:cubicBezTo>
                <a:lnTo>
                  <a:pt x="154890" y="297363"/>
                </a:lnTo>
                <a:cubicBezTo>
                  <a:pt x="148304" y="297363"/>
                  <a:pt x="142965" y="292035"/>
                  <a:pt x="142965" y="285552"/>
                </a:cubicBezTo>
                <a:cubicBezTo>
                  <a:pt x="142965" y="278981"/>
                  <a:pt x="148304" y="273653"/>
                  <a:pt x="154890" y="273653"/>
                </a:cubicBezTo>
                <a:close/>
                <a:moveTo>
                  <a:pt x="83397" y="225999"/>
                </a:moveTo>
                <a:cubicBezTo>
                  <a:pt x="76810" y="225999"/>
                  <a:pt x="71470" y="231331"/>
                  <a:pt x="71470" y="237908"/>
                </a:cubicBezTo>
                <a:cubicBezTo>
                  <a:pt x="71470" y="244484"/>
                  <a:pt x="76810" y="249816"/>
                  <a:pt x="83397" y="249816"/>
                </a:cubicBezTo>
                <a:cubicBezTo>
                  <a:pt x="89983" y="249816"/>
                  <a:pt x="95323" y="244484"/>
                  <a:pt x="95323" y="237908"/>
                </a:cubicBezTo>
                <a:cubicBezTo>
                  <a:pt x="95323" y="231331"/>
                  <a:pt x="89983" y="225999"/>
                  <a:pt x="83397" y="225999"/>
                </a:cubicBezTo>
                <a:close/>
                <a:moveTo>
                  <a:pt x="357327" y="214096"/>
                </a:moveTo>
                <a:lnTo>
                  <a:pt x="416968" y="214096"/>
                </a:lnTo>
                <a:cubicBezTo>
                  <a:pt x="423555" y="214096"/>
                  <a:pt x="428896" y="219436"/>
                  <a:pt x="428896" y="226021"/>
                </a:cubicBezTo>
                <a:cubicBezTo>
                  <a:pt x="428896" y="232607"/>
                  <a:pt x="423555" y="237947"/>
                  <a:pt x="416968" y="237947"/>
                </a:cubicBezTo>
                <a:lnTo>
                  <a:pt x="357327" y="237947"/>
                </a:lnTo>
                <a:cubicBezTo>
                  <a:pt x="350740" y="237947"/>
                  <a:pt x="345488" y="232607"/>
                  <a:pt x="345488" y="226021"/>
                </a:cubicBezTo>
                <a:cubicBezTo>
                  <a:pt x="345488" y="219436"/>
                  <a:pt x="350740" y="214096"/>
                  <a:pt x="357327" y="214096"/>
                </a:cubicBezTo>
                <a:close/>
                <a:moveTo>
                  <a:pt x="154890" y="214096"/>
                </a:moveTo>
                <a:lnTo>
                  <a:pt x="298349" y="214096"/>
                </a:lnTo>
                <a:cubicBezTo>
                  <a:pt x="304935" y="214096"/>
                  <a:pt x="310275" y="219436"/>
                  <a:pt x="310275" y="226021"/>
                </a:cubicBezTo>
                <a:cubicBezTo>
                  <a:pt x="310275" y="232607"/>
                  <a:pt x="304935" y="237947"/>
                  <a:pt x="298349" y="237947"/>
                </a:cubicBezTo>
                <a:lnTo>
                  <a:pt x="154890" y="237947"/>
                </a:lnTo>
                <a:cubicBezTo>
                  <a:pt x="148304" y="237947"/>
                  <a:pt x="142965" y="232607"/>
                  <a:pt x="142965" y="226021"/>
                </a:cubicBezTo>
                <a:cubicBezTo>
                  <a:pt x="142965" y="219436"/>
                  <a:pt x="148304" y="214096"/>
                  <a:pt x="154890" y="214096"/>
                </a:cubicBezTo>
                <a:close/>
                <a:moveTo>
                  <a:pt x="357327" y="154609"/>
                </a:moveTo>
                <a:lnTo>
                  <a:pt x="416968" y="154609"/>
                </a:lnTo>
                <a:cubicBezTo>
                  <a:pt x="423555" y="154609"/>
                  <a:pt x="428896" y="159949"/>
                  <a:pt x="428896" y="166535"/>
                </a:cubicBezTo>
                <a:cubicBezTo>
                  <a:pt x="428896" y="173120"/>
                  <a:pt x="423555" y="178460"/>
                  <a:pt x="416968" y="178460"/>
                </a:cubicBezTo>
                <a:lnTo>
                  <a:pt x="357327" y="178460"/>
                </a:lnTo>
                <a:cubicBezTo>
                  <a:pt x="350740" y="178460"/>
                  <a:pt x="345488" y="173120"/>
                  <a:pt x="345488" y="166535"/>
                </a:cubicBezTo>
                <a:cubicBezTo>
                  <a:pt x="345488" y="159949"/>
                  <a:pt x="350740" y="154609"/>
                  <a:pt x="357327" y="154609"/>
                </a:cubicBezTo>
                <a:close/>
                <a:moveTo>
                  <a:pt x="154890" y="154609"/>
                </a:moveTo>
                <a:lnTo>
                  <a:pt x="298349" y="154609"/>
                </a:lnTo>
                <a:cubicBezTo>
                  <a:pt x="304935" y="154609"/>
                  <a:pt x="310275" y="159949"/>
                  <a:pt x="310275" y="166535"/>
                </a:cubicBezTo>
                <a:cubicBezTo>
                  <a:pt x="310275" y="173120"/>
                  <a:pt x="304935" y="178460"/>
                  <a:pt x="298349" y="178460"/>
                </a:cubicBezTo>
                <a:lnTo>
                  <a:pt x="154890" y="178460"/>
                </a:lnTo>
                <a:cubicBezTo>
                  <a:pt x="148304" y="178460"/>
                  <a:pt x="142965" y="173120"/>
                  <a:pt x="142965" y="166535"/>
                </a:cubicBezTo>
                <a:cubicBezTo>
                  <a:pt x="142965" y="159949"/>
                  <a:pt x="148304" y="154609"/>
                  <a:pt x="154890" y="154609"/>
                </a:cubicBezTo>
                <a:close/>
                <a:moveTo>
                  <a:pt x="357327" y="95193"/>
                </a:moveTo>
                <a:lnTo>
                  <a:pt x="416968" y="95193"/>
                </a:lnTo>
                <a:cubicBezTo>
                  <a:pt x="423555" y="95193"/>
                  <a:pt x="428896" y="100517"/>
                  <a:pt x="428896" y="107083"/>
                </a:cubicBezTo>
                <a:cubicBezTo>
                  <a:pt x="428896" y="113650"/>
                  <a:pt x="423555" y="118974"/>
                  <a:pt x="416968" y="118974"/>
                </a:cubicBezTo>
                <a:lnTo>
                  <a:pt x="357327" y="118974"/>
                </a:lnTo>
                <a:cubicBezTo>
                  <a:pt x="350740" y="118974"/>
                  <a:pt x="345488" y="113650"/>
                  <a:pt x="345488" y="107083"/>
                </a:cubicBezTo>
                <a:cubicBezTo>
                  <a:pt x="345488" y="100517"/>
                  <a:pt x="350740" y="95193"/>
                  <a:pt x="357327" y="95193"/>
                </a:cubicBezTo>
                <a:close/>
                <a:moveTo>
                  <a:pt x="154890" y="95193"/>
                </a:moveTo>
                <a:lnTo>
                  <a:pt x="298349" y="95193"/>
                </a:lnTo>
                <a:cubicBezTo>
                  <a:pt x="304935" y="95193"/>
                  <a:pt x="310275" y="100517"/>
                  <a:pt x="310275" y="107083"/>
                </a:cubicBezTo>
                <a:cubicBezTo>
                  <a:pt x="310275" y="113650"/>
                  <a:pt x="304935" y="118974"/>
                  <a:pt x="298349" y="118974"/>
                </a:cubicBezTo>
                <a:lnTo>
                  <a:pt x="154890" y="118974"/>
                </a:lnTo>
                <a:cubicBezTo>
                  <a:pt x="148304" y="118974"/>
                  <a:pt x="142965" y="113650"/>
                  <a:pt x="142965" y="107083"/>
                </a:cubicBezTo>
                <a:cubicBezTo>
                  <a:pt x="142965" y="100517"/>
                  <a:pt x="148304" y="95193"/>
                  <a:pt x="154890" y="95193"/>
                </a:cubicBezTo>
                <a:close/>
                <a:moveTo>
                  <a:pt x="83397" y="95181"/>
                </a:moveTo>
                <a:cubicBezTo>
                  <a:pt x="76810" y="95181"/>
                  <a:pt x="71470" y="100513"/>
                  <a:pt x="71470" y="107089"/>
                </a:cubicBezTo>
                <a:cubicBezTo>
                  <a:pt x="71470" y="113666"/>
                  <a:pt x="76810" y="118998"/>
                  <a:pt x="83397" y="118998"/>
                </a:cubicBezTo>
                <a:cubicBezTo>
                  <a:pt x="89983" y="118998"/>
                  <a:pt x="95323" y="113666"/>
                  <a:pt x="95323" y="107089"/>
                </a:cubicBezTo>
                <a:cubicBezTo>
                  <a:pt x="95323" y="100513"/>
                  <a:pt x="89983" y="95181"/>
                  <a:pt x="83397" y="95181"/>
                </a:cubicBezTo>
                <a:close/>
                <a:moveTo>
                  <a:pt x="71559" y="0"/>
                </a:moveTo>
                <a:lnTo>
                  <a:pt x="404969" y="0"/>
                </a:lnTo>
                <a:cubicBezTo>
                  <a:pt x="444398" y="0"/>
                  <a:pt x="476528" y="32082"/>
                  <a:pt x="476528" y="71452"/>
                </a:cubicBezTo>
                <a:lnTo>
                  <a:pt x="476528" y="390588"/>
                </a:lnTo>
                <a:cubicBezTo>
                  <a:pt x="476528" y="397164"/>
                  <a:pt x="471188" y="402497"/>
                  <a:pt x="464602" y="402497"/>
                </a:cubicBezTo>
                <a:cubicBezTo>
                  <a:pt x="458015" y="402497"/>
                  <a:pt x="452675" y="397164"/>
                  <a:pt x="452675" y="390588"/>
                </a:cubicBezTo>
                <a:lnTo>
                  <a:pt x="452675" y="71452"/>
                </a:lnTo>
                <a:cubicBezTo>
                  <a:pt x="452675" y="45146"/>
                  <a:pt x="431314" y="23817"/>
                  <a:pt x="404969" y="23817"/>
                </a:cubicBezTo>
                <a:lnTo>
                  <a:pt x="71559" y="23817"/>
                </a:lnTo>
                <a:cubicBezTo>
                  <a:pt x="45214" y="23817"/>
                  <a:pt x="23764" y="45058"/>
                  <a:pt x="23764" y="71275"/>
                </a:cubicBezTo>
                <a:lnTo>
                  <a:pt x="23764" y="95181"/>
                </a:lnTo>
                <a:lnTo>
                  <a:pt x="49753" y="95181"/>
                </a:lnTo>
                <a:cubicBezTo>
                  <a:pt x="54648" y="81317"/>
                  <a:pt x="67821" y="71363"/>
                  <a:pt x="83397" y="71363"/>
                </a:cubicBezTo>
                <a:cubicBezTo>
                  <a:pt x="103067" y="71363"/>
                  <a:pt x="119087" y="87360"/>
                  <a:pt x="119087" y="107089"/>
                </a:cubicBezTo>
                <a:cubicBezTo>
                  <a:pt x="119087" y="126730"/>
                  <a:pt x="103067" y="142727"/>
                  <a:pt x="83397" y="142727"/>
                </a:cubicBezTo>
                <a:cubicBezTo>
                  <a:pt x="67821" y="142727"/>
                  <a:pt x="54648" y="132773"/>
                  <a:pt x="49753" y="118909"/>
                </a:cubicBezTo>
                <a:lnTo>
                  <a:pt x="23764" y="118909"/>
                </a:lnTo>
                <a:lnTo>
                  <a:pt x="23764" y="225999"/>
                </a:lnTo>
                <a:lnTo>
                  <a:pt x="49753" y="225999"/>
                </a:lnTo>
                <a:cubicBezTo>
                  <a:pt x="54648" y="212135"/>
                  <a:pt x="67821" y="202181"/>
                  <a:pt x="83397" y="202181"/>
                </a:cubicBezTo>
                <a:cubicBezTo>
                  <a:pt x="103067" y="202181"/>
                  <a:pt x="119087" y="218267"/>
                  <a:pt x="119087" y="237908"/>
                </a:cubicBezTo>
                <a:cubicBezTo>
                  <a:pt x="119087" y="257637"/>
                  <a:pt x="103067" y="273634"/>
                  <a:pt x="83397" y="273634"/>
                </a:cubicBezTo>
                <a:cubicBezTo>
                  <a:pt x="67821" y="273634"/>
                  <a:pt x="54648" y="263680"/>
                  <a:pt x="49753" y="249816"/>
                </a:cubicBezTo>
                <a:lnTo>
                  <a:pt x="23764" y="249816"/>
                </a:lnTo>
                <a:lnTo>
                  <a:pt x="23764" y="356906"/>
                </a:lnTo>
                <a:lnTo>
                  <a:pt x="49753" y="356906"/>
                </a:lnTo>
                <a:cubicBezTo>
                  <a:pt x="54648" y="343042"/>
                  <a:pt x="67821" y="333088"/>
                  <a:pt x="83397" y="333088"/>
                </a:cubicBezTo>
                <a:cubicBezTo>
                  <a:pt x="103067" y="333088"/>
                  <a:pt x="119087" y="349085"/>
                  <a:pt x="119087" y="368814"/>
                </a:cubicBezTo>
                <a:cubicBezTo>
                  <a:pt x="119087" y="388455"/>
                  <a:pt x="103067" y="404452"/>
                  <a:pt x="83397" y="404452"/>
                </a:cubicBezTo>
                <a:cubicBezTo>
                  <a:pt x="67821" y="404452"/>
                  <a:pt x="54648" y="394498"/>
                  <a:pt x="49753" y="380634"/>
                </a:cubicBezTo>
                <a:lnTo>
                  <a:pt x="23764" y="380634"/>
                </a:lnTo>
                <a:lnTo>
                  <a:pt x="23764" y="487724"/>
                </a:lnTo>
                <a:lnTo>
                  <a:pt x="49753" y="487724"/>
                </a:lnTo>
                <a:cubicBezTo>
                  <a:pt x="54648" y="473860"/>
                  <a:pt x="67821" y="463906"/>
                  <a:pt x="83397" y="463906"/>
                </a:cubicBezTo>
                <a:cubicBezTo>
                  <a:pt x="103067" y="463906"/>
                  <a:pt x="119087" y="479992"/>
                  <a:pt x="119087" y="499633"/>
                </a:cubicBezTo>
                <a:cubicBezTo>
                  <a:pt x="119087" y="519273"/>
                  <a:pt x="103067" y="535359"/>
                  <a:pt x="83397" y="535359"/>
                </a:cubicBezTo>
                <a:cubicBezTo>
                  <a:pt x="67821" y="535359"/>
                  <a:pt x="54648" y="525405"/>
                  <a:pt x="49753" y="511541"/>
                </a:cubicBezTo>
                <a:lnTo>
                  <a:pt x="23764" y="511541"/>
                </a:lnTo>
                <a:lnTo>
                  <a:pt x="23764" y="535447"/>
                </a:lnTo>
                <a:cubicBezTo>
                  <a:pt x="23764" y="561576"/>
                  <a:pt x="45125" y="582905"/>
                  <a:pt x="71381" y="582905"/>
                </a:cubicBezTo>
                <a:lnTo>
                  <a:pt x="321661" y="582905"/>
                </a:lnTo>
                <a:cubicBezTo>
                  <a:pt x="328247" y="582905"/>
                  <a:pt x="333587" y="588237"/>
                  <a:pt x="333587" y="594813"/>
                </a:cubicBezTo>
                <a:cubicBezTo>
                  <a:pt x="333587" y="601390"/>
                  <a:pt x="328247" y="606722"/>
                  <a:pt x="321661" y="606722"/>
                </a:cubicBezTo>
                <a:lnTo>
                  <a:pt x="71381" y="606722"/>
                </a:lnTo>
                <a:cubicBezTo>
                  <a:pt x="31952" y="606722"/>
                  <a:pt x="0" y="574728"/>
                  <a:pt x="0" y="535447"/>
                </a:cubicBezTo>
                <a:lnTo>
                  <a:pt x="0" y="71275"/>
                </a:lnTo>
                <a:cubicBezTo>
                  <a:pt x="0" y="31994"/>
                  <a:pt x="32041" y="0"/>
                  <a:pt x="7155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6" name="Oval 40"/>
          <p:cNvSpPr/>
          <p:nvPr/>
        </p:nvSpPr>
        <p:spPr>
          <a:xfrm>
            <a:off x="9495194" y="2590106"/>
            <a:ext cx="540345" cy="539651"/>
          </a:xfrm>
          <a:custGeom>
            <a:avLst/>
            <a:gdLst>
              <a:gd name="connsiteX0" fmla="*/ 395492 w 606835"/>
              <a:gd name="connsiteY0" fmla="*/ 290073 h 606057"/>
              <a:gd name="connsiteX1" fmla="*/ 338193 w 606835"/>
              <a:gd name="connsiteY1" fmla="*/ 346501 h 606057"/>
              <a:gd name="connsiteX2" fmla="*/ 338193 w 606835"/>
              <a:gd name="connsiteY2" fmla="*/ 348114 h 606057"/>
              <a:gd name="connsiteX3" fmla="*/ 340614 w 606835"/>
              <a:gd name="connsiteY3" fmla="*/ 368267 h 606057"/>
              <a:gd name="connsiteX4" fmla="*/ 372895 w 606835"/>
              <a:gd name="connsiteY4" fmla="*/ 419052 h 606057"/>
              <a:gd name="connsiteX5" fmla="*/ 456826 w 606835"/>
              <a:gd name="connsiteY5" fmla="*/ 490797 h 606057"/>
              <a:gd name="connsiteX6" fmla="*/ 539949 w 606835"/>
              <a:gd name="connsiteY6" fmla="*/ 419052 h 606057"/>
              <a:gd name="connsiteX7" fmla="*/ 572230 w 606835"/>
              <a:gd name="connsiteY7" fmla="*/ 368267 h 606057"/>
              <a:gd name="connsiteX8" fmla="*/ 574651 w 606835"/>
              <a:gd name="connsiteY8" fmla="*/ 348114 h 606057"/>
              <a:gd name="connsiteX9" fmla="*/ 517352 w 606835"/>
              <a:gd name="connsiteY9" fmla="*/ 290073 h 606057"/>
              <a:gd name="connsiteX10" fmla="*/ 466510 w 606835"/>
              <a:gd name="connsiteY10" fmla="*/ 328767 h 606057"/>
              <a:gd name="connsiteX11" fmla="*/ 456826 w 606835"/>
              <a:gd name="connsiteY11" fmla="*/ 351338 h 606057"/>
              <a:gd name="connsiteX12" fmla="*/ 446334 w 606835"/>
              <a:gd name="connsiteY12" fmla="*/ 328767 h 606057"/>
              <a:gd name="connsiteX13" fmla="*/ 395492 w 606835"/>
              <a:gd name="connsiteY13" fmla="*/ 290073 h 606057"/>
              <a:gd name="connsiteX14" fmla="*/ 79889 w 606835"/>
              <a:gd name="connsiteY14" fmla="*/ 286104 h 606057"/>
              <a:gd name="connsiteX15" fmla="*/ 30665 w 606835"/>
              <a:gd name="connsiteY15" fmla="*/ 335266 h 606057"/>
              <a:gd name="connsiteX16" fmla="*/ 271139 w 606835"/>
              <a:gd name="connsiteY16" fmla="*/ 576238 h 606057"/>
              <a:gd name="connsiteX17" fmla="*/ 322785 w 606835"/>
              <a:gd name="connsiteY17" fmla="*/ 526270 h 606057"/>
              <a:gd name="connsiteX18" fmla="*/ 395492 w 606835"/>
              <a:gd name="connsiteY18" fmla="*/ 268308 h 606057"/>
              <a:gd name="connsiteX19" fmla="*/ 456826 w 606835"/>
              <a:gd name="connsiteY19" fmla="*/ 302971 h 606057"/>
              <a:gd name="connsiteX20" fmla="*/ 517352 w 606835"/>
              <a:gd name="connsiteY20" fmla="*/ 268308 h 606057"/>
              <a:gd name="connsiteX21" fmla="*/ 595634 w 606835"/>
              <a:gd name="connsiteY21" fmla="*/ 344083 h 606057"/>
              <a:gd name="connsiteX22" fmla="*/ 593213 w 606835"/>
              <a:gd name="connsiteY22" fmla="*/ 373909 h 606057"/>
              <a:gd name="connsiteX23" fmla="*/ 554476 w 606835"/>
              <a:gd name="connsiteY23" fmla="*/ 435174 h 606057"/>
              <a:gd name="connsiteX24" fmla="*/ 464896 w 606835"/>
              <a:gd name="connsiteY24" fmla="*/ 512562 h 606057"/>
              <a:gd name="connsiteX25" fmla="*/ 456826 w 606835"/>
              <a:gd name="connsiteY25" fmla="*/ 514980 h 606057"/>
              <a:gd name="connsiteX26" fmla="*/ 447948 w 606835"/>
              <a:gd name="connsiteY26" fmla="*/ 512562 h 606057"/>
              <a:gd name="connsiteX27" fmla="*/ 358368 w 606835"/>
              <a:gd name="connsiteY27" fmla="*/ 435981 h 606057"/>
              <a:gd name="connsiteX28" fmla="*/ 319631 w 606835"/>
              <a:gd name="connsiteY28" fmla="*/ 373909 h 606057"/>
              <a:gd name="connsiteX29" fmla="*/ 317210 w 606835"/>
              <a:gd name="connsiteY29" fmla="*/ 344083 h 606057"/>
              <a:gd name="connsiteX30" fmla="*/ 395492 w 606835"/>
              <a:gd name="connsiteY30" fmla="*/ 268308 h 606057"/>
              <a:gd name="connsiteX31" fmla="*/ 456825 w 606835"/>
              <a:gd name="connsiteY31" fmla="*/ 118436 h 606057"/>
              <a:gd name="connsiteX32" fmla="*/ 435844 w 606835"/>
              <a:gd name="connsiteY32" fmla="*/ 139416 h 606057"/>
              <a:gd name="connsiteX33" fmla="*/ 456825 w 606835"/>
              <a:gd name="connsiteY33" fmla="*/ 159590 h 606057"/>
              <a:gd name="connsiteX34" fmla="*/ 477805 w 606835"/>
              <a:gd name="connsiteY34" fmla="*/ 139416 h 606057"/>
              <a:gd name="connsiteX35" fmla="*/ 456825 w 606835"/>
              <a:gd name="connsiteY35" fmla="*/ 118436 h 606057"/>
              <a:gd name="connsiteX36" fmla="*/ 456825 w 606835"/>
              <a:gd name="connsiteY36" fmla="*/ 96648 h 606057"/>
              <a:gd name="connsiteX37" fmla="*/ 498786 w 606835"/>
              <a:gd name="connsiteY37" fmla="*/ 139416 h 606057"/>
              <a:gd name="connsiteX38" fmla="*/ 456825 w 606835"/>
              <a:gd name="connsiteY38" fmla="*/ 181377 h 606057"/>
              <a:gd name="connsiteX39" fmla="*/ 414057 w 606835"/>
              <a:gd name="connsiteY39" fmla="*/ 139416 h 606057"/>
              <a:gd name="connsiteX40" fmla="*/ 456825 w 606835"/>
              <a:gd name="connsiteY40" fmla="*/ 96648 h 606057"/>
              <a:gd name="connsiteX41" fmla="*/ 336503 w 606835"/>
              <a:gd name="connsiteY41" fmla="*/ 0 h 606057"/>
              <a:gd name="connsiteX42" fmla="*/ 487405 w 606835"/>
              <a:gd name="connsiteY42" fmla="*/ 0 h 606057"/>
              <a:gd name="connsiteX43" fmla="*/ 606835 w 606835"/>
              <a:gd name="connsiteY43" fmla="*/ 119277 h 606057"/>
              <a:gd name="connsiteX44" fmla="*/ 606835 w 606835"/>
              <a:gd name="connsiteY44" fmla="*/ 266762 h 606057"/>
              <a:gd name="connsiteX45" fmla="*/ 585854 w 606835"/>
              <a:gd name="connsiteY45" fmla="*/ 266762 h 606057"/>
              <a:gd name="connsiteX46" fmla="*/ 585854 w 606835"/>
              <a:gd name="connsiteY46" fmla="*/ 128142 h 606057"/>
              <a:gd name="connsiteX47" fmla="*/ 478528 w 606835"/>
              <a:gd name="connsiteY47" fmla="*/ 21760 h 606057"/>
              <a:gd name="connsiteX48" fmla="*/ 345380 w 606835"/>
              <a:gd name="connsiteY48" fmla="*/ 21760 h 606057"/>
              <a:gd name="connsiteX49" fmla="*/ 95221 w 606835"/>
              <a:gd name="connsiteY49" fmla="*/ 270792 h 606057"/>
              <a:gd name="connsiteX50" fmla="*/ 353449 w 606835"/>
              <a:gd name="connsiteY50" fmla="*/ 527076 h 606057"/>
              <a:gd name="connsiteX51" fmla="*/ 270332 w 606835"/>
              <a:gd name="connsiteY51" fmla="*/ 606057 h 606057"/>
              <a:gd name="connsiteX52" fmla="*/ 0 w 606835"/>
              <a:gd name="connsiteY52" fmla="*/ 335266 h 606057"/>
              <a:gd name="connsiteX53" fmla="*/ 64557 w 606835"/>
              <a:gd name="connsiteY53" fmla="*/ 270792 h 606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6835" h="606057">
                <a:moveTo>
                  <a:pt x="395492" y="290073"/>
                </a:moveTo>
                <a:cubicBezTo>
                  <a:pt x="361596" y="290073"/>
                  <a:pt x="341421" y="319093"/>
                  <a:pt x="338193" y="346501"/>
                </a:cubicBezTo>
                <a:lnTo>
                  <a:pt x="338193" y="348114"/>
                </a:lnTo>
                <a:cubicBezTo>
                  <a:pt x="338193" y="348114"/>
                  <a:pt x="337386" y="355369"/>
                  <a:pt x="340614" y="368267"/>
                </a:cubicBezTo>
                <a:cubicBezTo>
                  <a:pt x="345456" y="387613"/>
                  <a:pt x="355947" y="405348"/>
                  <a:pt x="372895" y="419052"/>
                </a:cubicBezTo>
                <a:lnTo>
                  <a:pt x="456826" y="490797"/>
                </a:lnTo>
                <a:lnTo>
                  <a:pt x="539949" y="419052"/>
                </a:lnTo>
                <a:cubicBezTo>
                  <a:pt x="556897" y="405348"/>
                  <a:pt x="567388" y="387613"/>
                  <a:pt x="572230" y="368267"/>
                </a:cubicBezTo>
                <a:cubicBezTo>
                  <a:pt x="575458" y="355369"/>
                  <a:pt x="574651" y="348114"/>
                  <a:pt x="574651" y="348114"/>
                </a:cubicBezTo>
                <a:cubicBezTo>
                  <a:pt x="571423" y="319093"/>
                  <a:pt x="551248" y="290073"/>
                  <a:pt x="517352" y="290073"/>
                </a:cubicBezTo>
                <a:cubicBezTo>
                  <a:pt x="493949" y="290073"/>
                  <a:pt x="474580" y="309420"/>
                  <a:pt x="466510" y="328767"/>
                </a:cubicBezTo>
                <a:lnTo>
                  <a:pt x="456826" y="351338"/>
                </a:lnTo>
                <a:lnTo>
                  <a:pt x="446334" y="328767"/>
                </a:lnTo>
                <a:cubicBezTo>
                  <a:pt x="438264" y="309420"/>
                  <a:pt x="418895" y="290073"/>
                  <a:pt x="395492" y="290073"/>
                </a:cubicBezTo>
                <a:close/>
                <a:moveTo>
                  <a:pt x="79889" y="286104"/>
                </a:moveTo>
                <a:lnTo>
                  <a:pt x="30665" y="335266"/>
                </a:lnTo>
                <a:lnTo>
                  <a:pt x="271139" y="576238"/>
                </a:lnTo>
                <a:lnTo>
                  <a:pt x="322785" y="526270"/>
                </a:lnTo>
                <a:close/>
                <a:moveTo>
                  <a:pt x="395492" y="268308"/>
                </a:moveTo>
                <a:cubicBezTo>
                  <a:pt x="421316" y="268308"/>
                  <a:pt x="443106" y="284430"/>
                  <a:pt x="456826" y="302971"/>
                </a:cubicBezTo>
                <a:cubicBezTo>
                  <a:pt x="470545" y="284430"/>
                  <a:pt x="491528" y="268308"/>
                  <a:pt x="517352" y="268308"/>
                </a:cubicBezTo>
                <a:cubicBezTo>
                  <a:pt x="558511" y="268308"/>
                  <a:pt x="591599" y="300553"/>
                  <a:pt x="595634" y="344083"/>
                </a:cubicBezTo>
                <a:cubicBezTo>
                  <a:pt x="596441" y="347308"/>
                  <a:pt x="597248" y="357787"/>
                  <a:pt x="593213" y="373909"/>
                </a:cubicBezTo>
                <a:cubicBezTo>
                  <a:pt x="587564" y="397287"/>
                  <a:pt x="573844" y="418246"/>
                  <a:pt x="554476" y="435174"/>
                </a:cubicBezTo>
                <a:lnTo>
                  <a:pt x="464896" y="512562"/>
                </a:lnTo>
                <a:cubicBezTo>
                  <a:pt x="462475" y="514174"/>
                  <a:pt x="459247" y="514980"/>
                  <a:pt x="456826" y="514980"/>
                </a:cubicBezTo>
                <a:cubicBezTo>
                  <a:pt x="453597" y="514980"/>
                  <a:pt x="450369" y="514174"/>
                  <a:pt x="447948" y="512562"/>
                </a:cubicBezTo>
                <a:lnTo>
                  <a:pt x="358368" y="435981"/>
                </a:lnTo>
                <a:cubicBezTo>
                  <a:pt x="339000" y="418246"/>
                  <a:pt x="325280" y="397287"/>
                  <a:pt x="319631" y="373909"/>
                </a:cubicBezTo>
                <a:cubicBezTo>
                  <a:pt x="315596" y="357787"/>
                  <a:pt x="316403" y="347308"/>
                  <a:pt x="317210" y="344083"/>
                </a:cubicBezTo>
                <a:cubicBezTo>
                  <a:pt x="321245" y="300553"/>
                  <a:pt x="354333" y="268308"/>
                  <a:pt x="395492" y="268308"/>
                </a:cubicBezTo>
                <a:close/>
                <a:moveTo>
                  <a:pt x="456825" y="118436"/>
                </a:moveTo>
                <a:cubicBezTo>
                  <a:pt x="444721" y="118436"/>
                  <a:pt x="435844" y="127312"/>
                  <a:pt x="435844" y="139416"/>
                </a:cubicBezTo>
                <a:cubicBezTo>
                  <a:pt x="435844" y="150713"/>
                  <a:pt x="444721" y="159590"/>
                  <a:pt x="456825" y="159590"/>
                </a:cubicBezTo>
                <a:cubicBezTo>
                  <a:pt x="468122" y="159590"/>
                  <a:pt x="477805" y="150713"/>
                  <a:pt x="477805" y="139416"/>
                </a:cubicBezTo>
                <a:cubicBezTo>
                  <a:pt x="477805" y="127312"/>
                  <a:pt x="468122" y="118436"/>
                  <a:pt x="456825" y="118436"/>
                </a:cubicBezTo>
                <a:close/>
                <a:moveTo>
                  <a:pt x="456825" y="96648"/>
                </a:moveTo>
                <a:cubicBezTo>
                  <a:pt x="480226" y="96648"/>
                  <a:pt x="498786" y="116015"/>
                  <a:pt x="498786" y="139416"/>
                </a:cubicBezTo>
                <a:cubicBezTo>
                  <a:pt x="498786" y="162817"/>
                  <a:pt x="480226" y="181377"/>
                  <a:pt x="456825" y="181377"/>
                </a:cubicBezTo>
                <a:cubicBezTo>
                  <a:pt x="433424" y="181377"/>
                  <a:pt x="414057" y="162817"/>
                  <a:pt x="414057" y="139416"/>
                </a:cubicBezTo>
                <a:cubicBezTo>
                  <a:pt x="414057" y="116015"/>
                  <a:pt x="433424" y="96648"/>
                  <a:pt x="456825" y="96648"/>
                </a:cubicBezTo>
                <a:close/>
                <a:moveTo>
                  <a:pt x="336503" y="0"/>
                </a:moveTo>
                <a:lnTo>
                  <a:pt x="487405" y="0"/>
                </a:lnTo>
                <a:lnTo>
                  <a:pt x="606835" y="119277"/>
                </a:lnTo>
                <a:lnTo>
                  <a:pt x="606835" y="266762"/>
                </a:lnTo>
                <a:lnTo>
                  <a:pt x="585854" y="266762"/>
                </a:lnTo>
                <a:lnTo>
                  <a:pt x="585854" y="128142"/>
                </a:lnTo>
                <a:lnTo>
                  <a:pt x="478528" y="21760"/>
                </a:lnTo>
                <a:lnTo>
                  <a:pt x="345380" y="21760"/>
                </a:lnTo>
                <a:lnTo>
                  <a:pt x="95221" y="270792"/>
                </a:lnTo>
                <a:lnTo>
                  <a:pt x="353449" y="527076"/>
                </a:lnTo>
                <a:lnTo>
                  <a:pt x="270332" y="606057"/>
                </a:lnTo>
                <a:lnTo>
                  <a:pt x="0" y="335266"/>
                </a:lnTo>
                <a:lnTo>
                  <a:pt x="64557" y="2707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586005" y="4175402"/>
            <a:ext cx="16470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  <a:cs typeface="Manrope SemiBold" charset="0"/>
              </a:rPr>
              <a:t>Title here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  <a:cs typeface="Manrope SemiBold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417514" y="4575512"/>
            <a:ext cx="1983998" cy="827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SemiBold" charset="0"/>
                <a:ea typeface="Manrope SemiBold" charset="0"/>
                <a:cs typeface="MuseoModerno Black" pitchFamily="2" charset="0"/>
              </a:rPr>
              <a:t>It serves a variety of purposes, making powerful tools for convincing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MuseoModerno Black" pitchFamily="2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72492" y="4175402"/>
            <a:ext cx="16470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  <a:cs typeface="Manrope SemiBold" charset="0"/>
              </a:rPr>
              <a:t>Title here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  <a:cs typeface="Manrope SemiBold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104001" y="4575512"/>
            <a:ext cx="1983998" cy="827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SemiBold" charset="0"/>
                <a:ea typeface="Manrope SemiBold" charset="0"/>
                <a:cs typeface="MuseoModerno Black" pitchFamily="2" charset="0"/>
              </a:rPr>
              <a:t>It serves a variety of purposes, making powerful tools for convincing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MuseoModerno Black" pitchFamily="2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941858" y="4175402"/>
            <a:ext cx="16470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accent1"/>
                </a:solidFill>
                <a:latin typeface="+mj-ea"/>
                <a:ea typeface="+mj-ea"/>
                <a:cs typeface="Manrope SemiBold" charset="0"/>
              </a:rPr>
              <a:t>Title here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  <a:cs typeface="Manrope SemiBold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773367" y="4575512"/>
            <a:ext cx="1983998" cy="827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SemiBold" charset="0"/>
                <a:ea typeface="Manrope SemiBold" charset="0"/>
                <a:cs typeface="MuseoModerno Black" pitchFamily="2" charset="0"/>
              </a:rPr>
              <a:t>It serves a variety of purposes, making powerful tools for convincing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MuseoModerno Black" pitchFamily="2" charset="0"/>
            </a:endParaRPr>
          </a:p>
        </p:txBody>
      </p:sp>
      <p:pic>
        <p:nvPicPr>
          <p:cNvPr id="2" name="图形 1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51888" y="3513430"/>
            <a:ext cx="1734992" cy="2949325"/>
          </a:xfrm>
          <a:prstGeom prst="rect">
            <a:avLst/>
          </a:prstGeom>
        </p:spPr>
      </p:pic>
      <p:pic>
        <p:nvPicPr>
          <p:cNvPr id="25" name="图形 24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49706" y="3723316"/>
            <a:ext cx="1647017" cy="1351746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useoModerno Black" pitchFamily="2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471237" y="403058"/>
            <a:ext cx="11249526" cy="6051884"/>
          </a:xfrm>
          <a:prstGeom prst="roundRect">
            <a:avLst>
              <a:gd name="adj" fmla="val 4617"/>
            </a:avLst>
          </a:prstGeom>
          <a:solidFill>
            <a:srgbClr val="FFF9F3"/>
          </a:solidFill>
          <a:ln w="19050">
            <a:solidFill>
              <a:srgbClr val="4556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useoModerno Black" pitchFamily="2" charset="0"/>
            </a:endParaRPr>
          </a:p>
        </p:txBody>
      </p:sp>
      <p:pic>
        <p:nvPicPr>
          <p:cNvPr id="149" name="图形 14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236" y="129438"/>
            <a:ext cx="710568" cy="710568"/>
          </a:xfrm>
          <a:prstGeom prst="rect">
            <a:avLst/>
          </a:prstGeom>
        </p:spPr>
      </p:pic>
      <p:sp>
        <p:nvSpPr>
          <p:cNvPr id="150" name="矩形 149"/>
          <p:cNvSpPr/>
          <p:nvPr/>
        </p:nvSpPr>
        <p:spPr>
          <a:xfrm>
            <a:off x="1038236" y="617522"/>
            <a:ext cx="14059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B52F"/>
                </a:solidFill>
                <a:latin typeface="MuseoModerno Black" pitchFamily="2" charset="0"/>
                <a:cs typeface="Manrope SemiBold" charset="0"/>
              </a:rPr>
              <a:t>logo here</a:t>
            </a:r>
            <a:endParaRPr lang="zh-CN" altLang="en-US" sz="1600" dirty="0">
              <a:solidFill>
                <a:srgbClr val="FFB52F"/>
              </a:solidFill>
              <a:latin typeface="MuseoModerno Black" pitchFamily="2" charset="0"/>
              <a:cs typeface="Manrope SemiBold" charset="0"/>
            </a:endParaRPr>
          </a:p>
        </p:txBody>
      </p:sp>
      <p:pic>
        <p:nvPicPr>
          <p:cNvPr id="153" name="图形 1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03106" y="787894"/>
            <a:ext cx="577945" cy="365018"/>
          </a:xfrm>
          <a:prstGeom prst="rect">
            <a:avLst/>
          </a:prstGeom>
        </p:spPr>
      </p:pic>
      <p:pic>
        <p:nvPicPr>
          <p:cNvPr id="155" name="图形 15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707" y="6218521"/>
            <a:ext cx="424888" cy="424888"/>
          </a:xfrm>
          <a:prstGeom prst="rect">
            <a:avLst/>
          </a:prstGeom>
        </p:spPr>
      </p:pic>
      <p:pic>
        <p:nvPicPr>
          <p:cNvPr id="156" name="图形 15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9108" y="6205523"/>
            <a:ext cx="450884" cy="450884"/>
          </a:xfrm>
          <a:prstGeom prst="rect">
            <a:avLst/>
          </a:prstGeom>
        </p:spPr>
      </p:pic>
      <p:pic>
        <p:nvPicPr>
          <p:cNvPr id="157" name="图形 15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10827948" y="6383661"/>
            <a:ext cx="514098" cy="158184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80527" y="1152912"/>
            <a:ext cx="4486873" cy="4654128"/>
            <a:chOff x="1380527" y="1112681"/>
            <a:chExt cx="4715473" cy="4891249"/>
          </a:xfrm>
        </p:grpSpPr>
        <p:pic>
          <p:nvPicPr>
            <p:cNvPr id="145" name="图形 144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724242" y="1544284"/>
              <a:ext cx="4028043" cy="4028043"/>
            </a:xfrm>
            <a:prstGeom prst="rect">
              <a:avLst/>
            </a:prstGeom>
          </p:spPr>
        </p:pic>
        <p:pic>
          <p:nvPicPr>
            <p:cNvPr id="2" name="图形 1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380527" y="1112681"/>
              <a:ext cx="4715473" cy="4891249"/>
            </a:xfrm>
            <a:prstGeom prst="rect">
              <a:avLst/>
            </a:prstGeom>
          </p:spPr>
        </p:pic>
      </p:grpSp>
      <p:sp>
        <p:nvSpPr>
          <p:cNvPr id="154" name="矩形 153"/>
          <p:cNvSpPr/>
          <p:nvPr/>
        </p:nvSpPr>
        <p:spPr>
          <a:xfrm>
            <a:off x="6257952" y="1342616"/>
            <a:ext cx="3000348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5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04</a:t>
            </a:r>
            <a:endParaRPr lang="zh-CN" altLang="en-US" sz="115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413502" y="4639507"/>
            <a:ext cx="4849749" cy="573875"/>
            <a:chOff x="6350425" y="4453686"/>
            <a:chExt cx="4849749" cy="573875"/>
          </a:xfrm>
        </p:grpSpPr>
        <p:grpSp>
          <p:nvGrpSpPr>
            <p:cNvPr id="163" name="组合 162"/>
            <p:cNvGrpSpPr/>
            <p:nvPr/>
          </p:nvGrpSpPr>
          <p:grpSpPr>
            <a:xfrm>
              <a:off x="6350425" y="4541906"/>
              <a:ext cx="852530" cy="397434"/>
              <a:chOff x="3971239" y="1943294"/>
              <a:chExt cx="1163867" cy="542573"/>
            </a:xfrm>
          </p:grpSpPr>
          <p:sp>
            <p:nvSpPr>
              <p:cNvPr id="164" name="椭圆 163"/>
              <p:cNvSpPr/>
              <p:nvPr/>
            </p:nvSpPr>
            <p:spPr>
              <a:xfrm>
                <a:off x="3971239" y="1943294"/>
                <a:ext cx="542573" cy="542573"/>
              </a:xfrm>
              <a:prstGeom prst="ellipse">
                <a:avLst/>
              </a:prstGeom>
              <a:solidFill>
                <a:srgbClr val="FFB52F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165" name="椭圆 164"/>
              <p:cNvSpPr/>
              <p:nvPr/>
            </p:nvSpPr>
            <p:spPr>
              <a:xfrm>
                <a:off x="4592533" y="1943294"/>
                <a:ext cx="542573" cy="542573"/>
              </a:xfrm>
              <a:prstGeom prst="ellipse">
                <a:avLst/>
              </a:prstGeom>
              <a:solidFill>
                <a:srgbClr val="FFB52F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166" name="Oval 140"/>
              <p:cNvSpPr/>
              <p:nvPr/>
            </p:nvSpPr>
            <p:spPr>
              <a:xfrm>
                <a:off x="4137894" y="2119906"/>
                <a:ext cx="209263" cy="189349"/>
              </a:xfrm>
              <a:custGeom>
                <a:avLst/>
                <a:gdLst>
                  <a:gd name="connsiteX0" fmla="*/ 362353 w 606580"/>
                  <a:gd name="connsiteY0" fmla="*/ 250084 h 548858"/>
                  <a:gd name="connsiteX1" fmla="*/ 513151 w 606580"/>
                  <a:gd name="connsiteY1" fmla="*/ 250084 h 548858"/>
                  <a:gd name="connsiteX2" fmla="*/ 513151 w 606580"/>
                  <a:gd name="connsiteY2" fmla="*/ 287907 h 548858"/>
                  <a:gd name="connsiteX3" fmla="*/ 362353 w 606580"/>
                  <a:gd name="connsiteY3" fmla="*/ 287907 h 548858"/>
                  <a:gd name="connsiteX4" fmla="*/ 362353 w 606580"/>
                  <a:gd name="connsiteY4" fmla="*/ 193349 h 548858"/>
                  <a:gd name="connsiteX5" fmla="*/ 513151 w 606580"/>
                  <a:gd name="connsiteY5" fmla="*/ 193349 h 548858"/>
                  <a:gd name="connsiteX6" fmla="*/ 513151 w 606580"/>
                  <a:gd name="connsiteY6" fmla="*/ 231172 h 548858"/>
                  <a:gd name="connsiteX7" fmla="*/ 362353 w 606580"/>
                  <a:gd name="connsiteY7" fmla="*/ 231172 h 548858"/>
                  <a:gd name="connsiteX8" fmla="*/ 228608 w 606580"/>
                  <a:gd name="connsiteY8" fmla="*/ 151254 h 548858"/>
                  <a:gd name="connsiteX9" fmla="*/ 228608 w 606580"/>
                  <a:gd name="connsiteY9" fmla="*/ 195378 h 548858"/>
                  <a:gd name="connsiteX10" fmla="*/ 275122 w 606580"/>
                  <a:gd name="connsiteY10" fmla="*/ 195378 h 548858"/>
                  <a:gd name="connsiteX11" fmla="*/ 228608 w 606580"/>
                  <a:gd name="connsiteY11" fmla="*/ 151254 h 548858"/>
                  <a:gd name="connsiteX12" fmla="*/ 190635 w 606580"/>
                  <a:gd name="connsiteY12" fmla="*/ 148843 h 548858"/>
                  <a:gd name="connsiteX13" fmla="*/ 131402 w 606580"/>
                  <a:gd name="connsiteY13" fmla="*/ 221611 h 548858"/>
                  <a:gd name="connsiteX14" fmla="*/ 205769 w 606580"/>
                  <a:gd name="connsiteY14" fmla="*/ 295862 h 548858"/>
                  <a:gd name="connsiteX15" fmla="*/ 279022 w 606580"/>
                  <a:gd name="connsiteY15" fmla="*/ 233291 h 548858"/>
                  <a:gd name="connsiteX16" fmla="*/ 190635 w 606580"/>
                  <a:gd name="connsiteY16" fmla="*/ 233291 h 548858"/>
                  <a:gd name="connsiteX17" fmla="*/ 362353 w 606580"/>
                  <a:gd name="connsiteY17" fmla="*/ 133086 h 548858"/>
                  <a:gd name="connsiteX18" fmla="*/ 513151 w 606580"/>
                  <a:gd name="connsiteY18" fmla="*/ 133086 h 548858"/>
                  <a:gd name="connsiteX19" fmla="*/ 513151 w 606580"/>
                  <a:gd name="connsiteY19" fmla="*/ 171050 h 548858"/>
                  <a:gd name="connsiteX20" fmla="*/ 362353 w 606580"/>
                  <a:gd name="connsiteY20" fmla="*/ 171050 h 548858"/>
                  <a:gd name="connsiteX21" fmla="*/ 205769 w 606580"/>
                  <a:gd name="connsiteY21" fmla="*/ 109447 h 548858"/>
                  <a:gd name="connsiteX22" fmla="*/ 318109 w 606580"/>
                  <a:gd name="connsiteY22" fmla="*/ 221611 h 548858"/>
                  <a:gd name="connsiteX23" fmla="*/ 205769 w 606580"/>
                  <a:gd name="connsiteY23" fmla="*/ 333775 h 548858"/>
                  <a:gd name="connsiteX24" fmla="*/ 93429 w 606580"/>
                  <a:gd name="connsiteY24" fmla="*/ 221611 h 548858"/>
                  <a:gd name="connsiteX25" fmla="*/ 205769 w 606580"/>
                  <a:gd name="connsiteY25" fmla="*/ 109447 h 548858"/>
                  <a:gd name="connsiteX26" fmla="*/ 37882 w 606580"/>
                  <a:gd name="connsiteY26" fmla="*/ 37913 h 548858"/>
                  <a:gd name="connsiteX27" fmla="*/ 37882 w 606580"/>
                  <a:gd name="connsiteY27" fmla="*/ 405363 h 548858"/>
                  <a:gd name="connsiteX28" fmla="*/ 568698 w 606580"/>
                  <a:gd name="connsiteY28" fmla="*/ 405363 h 548858"/>
                  <a:gd name="connsiteX29" fmla="*/ 568698 w 606580"/>
                  <a:gd name="connsiteY29" fmla="*/ 37913 h 548858"/>
                  <a:gd name="connsiteX30" fmla="*/ 18941 w 606580"/>
                  <a:gd name="connsiteY30" fmla="*/ 0 h 548858"/>
                  <a:gd name="connsiteX31" fmla="*/ 587639 w 606580"/>
                  <a:gd name="connsiteY31" fmla="*/ 0 h 548858"/>
                  <a:gd name="connsiteX32" fmla="*/ 606580 w 606580"/>
                  <a:gd name="connsiteY32" fmla="*/ 18910 h 548858"/>
                  <a:gd name="connsiteX33" fmla="*/ 606580 w 606580"/>
                  <a:gd name="connsiteY33" fmla="*/ 424273 h 548858"/>
                  <a:gd name="connsiteX34" fmla="*/ 587639 w 606580"/>
                  <a:gd name="connsiteY34" fmla="*/ 443184 h 548858"/>
                  <a:gd name="connsiteX35" fmla="*/ 322277 w 606580"/>
                  <a:gd name="connsiteY35" fmla="*/ 443184 h 548858"/>
                  <a:gd name="connsiteX36" fmla="*/ 322277 w 606580"/>
                  <a:gd name="connsiteY36" fmla="*/ 511038 h 548858"/>
                  <a:gd name="connsiteX37" fmla="*/ 450223 w 606580"/>
                  <a:gd name="connsiteY37" fmla="*/ 511038 h 548858"/>
                  <a:gd name="connsiteX38" fmla="*/ 450223 w 606580"/>
                  <a:gd name="connsiteY38" fmla="*/ 548858 h 548858"/>
                  <a:gd name="connsiteX39" fmla="*/ 156357 w 606580"/>
                  <a:gd name="connsiteY39" fmla="*/ 548858 h 548858"/>
                  <a:gd name="connsiteX40" fmla="*/ 156357 w 606580"/>
                  <a:gd name="connsiteY40" fmla="*/ 511038 h 548858"/>
                  <a:gd name="connsiteX41" fmla="*/ 284395 w 606580"/>
                  <a:gd name="connsiteY41" fmla="*/ 511038 h 548858"/>
                  <a:gd name="connsiteX42" fmla="*/ 284395 w 606580"/>
                  <a:gd name="connsiteY42" fmla="*/ 443184 h 548858"/>
                  <a:gd name="connsiteX43" fmla="*/ 18941 w 606580"/>
                  <a:gd name="connsiteY43" fmla="*/ 443184 h 548858"/>
                  <a:gd name="connsiteX44" fmla="*/ 0 w 606580"/>
                  <a:gd name="connsiteY44" fmla="*/ 424273 h 548858"/>
                  <a:gd name="connsiteX45" fmla="*/ 0 w 606580"/>
                  <a:gd name="connsiteY45" fmla="*/ 18910 h 548858"/>
                  <a:gd name="connsiteX46" fmla="*/ 18941 w 606580"/>
                  <a:gd name="connsiteY46" fmla="*/ 0 h 548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606580" h="548858">
                    <a:moveTo>
                      <a:pt x="362353" y="250084"/>
                    </a:moveTo>
                    <a:lnTo>
                      <a:pt x="513151" y="250084"/>
                    </a:lnTo>
                    <a:lnTo>
                      <a:pt x="513151" y="287907"/>
                    </a:lnTo>
                    <a:lnTo>
                      <a:pt x="362353" y="287907"/>
                    </a:lnTo>
                    <a:close/>
                    <a:moveTo>
                      <a:pt x="362353" y="193349"/>
                    </a:moveTo>
                    <a:lnTo>
                      <a:pt x="513151" y="193349"/>
                    </a:lnTo>
                    <a:lnTo>
                      <a:pt x="513151" y="231172"/>
                    </a:lnTo>
                    <a:lnTo>
                      <a:pt x="362353" y="231172"/>
                    </a:lnTo>
                    <a:close/>
                    <a:moveTo>
                      <a:pt x="228608" y="151254"/>
                    </a:moveTo>
                    <a:lnTo>
                      <a:pt x="228608" y="195378"/>
                    </a:lnTo>
                    <a:lnTo>
                      <a:pt x="275122" y="195378"/>
                    </a:lnTo>
                    <a:cubicBezTo>
                      <a:pt x="267138" y="174428"/>
                      <a:pt x="250055" y="158206"/>
                      <a:pt x="228608" y="151254"/>
                    </a:cubicBezTo>
                    <a:close/>
                    <a:moveTo>
                      <a:pt x="190635" y="148843"/>
                    </a:moveTo>
                    <a:cubicBezTo>
                      <a:pt x="156841" y="155888"/>
                      <a:pt x="131402" y="185830"/>
                      <a:pt x="131402" y="221611"/>
                    </a:cubicBezTo>
                    <a:cubicBezTo>
                      <a:pt x="131402" y="262583"/>
                      <a:pt x="164732" y="295862"/>
                      <a:pt x="205769" y="295862"/>
                    </a:cubicBezTo>
                    <a:cubicBezTo>
                      <a:pt x="242813" y="295862"/>
                      <a:pt x="273358" y="268701"/>
                      <a:pt x="279022" y="233291"/>
                    </a:cubicBezTo>
                    <a:lnTo>
                      <a:pt x="190635" y="233291"/>
                    </a:lnTo>
                    <a:close/>
                    <a:moveTo>
                      <a:pt x="362353" y="133086"/>
                    </a:moveTo>
                    <a:lnTo>
                      <a:pt x="513151" y="133086"/>
                    </a:lnTo>
                    <a:lnTo>
                      <a:pt x="513151" y="171050"/>
                    </a:lnTo>
                    <a:lnTo>
                      <a:pt x="362353" y="171050"/>
                    </a:lnTo>
                    <a:close/>
                    <a:moveTo>
                      <a:pt x="205769" y="109447"/>
                    </a:moveTo>
                    <a:cubicBezTo>
                      <a:pt x="267788" y="109447"/>
                      <a:pt x="318109" y="159689"/>
                      <a:pt x="318109" y="221611"/>
                    </a:cubicBezTo>
                    <a:cubicBezTo>
                      <a:pt x="318109" y="283533"/>
                      <a:pt x="267788" y="333775"/>
                      <a:pt x="205769" y="333775"/>
                    </a:cubicBezTo>
                    <a:cubicBezTo>
                      <a:pt x="143750" y="333775"/>
                      <a:pt x="93429" y="283533"/>
                      <a:pt x="93429" y="221611"/>
                    </a:cubicBezTo>
                    <a:cubicBezTo>
                      <a:pt x="93429" y="159689"/>
                      <a:pt x="143750" y="109447"/>
                      <a:pt x="205769" y="109447"/>
                    </a:cubicBezTo>
                    <a:close/>
                    <a:moveTo>
                      <a:pt x="37882" y="37913"/>
                    </a:moveTo>
                    <a:lnTo>
                      <a:pt x="37882" y="405363"/>
                    </a:lnTo>
                    <a:lnTo>
                      <a:pt x="568698" y="405363"/>
                    </a:lnTo>
                    <a:lnTo>
                      <a:pt x="568698" y="37913"/>
                    </a:lnTo>
                    <a:close/>
                    <a:moveTo>
                      <a:pt x="18941" y="0"/>
                    </a:moveTo>
                    <a:lnTo>
                      <a:pt x="587639" y="0"/>
                    </a:lnTo>
                    <a:cubicBezTo>
                      <a:pt x="598038" y="0"/>
                      <a:pt x="606580" y="8528"/>
                      <a:pt x="606580" y="18910"/>
                    </a:cubicBezTo>
                    <a:lnTo>
                      <a:pt x="606580" y="424273"/>
                    </a:lnTo>
                    <a:cubicBezTo>
                      <a:pt x="606580" y="434656"/>
                      <a:pt x="598038" y="443184"/>
                      <a:pt x="587639" y="443184"/>
                    </a:cubicBezTo>
                    <a:lnTo>
                      <a:pt x="322277" y="443184"/>
                    </a:lnTo>
                    <a:lnTo>
                      <a:pt x="322277" y="511038"/>
                    </a:lnTo>
                    <a:lnTo>
                      <a:pt x="450223" y="511038"/>
                    </a:lnTo>
                    <a:lnTo>
                      <a:pt x="450223" y="548858"/>
                    </a:lnTo>
                    <a:lnTo>
                      <a:pt x="156357" y="548858"/>
                    </a:lnTo>
                    <a:lnTo>
                      <a:pt x="156357" y="511038"/>
                    </a:lnTo>
                    <a:lnTo>
                      <a:pt x="284395" y="511038"/>
                    </a:lnTo>
                    <a:lnTo>
                      <a:pt x="284395" y="443184"/>
                    </a:lnTo>
                    <a:lnTo>
                      <a:pt x="18941" y="443184"/>
                    </a:lnTo>
                    <a:cubicBezTo>
                      <a:pt x="8542" y="443184"/>
                      <a:pt x="0" y="434656"/>
                      <a:pt x="0" y="424273"/>
                    </a:cubicBezTo>
                    <a:lnTo>
                      <a:pt x="0" y="18910"/>
                    </a:lnTo>
                    <a:cubicBezTo>
                      <a:pt x="0" y="8528"/>
                      <a:pt x="8542" y="0"/>
                      <a:pt x="1894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167" name="Oval 140"/>
              <p:cNvSpPr/>
              <p:nvPr/>
            </p:nvSpPr>
            <p:spPr>
              <a:xfrm>
                <a:off x="4763628" y="2109949"/>
                <a:ext cx="200383" cy="209263"/>
              </a:xfrm>
              <a:custGeom>
                <a:avLst/>
                <a:gdLst>
                  <a:gd name="T0" fmla="*/ 10185 w 10671"/>
                  <a:gd name="T1" fmla="*/ 3987 h 11145"/>
                  <a:gd name="T2" fmla="*/ 10185 w 10671"/>
                  <a:gd name="T3" fmla="*/ 2746 h 11145"/>
                  <a:gd name="T4" fmla="*/ 7848 w 10671"/>
                  <a:gd name="T5" fmla="*/ 408 h 11145"/>
                  <a:gd name="T6" fmla="*/ 4449 w 10671"/>
                  <a:gd name="T7" fmla="*/ 408 h 11145"/>
                  <a:gd name="T8" fmla="*/ 4348 w 10671"/>
                  <a:gd name="T9" fmla="*/ 200 h 11145"/>
                  <a:gd name="T10" fmla="*/ 4030 w 10671"/>
                  <a:gd name="T11" fmla="*/ 0 h 11145"/>
                  <a:gd name="T12" fmla="*/ 2544 w 10671"/>
                  <a:gd name="T13" fmla="*/ 0 h 11145"/>
                  <a:gd name="T14" fmla="*/ 0 w 10671"/>
                  <a:gd name="T15" fmla="*/ 2543 h 11145"/>
                  <a:gd name="T16" fmla="*/ 0 w 10671"/>
                  <a:gd name="T17" fmla="*/ 8601 h 11145"/>
                  <a:gd name="T18" fmla="*/ 2544 w 10671"/>
                  <a:gd name="T19" fmla="*/ 11145 h 11145"/>
                  <a:gd name="T20" fmla="*/ 8128 w 10671"/>
                  <a:gd name="T21" fmla="*/ 11145 h 11145"/>
                  <a:gd name="T22" fmla="*/ 10671 w 10671"/>
                  <a:gd name="T23" fmla="*/ 8601 h 11145"/>
                  <a:gd name="T24" fmla="*/ 10671 w 10671"/>
                  <a:gd name="T25" fmla="*/ 4612 h 11145"/>
                  <a:gd name="T26" fmla="*/ 10185 w 10671"/>
                  <a:gd name="T27" fmla="*/ 3987 h 11145"/>
                  <a:gd name="T28" fmla="*/ 7848 w 10671"/>
                  <a:gd name="T29" fmla="*/ 1115 h 11145"/>
                  <a:gd name="T30" fmla="*/ 9479 w 10671"/>
                  <a:gd name="T31" fmla="*/ 2746 h 11145"/>
                  <a:gd name="T32" fmla="*/ 9479 w 10671"/>
                  <a:gd name="T33" fmla="*/ 3966 h 11145"/>
                  <a:gd name="T34" fmla="*/ 6166 w 10671"/>
                  <a:gd name="T35" fmla="*/ 3966 h 11145"/>
                  <a:gd name="T36" fmla="*/ 4790 w 10671"/>
                  <a:gd name="T37" fmla="*/ 1115 h 11145"/>
                  <a:gd name="T38" fmla="*/ 7848 w 10671"/>
                  <a:gd name="T39" fmla="*/ 1115 h 11145"/>
                  <a:gd name="T40" fmla="*/ 9964 w 10671"/>
                  <a:gd name="T41" fmla="*/ 8601 h 11145"/>
                  <a:gd name="T42" fmla="*/ 8126 w 10671"/>
                  <a:gd name="T43" fmla="*/ 10438 h 11145"/>
                  <a:gd name="T44" fmla="*/ 2544 w 10671"/>
                  <a:gd name="T45" fmla="*/ 10438 h 11145"/>
                  <a:gd name="T46" fmla="*/ 706 w 10671"/>
                  <a:gd name="T47" fmla="*/ 8601 h 11145"/>
                  <a:gd name="T48" fmla="*/ 706 w 10671"/>
                  <a:gd name="T49" fmla="*/ 2543 h 11145"/>
                  <a:gd name="T50" fmla="*/ 2544 w 10671"/>
                  <a:gd name="T51" fmla="*/ 706 h 11145"/>
                  <a:gd name="T52" fmla="*/ 3809 w 10671"/>
                  <a:gd name="T53" fmla="*/ 706 h 11145"/>
                  <a:gd name="T54" fmla="*/ 5626 w 10671"/>
                  <a:gd name="T55" fmla="*/ 4472 h 11145"/>
                  <a:gd name="T56" fmla="*/ 5944 w 10671"/>
                  <a:gd name="T57" fmla="*/ 4672 h 11145"/>
                  <a:gd name="T58" fmla="*/ 9964 w 10671"/>
                  <a:gd name="T59" fmla="*/ 4672 h 11145"/>
                  <a:gd name="T60" fmla="*/ 9964 w 10671"/>
                  <a:gd name="T61" fmla="*/ 8601 h 11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671" h="11145">
                    <a:moveTo>
                      <a:pt x="10185" y="3987"/>
                    </a:moveTo>
                    <a:lnTo>
                      <a:pt x="10185" y="2746"/>
                    </a:lnTo>
                    <a:cubicBezTo>
                      <a:pt x="10185" y="1457"/>
                      <a:pt x="9136" y="408"/>
                      <a:pt x="7848" y="408"/>
                    </a:cubicBezTo>
                    <a:lnTo>
                      <a:pt x="4449" y="408"/>
                    </a:lnTo>
                    <a:lnTo>
                      <a:pt x="4348" y="200"/>
                    </a:lnTo>
                    <a:cubicBezTo>
                      <a:pt x="4289" y="77"/>
                      <a:pt x="4165" y="0"/>
                      <a:pt x="4030" y="0"/>
                    </a:cubicBezTo>
                    <a:lnTo>
                      <a:pt x="2544" y="0"/>
                    </a:lnTo>
                    <a:cubicBezTo>
                      <a:pt x="1141" y="0"/>
                      <a:pt x="0" y="1141"/>
                      <a:pt x="0" y="2543"/>
                    </a:cubicBezTo>
                    <a:lnTo>
                      <a:pt x="0" y="8601"/>
                    </a:lnTo>
                    <a:cubicBezTo>
                      <a:pt x="0" y="10003"/>
                      <a:pt x="1141" y="11145"/>
                      <a:pt x="2544" y="11145"/>
                    </a:cubicBezTo>
                    <a:lnTo>
                      <a:pt x="8128" y="11145"/>
                    </a:lnTo>
                    <a:cubicBezTo>
                      <a:pt x="9530" y="11145"/>
                      <a:pt x="10671" y="10003"/>
                      <a:pt x="10671" y="8601"/>
                    </a:cubicBezTo>
                    <a:lnTo>
                      <a:pt x="10671" y="4612"/>
                    </a:lnTo>
                    <a:cubicBezTo>
                      <a:pt x="10670" y="4311"/>
                      <a:pt x="10464" y="4058"/>
                      <a:pt x="10185" y="3987"/>
                    </a:cubicBezTo>
                    <a:close/>
                    <a:moveTo>
                      <a:pt x="7848" y="1115"/>
                    </a:moveTo>
                    <a:cubicBezTo>
                      <a:pt x="8748" y="1115"/>
                      <a:pt x="9479" y="1846"/>
                      <a:pt x="9479" y="2746"/>
                    </a:cubicBezTo>
                    <a:lnTo>
                      <a:pt x="9479" y="3966"/>
                    </a:lnTo>
                    <a:lnTo>
                      <a:pt x="6166" y="3966"/>
                    </a:lnTo>
                    <a:lnTo>
                      <a:pt x="4790" y="1115"/>
                    </a:lnTo>
                    <a:lnTo>
                      <a:pt x="7848" y="1115"/>
                    </a:lnTo>
                    <a:close/>
                    <a:moveTo>
                      <a:pt x="9964" y="8601"/>
                    </a:moveTo>
                    <a:cubicBezTo>
                      <a:pt x="9964" y="9615"/>
                      <a:pt x="9140" y="10438"/>
                      <a:pt x="8126" y="10438"/>
                    </a:cubicBezTo>
                    <a:lnTo>
                      <a:pt x="2544" y="10438"/>
                    </a:lnTo>
                    <a:cubicBezTo>
                      <a:pt x="1530" y="10438"/>
                      <a:pt x="706" y="9615"/>
                      <a:pt x="706" y="8601"/>
                    </a:cubicBezTo>
                    <a:lnTo>
                      <a:pt x="706" y="2543"/>
                    </a:lnTo>
                    <a:cubicBezTo>
                      <a:pt x="706" y="1530"/>
                      <a:pt x="1530" y="706"/>
                      <a:pt x="2544" y="706"/>
                    </a:cubicBezTo>
                    <a:lnTo>
                      <a:pt x="3809" y="706"/>
                    </a:lnTo>
                    <a:lnTo>
                      <a:pt x="5626" y="4472"/>
                    </a:lnTo>
                    <a:cubicBezTo>
                      <a:pt x="5685" y="4595"/>
                      <a:pt x="5809" y="4672"/>
                      <a:pt x="5944" y="4672"/>
                    </a:cubicBezTo>
                    <a:lnTo>
                      <a:pt x="9964" y="4672"/>
                    </a:lnTo>
                    <a:lnTo>
                      <a:pt x="9964" y="860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Manrope SemiBold" charset="0"/>
                </a:endParaRPr>
              </a:p>
            </p:txBody>
          </p:sp>
        </p:grpSp>
        <p:sp>
          <p:nvSpPr>
            <p:cNvPr id="168" name="矩形 167"/>
            <p:cNvSpPr/>
            <p:nvPr/>
          </p:nvSpPr>
          <p:spPr>
            <a:xfrm>
              <a:off x="7217477" y="4453686"/>
              <a:ext cx="3982697" cy="573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Manrope SemiBold" charset="0"/>
                </a:rPr>
                <a:t>It serves a variety of purposes, making presentations powerful tools for convincing and teaching.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anrope SemiBold" charset="0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6296052" y="2998113"/>
            <a:ext cx="510705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rgbClr val="FFB52F"/>
                </a:solidFill>
                <a:latin typeface="MuseoModerno Black" pitchFamily="2" charset="0"/>
                <a:cs typeface="Manrope SemiBold" charset="0"/>
              </a:rPr>
              <a:t>Current </a:t>
            </a:r>
            <a:r>
              <a:rPr lang="en-US" altLang="zh-CN" sz="4400" dirty="0" err="1">
                <a:solidFill>
                  <a:srgbClr val="FFB52F"/>
                </a:solidFill>
                <a:latin typeface="MuseoModerno Black" pitchFamily="2" charset="0"/>
                <a:cs typeface="Manrope SemiBold" charset="0"/>
              </a:rPr>
              <a:t>Status&amp;Award</a:t>
            </a:r>
            <a:endParaRPr lang="zh-CN" altLang="en-US" sz="4400" dirty="0">
              <a:solidFill>
                <a:srgbClr val="FFB52F"/>
              </a:solidFill>
              <a:latin typeface="MuseoModerno Black" pitchFamily="2" charset="0"/>
              <a:cs typeface="Manrope SemiBold" charset="0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1006475" y="406131"/>
            <a:ext cx="65055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Current </a:t>
            </a:r>
            <a:r>
              <a:rPr lang="en-US" altLang="zh-CN" sz="3600" dirty="0" err="1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Status&amp;Award</a:t>
            </a:r>
            <a:endParaRPr lang="zh-CN" altLang="en-US" sz="36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154629" y="2112371"/>
            <a:ext cx="9882743" cy="3511540"/>
            <a:chOff x="423824" y="2022994"/>
            <a:chExt cx="10379152" cy="3687924"/>
          </a:xfrm>
        </p:grpSpPr>
        <p:sp>
          <p:nvSpPr>
            <p:cNvPr id="23" name="Flowchart: Off-page Connector 24"/>
            <p:cNvSpPr/>
            <p:nvPr/>
          </p:nvSpPr>
          <p:spPr>
            <a:xfrm>
              <a:off x="423824" y="2085161"/>
              <a:ext cx="965063" cy="937433"/>
            </a:xfrm>
            <a:prstGeom prst="flowChartOffpageConnector">
              <a:avLst/>
            </a:prstGeom>
            <a:solidFill>
              <a:schemeClr val="accent2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+mj-ea"/>
                  <a:ea typeface="+mj-ea"/>
                  <a:cs typeface="Manrope SemiBold" charset="0"/>
                </a:rPr>
                <a:t>01</a:t>
              </a:r>
              <a:endParaRPr lang="en-US" sz="2400" dirty="0">
                <a:solidFill>
                  <a:schemeClr val="bg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24" name="Flowchart: Off-page Connector 30"/>
            <p:cNvSpPr/>
            <p:nvPr/>
          </p:nvSpPr>
          <p:spPr>
            <a:xfrm>
              <a:off x="423824" y="3429318"/>
              <a:ext cx="965063" cy="937436"/>
            </a:xfrm>
            <a:prstGeom prst="flowChartOffpageConnector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+mj-ea"/>
                  <a:ea typeface="+mj-ea"/>
                  <a:cs typeface="Manrope SemiBold" charset="0"/>
                </a:rPr>
                <a:t>02</a:t>
              </a:r>
              <a:endParaRPr lang="en-US" sz="2400" dirty="0">
                <a:solidFill>
                  <a:schemeClr val="bg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25" name="Flowchart: Off-page Connector 35"/>
            <p:cNvSpPr/>
            <p:nvPr/>
          </p:nvSpPr>
          <p:spPr>
            <a:xfrm>
              <a:off x="423824" y="4773481"/>
              <a:ext cx="965063" cy="937436"/>
            </a:xfrm>
            <a:prstGeom prst="flowChartOffpageConnector">
              <a:avLst/>
            </a:prstGeom>
            <a:solidFill>
              <a:schemeClr val="accent2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+mj-ea"/>
                  <a:ea typeface="+mj-ea"/>
                  <a:cs typeface="Manrope SemiBold" charset="0"/>
                </a:rPr>
                <a:t>03</a:t>
              </a:r>
              <a:endParaRPr lang="en-US" sz="2800" dirty="0">
                <a:solidFill>
                  <a:schemeClr val="bg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26" name="TextBox 56"/>
            <p:cNvSpPr txBox="1"/>
            <p:nvPr/>
          </p:nvSpPr>
          <p:spPr>
            <a:xfrm>
              <a:off x="1611169" y="2022994"/>
              <a:ext cx="2219512" cy="3582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accent2"/>
                  </a:solidFill>
                  <a:latin typeface="+mj-ea"/>
                  <a:ea typeface="+mj-ea"/>
                  <a:cs typeface="Manrope SemiBold" charset="0"/>
                </a:rPr>
                <a:t>Title here</a:t>
              </a:r>
              <a:endParaRPr lang="en-US" sz="2000" dirty="0">
                <a:solidFill>
                  <a:schemeClr val="accent2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27" name="TextBox 57"/>
            <p:cNvSpPr txBox="1"/>
            <p:nvPr/>
          </p:nvSpPr>
          <p:spPr>
            <a:xfrm>
              <a:off x="1619314" y="2414016"/>
              <a:ext cx="2752418" cy="505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MuseoModerno Black" pitchFamily="2" charset="0"/>
                </a:rPr>
                <a:t>It serves a variety of purposes, making powerful tools for convincing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sp>
          <p:nvSpPr>
            <p:cNvPr id="28" name="Flowchart: Off-page Connector 58"/>
            <p:cNvSpPr/>
            <p:nvPr/>
          </p:nvSpPr>
          <p:spPr>
            <a:xfrm>
              <a:off x="9837913" y="2085154"/>
              <a:ext cx="965063" cy="937436"/>
            </a:xfrm>
            <a:prstGeom prst="flowChartOffpageConnector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+mj-ea"/>
                  <a:ea typeface="+mj-ea"/>
                  <a:cs typeface="Manrope SemiBold" charset="0"/>
                </a:rPr>
                <a:t>04</a:t>
              </a:r>
              <a:endParaRPr lang="en-US" dirty="0">
                <a:solidFill>
                  <a:schemeClr val="bg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29" name="TextBox 60"/>
            <p:cNvSpPr txBox="1"/>
            <p:nvPr/>
          </p:nvSpPr>
          <p:spPr>
            <a:xfrm>
              <a:off x="1611169" y="3378895"/>
              <a:ext cx="2219512" cy="3582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accent1"/>
                  </a:solidFill>
                  <a:latin typeface="+mj-ea"/>
                  <a:ea typeface="+mj-ea"/>
                  <a:cs typeface="Manrope SemiBold" charset="0"/>
                </a:rPr>
                <a:t>Title here</a:t>
              </a:r>
              <a:endParaRPr lang="en-US" sz="2000" dirty="0">
                <a:solidFill>
                  <a:schemeClr val="accent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30" name="TextBox 61"/>
            <p:cNvSpPr txBox="1"/>
            <p:nvPr/>
          </p:nvSpPr>
          <p:spPr>
            <a:xfrm>
              <a:off x="1619314" y="3758181"/>
              <a:ext cx="2752418" cy="505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MuseoModerno Black" pitchFamily="2" charset="0"/>
                </a:rPr>
                <a:t>It serves a variety of purposes, making powerful tools for convincing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sp>
          <p:nvSpPr>
            <p:cNvPr id="31" name="Flowchart: Off-page Connector 62"/>
            <p:cNvSpPr/>
            <p:nvPr/>
          </p:nvSpPr>
          <p:spPr>
            <a:xfrm>
              <a:off x="9837913" y="3429319"/>
              <a:ext cx="965063" cy="937436"/>
            </a:xfrm>
            <a:prstGeom prst="flowChartOffpageConnector">
              <a:avLst/>
            </a:prstGeom>
            <a:solidFill>
              <a:schemeClr val="accent2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+mj-ea"/>
                  <a:ea typeface="+mj-ea"/>
                  <a:cs typeface="Manrope SemiBold" charset="0"/>
                </a:rPr>
                <a:t>05</a:t>
              </a:r>
              <a:endParaRPr lang="en-US" sz="2400" dirty="0">
                <a:solidFill>
                  <a:schemeClr val="bg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32" name="TextBox 64"/>
            <p:cNvSpPr txBox="1"/>
            <p:nvPr/>
          </p:nvSpPr>
          <p:spPr>
            <a:xfrm>
              <a:off x="1611169" y="4723058"/>
              <a:ext cx="2219512" cy="3582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accent2"/>
                  </a:solidFill>
                  <a:latin typeface="+mj-ea"/>
                  <a:ea typeface="+mj-ea"/>
                  <a:cs typeface="Manrope SemiBold" charset="0"/>
                </a:rPr>
                <a:t>Title here</a:t>
              </a:r>
              <a:endParaRPr lang="en-US" sz="2000" dirty="0">
                <a:solidFill>
                  <a:schemeClr val="accent2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33" name="TextBox 65"/>
            <p:cNvSpPr txBox="1"/>
            <p:nvPr/>
          </p:nvSpPr>
          <p:spPr>
            <a:xfrm>
              <a:off x="1619314" y="5089644"/>
              <a:ext cx="2764759" cy="505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MuseoModerno Black" pitchFamily="2" charset="0"/>
                </a:rPr>
                <a:t>It serves a variety of purposes, making powerful tools for convincing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sp>
          <p:nvSpPr>
            <p:cNvPr id="34" name="Flowchart: Off-page Connector 66"/>
            <p:cNvSpPr/>
            <p:nvPr/>
          </p:nvSpPr>
          <p:spPr>
            <a:xfrm>
              <a:off x="9837913" y="4773481"/>
              <a:ext cx="965063" cy="937437"/>
            </a:xfrm>
            <a:prstGeom prst="flowChartOffpageConnector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+mj-ea"/>
                  <a:ea typeface="+mj-ea"/>
                  <a:cs typeface="Manrope SemiBold" charset="0"/>
                </a:rPr>
                <a:t>06</a:t>
              </a:r>
              <a:endParaRPr lang="en-US" dirty="0">
                <a:solidFill>
                  <a:schemeClr val="bg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35" name="TextBox 48"/>
            <p:cNvSpPr txBox="1"/>
            <p:nvPr/>
          </p:nvSpPr>
          <p:spPr>
            <a:xfrm>
              <a:off x="7630888" y="2022994"/>
              <a:ext cx="1938907" cy="3582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accent1"/>
                  </a:solidFill>
                  <a:latin typeface="+mj-ea"/>
                  <a:ea typeface="+mj-ea"/>
                  <a:cs typeface="Manrope SemiBold" charset="0"/>
                </a:rPr>
                <a:t>Title here</a:t>
              </a:r>
              <a:endParaRPr lang="en-US" sz="2000" dirty="0">
                <a:solidFill>
                  <a:schemeClr val="accent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36" name="TextBox 49"/>
            <p:cNvSpPr txBox="1"/>
            <p:nvPr/>
          </p:nvSpPr>
          <p:spPr>
            <a:xfrm>
              <a:off x="6845697" y="2412105"/>
              <a:ext cx="2724094" cy="505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MuseoModerno Black" pitchFamily="2" charset="0"/>
                </a:rPr>
                <a:t>It serves a variety of purposes, making powerful tools for convincing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sp>
          <p:nvSpPr>
            <p:cNvPr id="37" name="TextBox 51"/>
            <p:cNvSpPr txBox="1"/>
            <p:nvPr/>
          </p:nvSpPr>
          <p:spPr>
            <a:xfrm>
              <a:off x="6628900" y="3378895"/>
              <a:ext cx="2940894" cy="3582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accent2"/>
                  </a:solidFill>
                  <a:latin typeface="+mj-ea"/>
                  <a:ea typeface="+mj-ea"/>
                  <a:cs typeface="Manrope SemiBold" charset="0"/>
                </a:rPr>
                <a:t>Title here</a:t>
              </a:r>
              <a:endParaRPr lang="en-US" sz="2000" dirty="0">
                <a:solidFill>
                  <a:schemeClr val="accent2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38" name="TextBox 52"/>
            <p:cNvSpPr txBox="1"/>
            <p:nvPr/>
          </p:nvSpPr>
          <p:spPr>
            <a:xfrm>
              <a:off x="6857999" y="3758181"/>
              <a:ext cx="2711795" cy="505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MuseoModerno Black" pitchFamily="2" charset="0"/>
                </a:rPr>
                <a:t>It serves a variety of purposes, making powerful tools for convincing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sp>
          <p:nvSpPr>
            <p:cNvPr id="39" name="TextBox 54"/>
            <p:cNvSpPr txBox="1"/>
            <p:nvPr/>
          </p:nvSpPr>
          <p:spPr>
            <a:xfrm>
              <a:off x="7630886" y="4723058"/>
              <a:ext cx="1938907" cy="3582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accent1"/>
                  </a:solidFill>
                  <a:latin typeface="+mj-ea"/>
                  <a:ea typeface="+mj-ea"/>
                  <a:cs typeface="Manrope SemiBold" charset="0"/>
                </a:rPr>
                <a:t>Title here</a:t>
              </a:r>
              <a:endParaRPr lang="en-US" sz="2000" dirty="0">
                <a:solidFill>
                  <a:schemeClr val="accent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40" name="TextBox 55"/>
            <p:cNvSpPr txBox="1"/>
            <p:nvPr/>
          </p:nvSpPr>
          <p:spPr>
            <a:xfrm>
              <a:off x="6857999" y="5115044"/>
              <a:ext cx="2711793" cy="505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SemiBold" charset="0"/>
                  <a:ea typeface="Manrope SemiBold" charset="0"/>
                  <a:cs typeface="MuseoModerno Black" pitchFamily="2" charset="0"/>
                </a:rPr>
                <a:t>It serves a variety of purposes, making powerful tools for convincing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</p:grpSp>
      <p:pic>
        <p:nvPicPr>
          <p:cNvPr id="2" name="图形 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9439" y="2867858"/>
            <a:ext cx="2632528" cy="2644687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1006475" y="406131"/>
            <a:ext cx="65055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Current </a:t>
            </a:r>
            <a:r>
              <a:rPr lang="en-US" altLang="zh-CN" sz="3600" dirty="0" err="1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Status&amp;Award</a:t>
            </a:r>
            <a:endParaRPr lang="zh-CN" altLang="en-US" sz="36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23021" y="1722336"/>
            <a:ext cx="9545959" cy="4198291"/>
            <a:chOff x="930445" y="1722336"/>
            <a:chExt cx="9545959" cy="4198291"/>
          </a:xfrm>
        </p:grpSpPr>
        <p:sp>
          <p:nvSpPr>
            <p:cNvPr id="3" name="Circle: Hollow 16"/>
            <p:cNvSpPr/>
            <p:nvPr/>
          </p:nvSpPr>
          <p:spPr>
            <a:xfrm>
              <a:off x="930445" y="2447046"/>
              <a:ext cx="2638703" cy="2638703"/>
            </a:xfrm>
            <a:prstGeom prst="donut">
              <a:avLst>
                <a:gd name="adj" fmla="val 9962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Manrope SemiBold" charset="0"/>
              </a:endParaRPr>
            </a:p>
          </p:txBody>
        </p:sp>
        <p:sp>
          <p:nvSpPr>
            <p:cNvPr id="4" name="TextBox 19"/>
            <p:cNvSpPr txBox="1"/>
            <p:nvPr/>
          </p:nvSpPr>
          <p:spPr>
            <a:xfrm>
              <a:off x="1755109" y="4188501"/>
              <a:ext cx="9893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+mj-ea"/>
                  <a:ea typeface="+mj-ea"/>
                  <a:cs typeface="Manrope SemiBold" charset="0"/>
                </a:rPr>
                <a:t>750K</a:t>
              </a:r>
              <a:endParaRPr lang="en-ID" sz="2400" dirty="0">
                <a:solidFill>
                  <a:schemeClr val="accent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5" name="Circle: Hollow 17"/>
            <p:cNvSpPr/>
            <p:nvPr/>
          </p:nvSpPr>
          <p:spPr>
            <a:xfrm>
              <a:off x="4384073" y="2447046"/>
              <a:ext cx="2638703" cy="2638703"/>
            </a:xfrm>
            <a:prstGeom prst="donut">
              <a:avLst>
                <a:gd name="adj" fmla="val 9962"/>
              </a:avLst>
            </a:prstGeom>
            <a:solidFill>
              <a:schemeClr val="accent2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Manrope SemiBold" charset="0"/>
              </a:endParaRPr>
            </a:p>
          </p:txBody>
        </p:sp>
        <p:sp>
          <p:nvSpPr>
            <p:cNvPr id="6" name="TextBox 23"/>
            <p:cNvSpPr txBox="1"/>
            <p:nvPr/>
          </p:nvSpPr>
          <p:spPr>
            <a:xfrm>
              <a:off x="5226370" y="4185060"/>
              <a:ext cx="9541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2"/>
                  </a:solidFill>
                  <a:latin typeface="+mj-ea"/>
                  <a:ea typeface="+mj-ea"/>
                  <a:cs typeface="Manrope SemiBold" charset="0"/>
                </a:rPr>
                <a:t>250k</a:t>
              </a:r>
              <a:endParaRPr lang="en-ID" sz="2400" dirty="0">
                <a:solidFill>
                  <a:schemeClr val="accent2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7" name="Circle: Hollow 18"/>
            <p:cNvSpPr/>
            <p:nvPr/>
          </p:nvSpPr>
          <p:spPr>
            <a:xfrm>
              <a:off x="7837701" y="2447046"/>
              <a:ext cx="2638703" cy="2638703"/>
            </a:xfrm>
            <a:prstGeom prst="donut">
              <a:avLst>
                <a:gd name="adj" fmla="val 9962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Manrope SemiBold" charset="0"/>
              </a:endParaRPr>
            </a:p>
          </p:txBody>
        </p:sp>
        <p:sp>
          <p:nvSpPr>
            <p:cNvPr id="8" name="TextBox 24"/>
            <p:cNvSpPr txBox="1"/>
            <p:nvPr/>
          </p:nvSpPr>
          <p:spPr>
            <a:xfrm>
              <a:off x="8679998" y="4130020"/>
              <a:ext cx="9541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+mj-ea"/>
                  <a:ea typeface="+mj-ea"/>
                  <a:cs typeface="Manrope SemiBold" charset="0"/>
                </a:rPr>
                <a:t>500k</a:t>
              </a:r>
              <a:endParaRPr lang="en-ID" sz="2400" dirty="0">
                <a:solidFill>
                  <a:schemeClr val="accent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9" name="Kotak Teks 24"/>
            <p:cNvSpPr txBox="1"/>
            <p:nvPr/>
          </p:nvSpPr>
          <p:spPr>
            <a:xfrm>
              <a:off x="2631608" y="1722336"/>
              <a:ext cx="61436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0" spc="300" dirty="0">
                  <a:solidFill>
                    <a:schemeClr val="accent2"/>
                  </a:solidFill>
                  <a:effectLst/>
                  <a:latin typeface="+mj-ea"/>
                  <a:ea typeface="+mj-ea"/>
                  <a:cs typeface="Manrope SemiBold" charset="0"/>
                </a:rPr>
                <a:t>Add a short description</a:t>
              </a:r>
              <a:endParaRPr lang="zh-CN" altLang="en-US" sz="3200" b="0" spc="300" dirty="0">
                <a:solidFill>
                  <a:schemeClr val="accent2"/>
                </a:solidFill>
                <a:effectLst/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10" name="TextBox 40"/>
            <p:cNvSpPr txBox="1"/>
            <p:nvPr/>
          </p:nvSpPr>
          <p:spPr>
            <a:xfrm>
              <a:off x="1108545" y="5302957"/>
              <a:ext cx="9189759" cy="617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Manrope SemiBold" charset="0"/>
                </a:rPr>
                <a:t>Presentation are communication tools that can be used as </a:t>
              </a:r>
              <a:r>
                <a:rPr lang="en-US" altLang="zh-CN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Manrope SemiBold" charset="0"/>
                </a:rPr>
                <a:t>demontrations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Manrope SemiBold" charset="0"/>
                </a:rPr>
                <a:t>, lectures, reports, and more. it is mostly presented before an </a:t>
              </a:r>
              <a:r>
                <a:rPr lang="en-US" altLang="zh-CN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Manrope SemiBold" charset="0"/>
                </a:rPr>
                <a:t>audience.It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Manrope SemiBold" charset="0"/>
                </a:rPr>
                <a:t> serves a variety of purposes, making presentations powerful tools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Manrope SemiBold" charset="0"/>
              </a:endParaRPr>
            </a:p>
          </p:txBody>
        </p:sp>
        <p:sp>
          <p:nvSpPr>
            <p:cNvPr id="11" name="Oval 11"/>
            <p:cNvSpPr/>
            <p:nvPr/>
          </p:nvSpPr>
          <p:spPr>
            <a:xfrm>
              <a:off x="1938702" y="3238500"/>
              <a:ext cx="622187" cy="622300"/>
            </a:xfrm>
            <a:custGeom>
              <a:avLst/>
              <a:gdLst>
                <a:gd name="T0" fmla="*/ 5760 w 11520"/>
                <a:gd name="T1" fmla="*/ 0 h 11520"/>
                <a:gd name="T2" fmla="*/ 0 w 11520"/>
                <a:gd name="T3" fmla="*/ 5760 h 11520"/>
                <a:gd name="T4" fmla="*/ 5760 w 11520"/>
                <a:gd name="T5" fmla="*/ 11520 h 11520"/>
                <a:gd name="T6" fmla="*/ 11520 w 11520"/>
                <a:gd name="T7" fmla="*/ 5760 h 11520"/>
                <a:gd name="T8" fmla="*/ 5760 w 11520"/>
                <a:gd name="T9" fmla="*/ 0 h 11520"/>
                <a:gd name="T10" fmla="*/ 5760 w 11520"/>
                <a:gd name="T11" fmla="*/ 10880 h 11520"/>
                <a:gd name="T12" fmla="*/ 640 w 11520"/>
                <a:gd name="T13" fmla="*/ 5760 h 11520"/>
                <a:gd name="T14" fmla="*/ 5760 w 11520"/>
                <a:gd name="T15" fmla="*/ 640 h 11520"/>
                <a:gd name="T16" fmla="*/ 10880 w 11520"/>
                <a:gd name="T17" fmla="*/ 5760 h 11520"/>
                <a:gd name="T18" fmla="*/ 5760 w 11520"/>
                <a:gd name="T19" fmla="*/ 10880 h 11520"/>
                <a:gd name="T20" fmla="*/ 6912 w 11520"/>
                <a:gd name="T21" fmla="*/ 3840 h 11520"/>
                <a:gd name="T22" fmla="*/ 6976 w 11520"/>
                <a:gd name="T23" fmla="*/ 4256 h 11520"/>
                <a:gd name="T24" fmla="*/ 7200 w 11520"/>
                <a:gd name="T25" fmla="*/ 7104 h 11520"/>
                <a:gd name="T26" fmla="*/ 7136 w 11520"/>
                <a:gd name="T27" fmla="*/ 7168 h 11520"/>
                <a:gd name="T28" fmla="*/ 3872 w 11520"/>
                <a:gd name="T29" fmla="*/ 5728 h 11520"/>
                <a:gd name="T30" fmla="*/ 4576 w 11520"/>
                <a:gd name="T31" fmla="*/ 4256 h 11520"/>
                <a:gd name="T32" fmla="*/ 4640 w 11520"/>
                <a:gd name="T33" fmla="*/ 3840 h 11520"/>
                <a:gd name="T34" fmla="*/ 4160 w 11520"/>
                <a:gd name="T35" fmla="*/ 3744 h 11520"/>
                <a:gd name="T36" fmla="*/ 3872 w 11520"/>
                <a:gd name="T37" fmla="*/ 7552 h 11520"/>
                <a:gd name="T38" fmla="*/ 3936 w 11520"/>
                <a:gd name="T39" fmla="*/ 7616 h 11520"/>
                <a:gd name="T40" fmla="*/ 8320 w 11520"/>
                <a:gd name="T41" fmla="*/ 5696 h 11520"/>
                <a:gd name="T42" fmla="*/ 7360 w 11520"/>
                <a:gd name="T43" fmla="*/ 3712 h 11520"/>
                <a:gd name="T44" fmla="*/ 6912 w 11520"/>
                <a:gd name="T45" fmla="*/ 3840 h 11520"/>
                <a:gd name="T46" fmla="*/ 5760 w 11520"/>
                <a:gd name="T47" fmla="*/ 5760 h 11520"/>
                <a:gd name="T48" fmla="*/ 5440 w 11520"/>
                <a:gd name="T49" fmla="*/ 5440 h 11520"/>
                <a:gd name="T50" fmla="*/ 5440 w 11520"/>
                <a:gd name="T51" fmla="*/ 3520 h 11520"/>
                <a:gd name="T52" fmla="*/ 5760 w 11520"/>
                <a:gd name="T53" fmla="*/ 3200 h 11520"/>
                <a:gd name="T54" fmla="*/ 6080 w 11520"/>
                <a:gd name="T55" fmla="*/ 3520 h 11520"/>
                <a:gd name="T56" fmla="*/ 6080 w 11520"/>
                <a:gd name="T57" fmla="*/ 5440 h 11520"/>
                <a:gd name="T58" fmla="*/ 5760 w 11520"/>
                <a:gd name="T59" fmla="*/ 5760 h 11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520" h="11520">
                  <a:moveTo>
                    <a:pt x="5760" y="0"/>
                  </a:moveTo>
                  <a:cubicBezTo>
                    <a:pt x="2592" y="0"/>
                    <a:pt x="0" y="2592"/>
                    <a:pt x="0" y="5760"/>
                  </a:cubicBezTo>
                  <a:cubicBezTo>
                    <a:pt x="0" y="8928"/>
                    <a:pt x="2592" y="11520"/>
                    <a:pt x="5760" y="11520"/>
                  </a:cubicBezTo>
                  <a:cubicBezTo>
                    <a:pt x="8928" y="11520"/>
                    <a:pt x="11520" y="8928"/>
                    <a:pt x="11520" y="5760"/>
                  </a:cubicBezTo>
                  <a:cubicBezTo>
                    <a:pt x="11520" y="2592"/>
                    <a:pt x="8928" y="0"/>
                    <a:pt x="5760" y="0"/>
                  </a:cubicBezTo>
                  <a:close/>
                  <a:moveTo>
                    <a:pt x="5760" y="10880"/>
                  </a:moveTo>
                  <a:cubicBezTo>
                    <a:pt x="2944" y="10880"/>
                    <a:pt x="640" y="8576"/>
                    <a:pt x="640" y="5760"/>
                  </a:cubicBezTo>
                  <a:cubicBezTo>
                    <a:pt x="640" y="2944"/>
                    <a:pt x="2944" y="640"/>
                    <a:pt x="5760" y="640"/>
                  </a:cubicBezTo>
                  <a:cubicBezTo>
                    <a:pt x="8576" y="640"/>
                    <a:pt x="10880" y="2944"/>
                    <a:pt x="10880" y="5760"/>
                  </a:cubicBezTo>
                  <a:cubicBezTo>
                    <a:pt x="10880" y="8576"/>
                    <a:pt x="8576" y="10880"/>
                    <a:pt x="5760" y="10880"/>
                  </a:cubicBezTo>
                  <a:close/>
                  <a:moveTo>
                    <a:pt x="6912" y="3840"/>
                  </a:moveTo>
                  <a:cubicBezTo>
                    <a:pt x="6816" y="3968"/>
                    <a:pt x="6848" y="4160"/>
                    <a:pt x="6976" y="4256"/>
                  </a:cubicBezTo>
                  <a:cubicBezTo>
                    <a:pt x="7712" y="4864"/>
                    <a:pt x="8000" y="6016"/>
                    <a:pt x="7200" y="7104"/>
                  </a:cubicBezTo>
                  <a:lnTo>
                    <a:pt x="7136" y="7168"/>
                  </a:lnTo>
                  <a:cubicBezTo>
                    <a:pt x="5568" y="8320"/>
                    <a:pt x="3872" y="7232"/>
                    <a:pt x="3872" y="5728"/>
                  </a:cubicBezTo>
                  <a:cubicBezTo>
                    <a:pt x="3872" y="5120"/>
                    <a:pt x="4160" y="4608"/>
                    <a:pt x="4576" y="4256"/>
                  </a:cubicBezTo>
                  <a:cubicBezTo>
                    <a:pt x="4704" y="4160"/>
                    <a:pt x="4736" y="3968"/>
                    <a:pt x="4640" y="3840"/>
                  </a:cubicBezTo>
                  <a:cubicBezTo>
                    <a:pt x="4544" y="3680"/>
                    <a:pt x="4320" y="3616"/>
                    <a:pt x="4160" y="3744"/>
                  </a:cubicBezTo>
                  <a:cubicBezTo>
                    <a:pt x="3168" y="4544"/>
                    <a:pt x="2784" y="6112"/>
                    <a:pt x="3872" y="7552"/>
                  </a:cubicBezTo>
                  <a:lnTo>
                    <a:pt x="3936" y="7616"/>
                  </a:lnTo>
                  <a:cubicBezTo>
                    <a:pt x="6048" y="9184"/>
                    <a:pt x="8320" y="7712"/>
                    <a:pt x="8320" y="5696"/>
                  </a:cubicBezTo>
                  <a:cubicBezTo>
                    <a:pt x="8320" y="4896"/>
                    <a:pt x="7936" y="4192"/>
                    <a:pt x="7360" y="3712"/>
                  </a:cubicBezTo>
                  <a:cubicBezTo>
                    <a:pt x="7232" y="3648"/>
                    <a:pt x="7008" y="3680"/>
                    <a:pt x="6912" y="3840"/>
                  </a:cubicBezTo>
                  <a:close/>
                  <a:moveTo>
                    <a:pt x="5760" y="5760"/>
                  </a:moveTo>
                  <a:cubicBezTo>
                    <a:pt x="5600" y="5760"/>
                    <a:pt x="5440" y="5632"/>
                    <a:pt x="5440" y="5440"/>
                  </a:cubicBezTo>
                  <a:lnTo>
                    <a:pt x="5440" y="3520"/>
                  </a:lnTo>
                  <a:cubicBezTo>
                    <a:pt x="5440" y="3360"/>
                    <a:pt x="5600" y="3200"/>
                    <a:pt x="5760" y="3200"/>
                  </a:cubicBezTo>
                  <a:cubicBezTo>
                    <a:pt x="5920" y="3200"/>
                    <a:pt x="6080" y="3360"/>
                    <a:pt x="6080" y="3520"/>
                  </a:cubicBezTo>
                  <a:lnTo>
                    <a:pt x="6080" y="5440"/>
                  </a:lnTo>
                  <a:cubicBezTo>
                    <a:pt x="6080" y="5600"/>
                    <a:pt x="5920" y="5760"/>
                    <a:pt x="5760" y="5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sp>
          <p:nvSpPr>
            <p:cNvPr id="12" name="Oval 14"/>
            <p:cNvSpPr/>
            <p:nvPr/>
          </p:nvSpPr>
          <p:spPr>
            <a:xfrm>
              <a:off x="8890395" y="3238500"/>
              <a:ext cx="533313" cy="622300"/>
            </a:xfrm>
            <a:custGeom>
              <a:avLst/>
              <a:gdLst>
                <a:gd name="T0" fmla="*/ 3719 w 10974"/>
                <a:gd name="T1" fmla="*/ 12804 h 12804"/>
                <a:gd name="T2" fmla="*/ 3530 w 10974"/>
                <a:gd name="T3" fmla="*/ 12726 h 12804"/>
                <a:gd name="T4" fmla="*/ 105 w 10974"/>
                <a:gd name="T5" fmla="*/ 9300 h 12804"/>
                <a:gd name="T6" fmla="*/ 105 w 10974"/>
                <a:gd name="T7" fmla="*/ 8923 h 12804"/>
                <a:gd name="T8" fmla="*/ 3530 w 10974"/>
                <a:gd name="T9" fmla="*/ 5498 h 12804"/>
                <a:gd name="T10" fmla="*/ 3986 w 10974"/>
                <a:gd name="T11" fmla="*/ 5687 h 12804"/>
                <a:gd name="T12" fmla="*/ 3986 w 10974"/>
                <a:gd name="T13" fmla="*/ 6789 h 12804"/>
                <a:gd name="T14" fmla="*/ 4094 w 10974"/>
                <a:gd name="T15" fmla="*/ 6790 h 12804"/>
                <a:gd name="T16" fmla="*/ 7544 w 10974"/>
                <a:gd name="T17" fmla="*/ 4955 h 12804"/>
                <a:gd name="T18" fmla="*/ 3609 w 10974"/>
                <a:gd name="T19" fmla="*/ 514 h 12804"/>
                <a:gd name="T20" fmla="*/ 3459 w 10974"/>
                <a:gd name="T21" fmla="*/ 211 h 12804"/>
                <a:gd name="T22" fmla="*/ 3725 w 10974"/>
                <a:gd name="T23" fmla="*/ 4 h 12804"/>
                <a:gd name="T24" fmla="*/ 10974 w 10974"/>
                <a:gd name="T25" fmla="*/ 5687 h 12804"/>
                <a:gd name="T26" fmla="*/ 3986 w 10974"/>
                <a:gd name="T27" fmla="*/ 11697 h 12804"/>
                <a:gd name="T28" fmla="*/ 3986 w 10974"/>
                <a:gd name="T29" fmla="*/ 12537 h 12804"/>
                <a:gd name="T30" fmla="*/ 3719 w 10974"/>
                <a:gd name="T31" fmla="*/ 12804 h 12804"/>
                <a:gd name="T32" fmla="*/ 670 w 10974"/>
                <a:gd name="T33" fmla="*/ 9112 h 12804"/>
                <a:gd name="T34" fmla="*/ 3452 w 10974"/>
                <a:gd name="T35" fmla="*/ 11894 h 12804"/>
                <a:gd name="T36" fmla="*/ 3452 w 10974"/>
                <a:gd name="T37" fmla="*/ 11448 h 12804"/>
                <a:gd name="T38" fmla="*/ 3705 w 10974"/>
                <a:gd name="T39" fmla="*/ 11182 h 12804"/>
                <a:gd name="T40" fmla="*/ 10440 w 10974"/>
                <a:gd name="T41" fmla="*/ 5687 h 12804"/>
                <a:gd name="T42" fmla="*/ 5143 w 10974"/>
                <a:gd name="T43" fmla="*/ 694 h 12804"/>
                <a:gd name="T44" fmla="*/ 8075 w 10974"/>
                <a:gd name="T45" fmla="*/ 5011 h 12804"/>
                <a:gd name="T46" fmla="*/ 4094 w 10974"/>
                <a:gd name="T47" fmla="*/ 7323 h 12804"/>
                <a:gd name="T48" fmla="*/ 3707 w 10974"/>
                <a:gd name="T49" fmla="*/ 7315 h 12804"/>
                <a:gd name="T50" fmla="*/ 3452 w 10974"/>
                <a:gd name="T51" fmla="*/ 7048 h 12804"/>
                <a:gd name="T52" fmla="*/ 3452 w 10974"/>
                <a:gd name="T53" fmla="*/ 6331 h 12804"/>
                <a:gd name="T54" fmla="*/ 670 w 10974"/>
                <a:gd name="T55" fmla="*/ 9112 h 12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974" h="12804">
                  <a:moveTo>
                    <a:pt x="3719" y="12804"/>
                  </a:moveTo>
                  <a:cubicBezTo>
                    <a:pt x="3648" y="12804"/>
                    <a:pt x="3580" y="12776"/>
                    <a:pt x="3530" y="12726"/>
                  </a:cubicBezTo>
                  <a:lnTo>
                    <a:pt x="105" y="9300"/>
                  </a:lnTo>
                  <a:cubicBezTo>
                    <a:pt x="0" y="9196"/>
                    <a:pt x="0" y="9027"/>
                    <a:pt x="105" y="8923"/>
                  </a:cubicBezTo>
                  <a:lnTo>
                    <a:pt x="3530" y="5498"/>
                  </a:lnTo>
                  <a:cubicBezTo>
                    <a:pt x="3698" y="5329"/>
                    <a:pt x="3987" y="5449"/>
                    <a:pt x="3986" y="5687"/>
                  </a:cubicBezTo>
                  <a:lnTo>
                    <a:pt x="3986" y="6789"/>
                  </a:lnTo>
                  <a:lnTo>
                    <a:pt x="4094" y="6790"/>
                  </a:lnTo>
                  <a:cubicBezTo>
                    <a:pt x="5310" y="6790"/>
                    <a:pt x="7375" y="6551"/>
                    <a:pt x="7544" y="4955"/>
                  </a:cubicBezTo>
                  <a:cubicBezTo>
                    <a:pt x="7726" y="3243"/>
                    <a:pt x="6438" y="1790"/>
                    <a:pt x="3609" y="514"/>
                  </a:cubicBezTo>
                  <a:cubicBezTo>
                    <a:pt x="3494" y="461"/>
                    <a:pt x="3431" y="335"/>
                    <a:pt x="3459" y="211"/>
                  </a:cubicBezTo>
                  <a:cubicBezTo>
                    <a:pt x="3486" y="87"/>
                    <a:pt x="3598" y="0"/>
                    <a:pt x="3725" y="4"/>
                  </a:cubicBezTo>
                  <a:cubicBezTo>
                    <a:pt x="3798" y="6"/>
                    <a:pt x="10974" y="235"/>
                    <a:pt x="10974" y="5687"/>
                  </a:cubicBezTo>
                  <a:cubicBezTo>
                    <a:pt x="10974" y="10765"/>
                    <a:pt x="5396" y="11574"/>
                    <a:pt x="3986" y="11697"/>
                  </a:cubicBezTo>
                  <a:lnTo>
                    <a:pt x="3986" y="12537"/>
                  </a:lnTo>
                  <a:cubicBezTo>
                    <a:pt x="3986" y="12685"/>
                    <a:pt x="3866" y="12804"/>
                    <a:pt x="3719" y="12804"/>
                  </a:cubicBezTo>
                  <a:close/>
                  <a:moveTo>
                    <a:pt x="670" y="9112"/>
                  </a:moveTo>
                  <a:lnTo>
                    <a:pt x="3452" y="11894"/>
                  </a:lnTo>
                  <a:lnTo>
                    <a:pt x="3452" y="11448"/>
                  </a:lnTo>
                  <a:cubicBezTo>
                    <a:pt x="3452" y="11307"/>
                    <a:pt x="3563" y="11190"/>
                    <a:pt x="3705" y="11182"/>
                  </a:cubicBezTo>
                  <a:cubicBezTo>
                    <a:pt x="4830" y="11122"/>
                    <a:pt x="10440" y="10574"/>
                    <a:pt x="10440" y="5687"/>
                  </a:cubicBezTo>
                  <a:cubicBezTo>
                    <a:pt x="10440" y="2151"/>
                    <a:pt x="7122" y="1041"/>
                    <a:pt x="5143" y="694"/>
                  </a:cubicBezTo>
                  <a:cubicBezTo>
                    <a:pt x="7290" y="1928"/>
                    <a:pt x="8251" y="3349"/>
                    <a:pt x="8075" y="5011"/>
                  </a:cubicBezTo>
                  <a:cubicBezTo>
                    <a:pt x="7919" y="6481"/>
                    <a:pt x="6468" y="7323"/>
                    <a:pt x="4094" y="7323"/>
                  </a:cubicBezTo>
                  <a:cubicBezTo>
                    <a:pt x="3943" y="7323"/>
                    <a:pt x="3812" y="7319"/>
                    <a:pt x="3707" y="7315"/>
                  </a:cubicBezTo>
                  <a:cubicBezTo>
                    <a:pt x="3565" y="7308"/>
                    <a:pt x="3452" y="7191"/>
                    <a:pt x="3452" y="7048"/>
                  </a:cubicBezTo>
                  <a:lnTo>
                    <a:pt x="3452" y="6331"/>
                  </a:lnTo>
                  <a:lnTo>
                    <a:pt x="670" y="91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  <p:sp>
          <p:nvSpPr>
            <p:cNvPr id="15" name="Oval 15"/>
            <p:cNvSpPr/>
            <p:nvPr/>
          </p:nvSpPr>
          <p:spPr>
            <a:xfrm>
              <a:off x="5405554" y="3238500"/>
              <a:ext cx="595740" cy="622300"/>
            </a:xfrm>
            <a:custGeom>
              <a:avLst/>
              <a:gdLst>
                <a:gd name="connsiteX0" fmla="*/ 211059 w 511774"/>
                <a:gd name="connsiteY0" fmla="*/ 191862 h 534590"/>
                <a:gd name="connsiteX1" fmla="*/ 145564 w 511774"/>
                <a:gd name="connsiteY1" fmla="*/ 345396 h 534590"/>
                <a:gd name="connsiteX2" fmla="*/ 145544 w 511774"/>
                <a:gd name="connsiteY2" fmla="*/ 345396 h 534590"/>
                <a:gd name="connsiteX3" fmla="*/ 145544 w 511774"/>
                <a:gd name="connsiteY3" fmla="*/ 345443 h 534590"/>
                <a:gd name="connsiteX4" fmla="*/ 145564 w 511774"/>
                <a:gd name="connsiteY4" fmla="*/ 345396 h 534590"/>
                <a:gd name="connsiteX5" fmla="*/ 366229 w 511774"/>
                <a:gd name="connsiteY5" fmla="*/ 345396 h 534590"/>
                <a:gd name="connsiteX6" fmla="*/ 329377 w 511774"/>
                <a:gd name="connsiteY6" fmla="*/ 259009 h 534590"/>
                <a:gd name="connsiteX7" fmla="*/ 314188 w 511774"/>
                <a:gd name="connsiteY7" fmla="*/ 294630 h 534590"/>
                <a:gd name="connsiteX8" fmla="*/ 284573 w 511774"/>
                <a:gd name="connsiteY8" fmla="*/ 314203 h 534590"/>
                <a:gd name="connsiteX9" fmla="*/ 254911 w 511774"/>
                <a:gd name="connsiteY9" fmla="*/ 294630 h 534590"/>
                <a:gd name="connsiteX10" fmla="*/ 211059 w 511774"/>
                <a:gd name="connsiteY10" fmla="*/ 161002 h 534590"/>
                <a:gd name="connsiteX11" fmla="*/ 235342 w 511774"/>
                <a:gd name="connsiteY11" fmla="*/ 177051 h 534590"/>
                <a:gd name="connsiteX12" fmla="*/ 280812 w 511774"/>
                <a:gd name="connsiteY12" fmla="*/ 283630 h 534590"/>
                <a:gd name="connsiteX13" fmla="*/ 284573 w 511774"/>
                <a:gd name="connsiteY13" fmla="*/ 286058 h 534590"/>
                <a:gd name="connsiteX14" fmla="*/ 288287 w 511774"/>
                <a:gd name="connsiteY14" fmla="*/ 283630 h 534590"/>
                <a:gd name="connsiteX15" fmla="*/ 305094 w 511774"/>
                <a:gd name="connsiteY15" fmla="*/ 244198 h 534590"/>
                <a:gd name="connsiteX16" fmla="*/ 329377 w 511774"/>
                <a:gd name="connsiteY16" fmla="*/ 228102 h 534590"/>
                <a:gd name="connsiteX17" fmla="*/ 353659 w 511774"/>
                <a:gd name="connsiteY17" fmla="*/ 244198 h 534590"/>
                <a:gd name="connsiteX18" fmla="*/ 393178 w 511774"/>
                <a:gd name="connsiteY18" fmla="*/ 336824 h 534590"/>
                <a:gd name="connsiteX19" fmla="*/ 390892 w 511774"/>
                <a:gd name="connsiteY19" fmla="*/ 361778 h 534590"/>
                <a:gd name="connsiteX20" fmla="*/ 368895 w 511774"/>
                <a:gd name="connsiteY20" fmla="*/ 373588 h 534590"/>
                <a:gd name="connsiteX21" fmla="*/ 142830 w 511774"/>
                <a:gd name="connsiteY21" fmla="*/ 373588 h 534590"/>
                <a:gd name="connsiteX22" fmla="*/ 120833 w 511774"/>
                <a:gd name="connsiteY22" fmla="*/ 361778 h 534590"/>
                <a:gd name="connsiteX23" fmla="*/ 118548 w 511774"/>
                <a:gd name="connsiteY23" fmla="*/ 336824 h 534590"/>
                <a:gd name="connsiteX24" fmla="*/ 186777 w 511774"/>
                <a:gd name="connsiteY24" fmla="*/ 177051 h 534590"/>
                <a:gd name="connsiteX25" fmla="*/ 211059 w 511774"/>
                <a:gd name="connsiteY25" fmla="*/ 161002 h 534590"/>
                <a:gd name="connsiteX26" fmla="*/ 121563 w 511774"/>
                <a:gd name="connsiteY26" fmla="*/ 32194 h 534590"/>
                <a:gd name="connsiteX27" fmla="*/ 32283 w 511774"/>
                <a:gd name="connsiteY27" fmla="*/ 121491 h 534590"/>
                <a:gd name="connsiteX28" fmla="*/ 32283 w 511774"/>
                <a:gd name="connsiteY28" fmla="*/ 413051 h 534590"/>
                <a:gd name="connsiteX29" fmla="*/ 121563 w 511774"/>
                <a:gd name="connsiteY29" fmla="*/ 502348 h 534590"/>
                <a:gd name="connsiteX30" fmla="*/ 390211 w 511774"/>
                <a:gd name="connsiteY30" fmla="*/ 502348 h 534590"/>
                <a:gd name="connsiteX31" fmla="*/ 479491 w 511774"/>
                <a:gd name="connsiteY31" fmla="*/ 413051 h 534590"/>
                <a:gd name="connsiteX32" fmla="*/ 479491 w 511774"/>
                <a:gd name="connsiteY32" fmla="*/ 121491 h 534590"/>
                <a:gd name="connsiteX33" fmla="*/ 390211 w 511774"/>
                <a:gd name="connsiteY33" fmla="*/ 32194 h 534590"/>
                <a:gd name="connsiteX34" fmla="*/ 121563 w 511774"/>
                <a:gd name="connsiteY34" fmla="*/ 0 h 534590"/>
                <a:gd name="connsiteX35" fmla="*/ 390211 w 511774"/>
                <a:gd name="connsiteY35" fmla="*/ 0 h 534590"/>
                <a:gd name="connsiteX36" fmla="*/ 511774 w 511774"/>
                <a:gd name="connsiteY36" fmla="*/ 121491 h 534590"/>
                <a:gd name="connsiteX37" fmla="*/ 511774 w 511774"/>
                <a:gd name="connsiteY37" fmla="*/ 413004 h 534590"/>
                <a:gd name="connsiteX38" fmla="*/ 390211 w 511774"/>
                <a:gd name="connsiteY38" fmla="*/ 534590 h 534590"/>
                <a:gd name="connsiteX39" fmla="*/ 121563 w 511774"/>
                <a:gd name="connsiteY39" fmla="*/ 534590 h 534590"/>
                <a:gd name="connsiteX40" fmla="*/ 0 w 511774"/>
                <a:gd name="connsiteY40" fmla="*/ 413004 h 534590"/>
                <a:gd name="connsiteX41" fmla="*/ 0 w 511774"/>
                <a:gd name="connsiteY41" fmla="*/ 121491 h 534590"/>
                <a:gd name="connsiteX42" fmla="*/ 121563 w 511774"/>
                <a:gd name="connsiteY42" fmla="*/ 0 h 534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511774" h="534590">
                  <a:moveTo>
                    <a:pt x="211059" y="191862"/>
                  </a:moveTo>
                  <a:lnTo>
                    <a:pt x="145564" y="345396"/>
                  </a:lnTo>
                  <a:lnTo>
                    <a:pt x="145544" y="345396"/>
                  </a:lnTo>
                  <a:lnTo>
                    <a:pt x="145544" y="345443"/>
                  </a:lnTo>
                  <a:lnTo>
                    <a:pt x="145564" y="345396"/>
                  </a:lnTo>
                  <a:lnTo>
                    <a:pt x="366229" y="345396"/>
                  </a:lnTo>
                  <a:lnTo>
                    <a:pt x="329377" y="259009"/>
                  </a:lnTo>
                  <a:lnTo>
                    <a:pt x="314188" y="294630"/>
                  </a:lnTo>
                  <a:cubicBezTo>
                    <a:pt x="309094" y="306679"/>
                    <a:pt x="297667" y="314203"/>
                    <a:pt x="284573" y="314203"/>
                  </a:cubicBezTo>
                  <a:cubicBezTo>
                    <a:pt x="271480" y="314203"/>
                    <a:pt x="260100" y="306679"/>
                    <a:pt x="254911" y="294630"/>
                  </a:cubicBezTo>
                  <a:close/>
                  <a:moveTo>
                    <a:pt x="211059" y="161002"/>
                  </a:moveTo>
                  <a:cubicBezTo>
                    <a:pt x="221629" y="161002"/>
                    <a:pt x="231152" y="167288"/>
                    <a:pt x="235342" y="177051"/>
                  </a:cubicBezTo>
                  <a:lnTo>
                    <a:pt x="280812" y="283630"/>
                  </a:lnTo>
                  <a:cubicBezTo>
                    <a:pt x="281717" y="285630"/>
                    <a:pt x="283288" y="286058"/>
                    <a:pt x="284573" y="286058"/>
                  </a:cubicBezTo>
                  <a:cubicBezTo>
                    <a:pt x="285811" y="286058"/>
                    <a:pt x="287430" y="285630"/>
                    <a:pt x="288287" y="283630"/>
                  </a:cubicBezTo>
                  <a:lnTo>
                    <a:pt x="305094" y="244198"/>
                  </a:lnTo>
                  <a:cubicBezTo>
                    <a:pt x="309237" y="234436"/>
                    <a:pt x="318759" y="228102"/>
                    <a:pt x="329377" y="228102"/>
                  </a:cubicBezTo>
                  <a:cubicBezTo>
                    <a:pt x="339947" y="228102"/>
                    <a:pt x="349469" y="234436"/>
                    <a:pt x="353659" y="244198"/>
                  </a:cubicBezTo>
                  <a:lnTo>
                    <a:pt x="393178" y="336824"/>
                  </a:lnTo>
                  <a:cubicBezTo>
                    <a:pt x="396701" y="345015"/>
                    <a:pt x="395844" y="354396"/>
                    <a:pt x="390892" y="361778"/>
                  </a:cubicBezTo>
                  <a:cubicBezTo>
                    <a:pt x="386036" y="369207"/>
                    <a:pt x="377799" y="373588"/>
                    <a:pt x="368895" y="373588"/>
                  </a:cubicBezTo>
                  <a:lnTo>
                    <a:pt x="142830" y="373588"/>
                  </a:lnTo>
                  <a:cubicBezTo>
                    <a:pt x="133974" y="373588"/>
                    <a:pt x="125690" y="369207"/>
                    <a:pt x="120833" y="361778"/>
                  </a:cubicBezTo>
                  <a:cubicBezTo>
                    <a:pt x="115882" y="354349"/>
                    <a:pt x="115072" y="345015"/>
                    <a:pt x="118548" y="336824"/>
                  </a:cubicBezTo>
                  <a:lnTo>
                    <a:pt x="186777" y="177051"/>
                  </a:lnTo>
                  <a:cubicBezTo>
                    <a:pt x="190919" y="167288"/>
                    <a:pt x="200442" y="161002"/>
                    <a:pt x="211059" y="161002"/>
                  </a:cubicBezTo>
                  <a:close/>
                  <a:moveTo>
                    <a:pt x="121563" y="32194"/>
                  </a:moveTo>
                  <a:cubicBezTo>
                    <a:pt x="72328" y="32194"/>
                    <a:pt x="32283" y="72247"/>
                    <a:pt x="32283" y="121491"/>
                  </a:cubicBezTo>
                  <a:lnTo>
                    <a:pt x="32283" y="413051"/>
                  </a:lnTo>
                  <a:cubicBezTo>
                    <a:pt x="32283" y="462296"/>
                    <a:pt x="72328" y="502348"/>
                    <a:pt x="121563" y="502348"/>
                  </a:cubicBezTo>
                  <a:lnTo>
                    <a:pt x="390211" y="502348"/>
                  </a:lnTo>
                  <a:cubicBezTo>
                    <a:pt x="439446" y="502348"/>
                    <a:pt x="479491" y="462296"/>
                    <a:pt x="479491" y="413051"/>
                  </a:cubicBezTo>
                  <a:lnTo>
                    <a:pt x="479491" y="121491"/>
                  </a:lnTo>
                  <a:cubicBezTo>
                    <a:pt x="479491" y="72247"/>
                    <a:pt x="439446" y="32194"/>
                    <a:pt x="390211" y="32194"/>
                  </a:cubicBezTo>
                  <a:close/>
                  <a:moveTo>
                    <a:pt x="121563" y="0"/>
                  </a:moveTo>
                  <a:lnTo>
                    <a:pt x="390211" y="0"/>
                  </a:lnTo>
                  <a:cubicBezTo>
                    <a:pt x="457254" y="0"/>
                    <a:pt x="511774" y="54530"/>
                    <a:pt x="511774" y="121491"/>
                  </a:cubicBezTo>
                  <a:lnTo>
                    <a:pt x="511774" y="413004"/>
                  </a:lnTo>
                  <a:cubicBezTo>
                    <a:pt x="511774" y="480060"/>
                    <a:pt x="457254" y="534590"/>
                    <a:pt x="390211" y="534590"/>
                  </a:cubicBezTo>
                  <a:lnTo>
                    <a:pt x="121563" y="534590"/>
                  </a:lnTo>
                  <a:cubicBezTo>
                    <a:pt x="54520" y="534590"/>
                    <a:pt x="0" y="480060"/>
                    <a:pt x="0" y="413004"/>
                  </a:cubicBezTo>
                  <a:lnTo>
                    <a:pt x="0" y="121491"/>
                  </a:lnTo>
                  <a:cubicBezTo>
                    <a:pt x="0" y="54530"/>
                    <a:pt x="54520" y="0"/>
                    <a:pt x="1215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MuseoModerno Black" pitchFamily="2" charset="0"/>
              </a:endParaRPr>
            </a:p>
          </p:txBody>
        </p:sp>
      </p:grpSp>
      <p:pic>
        <p:nvPicPr>
          <p:cNvPr id="16" name="图形 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9877" y="2524319"/>
            <a:ext cx="1296650" cy="2855911"/>
          </a:xfrm>
          <a:prstGeom prst="rect">
            <a:avLst/>
          </a:prstGeom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3813" y="2595213"/>
            <a:ext cx="939574" cy="70636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useoModerno Black" pitchFamily="2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471237" y="403058"/>
            <a:ext cx="11249526" cy="6051884"/>
          </a:xfrm>
          <a:prstGeom prst="roundRect">
            <a:avLst>
              <a:gd name="adj" fmla="val 4617"/>
            </a:avLst>
          </a:prstGeom>
          <a:solidFill>
            <a:srgbClr val="FFF9F3"/>
          </a:solidFill>
          <a:ln w="19050">
            <a:solidFill>
              <a:srgbClr val="4556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useoModerno Black" pitchFamily="2" charset="0"/>
            </a:endParaRPr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97484" y="1310896"/>
            <a:ext cx="4028043" cy="4028043"/>
          </a:xfrm>
          <a:prstGeom prst="rect">
            <a:avLst/>
          </a:prstGeom>
        </p:spPr>
      </p:pic>
      <p:grpSp>
        <p:nvGrpSpPr>
          <p:cNvPr id="127" name="组合 126"/>
          <p:cNvGrpSpPr/>
          <p:nvPr/>
        </p:nvGrpSpPr>
        <p:grpSpPr>
          <a:xfrm>
            <a:off x="9673042" y="929318"/>
            <a:ext cx="1077886" cy="797447"/>
            <a:chOff x="9861360" y="1584158"/>
            <a:chExt cx="1400790" cy="1036340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9878667" y="1601464"/>
              <a:ext cx="788962" cy="789980"/>
            </a:xfrm>
            <a:custGeom>
              <a:avLst/>
              <a:gdLst>
                <a:gd name="T0" fmla="*/ 1447 w 1668"/>
                <a:gd name="T1" fmla="*/ 580 h 1668"/>
                <a:gd name="T2" fmla="*/ 1479 w 1668"/>
                <a:gd name="T3" fmla="*/ 419 h 1668"/>
                <a:gd name="T4" fmla="*/ 1539 w 1668"/>
                <a:gd name="T5" fmla="*/ 359 h 1668"/>
                <a:gd name="T6" fmla="*/ 1309 w 1668"/>
                <a:gd name="T7" fmla="*/ 129 h 1668"/>
                <a:gd name="T8" fmla="*/ 1249 w 1668"/>
                <a:gd name="T9" fmla="*/ 189 h 1668"/>
                <a:gd name="T10" fmla="*/ 1088 w 1668"/>
                <a:gd name="T11" fmla="*/ 221 h 1668"/>
                <a:gd name="T12" fmla="*/ 997 w 1668"/>
                <a:gd name="T13" fmla="*/ 85 h 1668"/>
                <a:gd name="T14" fmla="*/ 997 w 1668"/>
                <a:gd name="T15" fmla="*/ 0 h 1668"/>
                <a:gd name="T16" fmla="*/ 672 w 1668"/>
                <a:gd name="T17" fmla="*/ 0 h 1668"/>
                <a:gd name="T18" fmla="*/ 672 w 1668"/>
                <a:gd name="T19" fmla="*/ 85 h 1668"/>
                <a:gd name="T20" fmla="*/ 580 w 1668"/>
                <a:gd name="T21" fmla="*/ 221 h 1668"/>
                <a:gd name="T22" fmla="*/ 420 w 1668"/>
                <a:gd name="T23" fmla="*/ 189 h 1668"/>
                <a:gd name="T24" fmla="*/ 359 w 1668"/>
                <a:gd name="T25" fmla="*/ 129 h 1668"/>
                <a:gd name="T26" fmla="*/ 129 w 1668"/>
                <a:gd name="T27" fmla="*/ 359 h 1668"/>
                <a:gd name="T28" fmla="*/ 190 w 1668"/>
                <a:gd name="T29" fmla="*/ 419 h 1668"/>
                <a:gd name="T30" fmla="*/ 222 w 1668"/>
                <a:gd name="T31" fmla="*/ 580 h 1668"/>
                <a:gd name="T32" fmla="*/ 85 w 1668"/>
                <a:gd name="T33" fmla="*/ 671 h 1668"/>
                <a:gd name="T34" fmla="*/ 0 w 1668"/>
                <a:gd name="T35" fmla="*/ 671 h 1668"/>
                <a:gd name="T36" fmla="*/ 0 w 1668"/>
                <a:gd name="T37" fmla="*/ 997 h 1668"/>
                <a:gd name="T38" fmla="*/ 85 w 1668"/>
                <a:gd name="T39" fmla="*/ 997 h 1668"/>
                <a:gd name="T40" fmla="*/ 222 w 1668"/>
                <a:gd name="T41" fmla="*/ 1088 h 1668"/>
                <a:gd name="T42" fmla="*/ 190 w 1668"/>
                <a:gd name="T43" fmla="*/ 1249 h 1668"/>
                <a:gd name="T44" fmla="*/ 129 w 1668"/>
                <a:gd name="T45" fmla="*/ 1309 h 1668"/>
                <a:gd name="T46" fmla="*/ 359 w 1668"/>
                <a:gd name="T47" fmla="*/ 1539 h 1668"/>
                <a:gd name="T48" fmla="*/ 420 w 1668"/>
                <a:gd name="T49" fmla="*/ 1479 h 1668"/>
                <a:gd name="T50" fmla="*/ 580 w 1668"/>
                <a:gd name="T51" fmla="*/ 1447 h 1668"/>
                <a:gd name="T52" fmla="*/ 672 w 1668"/>
                <a:gd name="T53" fmla="*/ 1583 h 1668"/>
                <a:gd name="T54" fmla="*/ 672 w 1668"/>
                <a:gd name="T55" fmla="*/ 1668 h 1668"/>
                <a:gd name="T56" fmla="*/ 997 w 1668"/>
                <a:gd name="T57" fmla="*/ 1668 h 1668"/>
                <a:gd name="T58" fmla="*/ 997 w 1668"/>
                <a:gd name="T59" fmla="*/ 1583 h 1668"/>
                <a:gd name="T60" fmla="*/ 1088 w 1668"/>
                <a:gd name="T61" fmla="*/ 1447 h 1668"/>
                <a:gd name="T62" fmla="*/ 1249 w 1668"/>
                <a:gd name="T63" fmla="*/ 1479 h 1668"/>
                <a:gd name="T64" fmla="*/ 1309 w 1668"/>
                <a:gd name="T65" fmla="*/ 1539 h 1668"/>
                <a:gd name="T66" fmla="*/ 1539 w 1668"/>
                <a:gd name="T67" fmla="*/ 1309 h 1668"/>
                <a:gd name="T68" fmla="*/ 1479 w 1668"/>
                <a:gd name="T69" fmla="*/ 1249 h 1668"/>
                <a:gd name="T70" fmla="*/ 1447 w 1668"/>
                <a:gd name="T71" fmla="*/ 1088 h 1668"/>
                <a:gd name="T72" fmla="*/ 1583 w 1668"/>
                <a:gd name="T73" fmla="*/ 997 h 1668"/>
                <a:gd name="T74" fmla="*/ 1668 w 1668"/>
                <a:gd name="T75" fmla="*/ 997 h 1668"/>
                <a:gd name="T76" fmla="*/ 1668 w 1668"/>
                <a:gd name="T77" fmla="*/ 671 h 1668"/>
                <a:gd name="T78" fmla="*/ 1583 w 1668"/>
                <a:gd name="T79" fmla="*/ 671 h 1668"/>
                <a:gd name="T80" fmla="*/ 1447 w 1668"/>
                <a:gd name="T81" fmla="*/ 580 h 1668"/>
                <a:gd name="T82" fmla="*/ 834 w 1668"/>
                <a:gd name="T83" fmla="*/ 1108 h 1668"/>
                <a:gd name="T84" fmla="*/ 560 w 1668"/>
                <a:gd name="T85" fmla="*/ 834 h 1668"/>
                <a:gd name="T86" fmla="*/ 834 w 1668"/>
                <a:gd name="T87" fmla="*/ 560 h 1668"/>
                <a:gd name="T88" fmla="*/ 1108 w 1668"/>
                <a:gd name="T89" fmla="*/ 834 h 1668"/>
                <a:gd name="T90" fmla="*/ 834 w 1668"/>
                <a:gd name="T91" fmla="*/ 1108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68" h="1668">
                  <a:moveTo>
                    <a:pt x="1447" y="580"/>
                  </a:moveTo>
                  <a:cubicBezTo>
                    <a:pt x="1424" y="524"/>
                    <a:pt x="1436" y="462"/>
                    <a:pt x="1479" y="419"/>
                  </a:cubicBezTo>
                  <a:cubicBezTo>
                    <a:pt x="1539" y="359"/>
                    <a:pt x="1539" y="359"/>
                    <a:pt x="1539" y="359"/>
                  </a:cubicBezTo>
                  <a:cubicBezTo>
                    <a:pt x="1309" y="129"/>
                    <a:pt x="1309" y="129"/>
                    <a:pt x="1309" y="129"/>
                  </a:cubicBezTo>
                  <a:cubicBezTo>
                    <a:pt x="1249" y="189"/>
                    <a:pt x="1249" y="189"/>
                    <a:pt x="1249" y="189"/>
                  </a:cubicBezTo>
                  <a:cubicBezTo>
                    <a:pt x="1206" y="232"/>
                    <a:pt x="1144" y="245"/>
                    <a:pt x="1088" y="221"/>
                  </a:cubicBezTo>
                  <a:cubicBezTo>
                    <a:pt x="1032" y="198"/>
                    <a:pt x="997" y="146"/>
                    <a:pt x="997" y="85"/>
                  </a:cubicBezTo>
                  <a:cubicBezTo>
                    <a:pt x="997" y="0"/>
                    <a:pt x="997" y="0"/>
                    <a:pt x="997" y="0"/>
                  </a:cubicBezTo>
                  <a:cubicBezTo>
                    <a:pt x="672" y="0"/>
                    <a:pt x="672" y="0"/>
                    <a:pt x="672" y="0"/>
                  </a:cubicBezTo>
                  <a:cubicBezTo>
                    <a:pt x="672" y="85"/>
                    <a:pt x="672" y="85"/>
                    <a:pt x="672" y="85"/>
                  </a:cubicBezTo>
                  <a:cubicBezTo>
                    <a:pt x="672" y="146"/>
                    <a:pt x="637" y="198"/>
                    <a:pt x="580" y="221"/>
                  </a:cubicBezTo>
                  <a:cubicBezTo>
                    <a:pt x="524" y="245"/>
                    <a:pt x="463" y="232"/>
                    <a:pt x="420" y="189"/>
                  </a:cubicBezTo>
                  <a:cubicBezTo>
                    <a:pt x="359" y="129"/>
                    <a:pt x="359" y="129"/>
                    <a:pt x="359" y="129"/>
                  </a:cubicBezTo>
                  <a:cubicBezTo>
                    <a:pt x="129" y="359"/>
                    <a:pt x="129" y="359"/>
                    <a:pt x="129" y="359"/>
                  </a:cubicBezTo>
                  <a:cubicBezTo>
                    <a:pt x="190" y="419"/>
                    <a:pt x="190" y="419"/>
                    <a:pt x="190" y="419"/>
                  </a:cubicBezTo>
                  <a:cubicBezTo>
                    <a:pt x="233" y="462"/>
                    <a:pt x="245" y="524"/>
                    <a:pt x="222" y="580"/>
                  </a:cubicBezTo>
                  <a:cubicBezTo>
                    <a:pt x="198" y="636"/>
                    <a:pt x="146" y="671"/>
                    <a:pt x="85" y="671"/>
                  </a:cubicBezTo>
                  <a:cubicBezTo>
                    <a:pt x="0" y="671"/>
                    <a:pt x="0" y="671"/>
                    <a:pt x="0" y="671"/>
                  </a:cubicBezTo>
                  <a:cubicBezTo>
                    <a:pt x="0" y="997"/>
                    <a:pt x="0" y="997"/>
                    <a:pt x="0" y="997"/>
                  </a:cubicBezTo>
                  <a:cubicBezTo>
                    <a:pt x="85" y="997"/>
                    <a:pt x="85" y="997"/>
                    <a:pt x="85" y="997"/>
                  </a:cubicBezTo>
                  <a:cubicBezTo>
                    <a:pt x="146" y="997"/>
                    <a:pt x="198" y="1032"/>
                    <a:pt x="222" y="1088"/>
                  </a:cubicBezTo>
                  <a:cubicBezTo>
                    <a:pt x="245" y="1144"/>
                    <a:pt x="233" y="1206"/>
                    <a:pt x="190" y="1249"/>
                  </a:cubicBezTo>
                  <a:cubicBezTo>
                    <a:pt x="129" y="1309"/>
                    <a:pt x="129" y="1309"/>
                    <a:pt x="129" y="1309"/>
                  </a:cubicBezTo>
                  <a:cubicBezTo>
                    <a:pt x="359" y="1539"/>
                    <a:pt x="359" y="1539"/>
                    <a:pt x="359" y="1539"/>
                  </a:cubicBezTo>
                  <a:cubicBezTo>
                    <a:pt x="420" y="1479"/>
                    <a:pt x="420" y="1479"/>
                    <a:pt x="420" y="1479"/>
                  </a:cubicBezTo>
                  <a:cubicBezTo>
                    <a:pt x="463" y="1436"/>
                    <a:pt x="524" y="1423"/>
                    <a:pt x="580" y="1447"/>
                  </a:cubicBezTo>
                  <a:cubicBezTo>
                    <a:pt x="637" y="1470"/>
                    <a:pt x="672" y="1522"/>
                    <a:pt x="672" y="1583"/>
                  </a:cubicBezTo>
                  <a:cubicBezTo>
                    <a:pt x="672" y="1668"/>
                    <a:pt x="672" y="1668"/>
                    <a:pt x="672" y="1668"/>
                  </a:cubicBezTo>
                  <a:cubicBezTo>
                    <a:pt x="997" y="1668"/>
                    <a:pt x="997" y="1668"/>
                    <a:pt x="997" y="1668"/>
                  </a:cubicBezTo>
                  <a:cubicBezTo>
                    <a:pt x="997" y="1583"/>
                    <a:pt x="997" y="1583"/>
                    <a:pt x="997" y="1583"/>
                  </a:cubicBezTo>
                  <a:cubicBezTo>
                    <a:pt x="997" y="1522"/>
                    <a:pt x="1032" y="1470"/>
                    <a:pt x="1088" y="1447"/>
                  </a:cubicBezTo>
                  <a:cubicBezTo>
                    <a:pt x="1144" y="1423"/>
                    <a:pt x="1206" y="1436"/>
                    <a:pt x="1249" y="1479"/>
                  </a:cubicBezTo>
                  <a:cubicBezTo>
                    <a:pt x="1309" y="1539"/>
                    <a:pt x="1309" y="1539"/>
                    <a:pt x="1309" y="1539"/>
                  </a:cubicBezTo>
                  <a:cubicBezTo>
                    <a:pt x="1539" y="1309"/>
                    <a:pt x="1539" y="1309"/>
                    <a:pt x="1539" y="1309"/>
                  </a:cubicBezTo>
                  <a:cubicBezTo>
                    <a:pt x="1479" y="1249"/>
                    <a:pt x="1479" y="1249"/>
                    <a:pt x="1479" y="1249"/>
                  </a:cubicBezTo>
                  <a:cubicBezTo>
                    <a:pt x="1436" y="1206"/>
                    <a:pt x="1424" y="1144"/>
                    <a:pt x="1447" y="1088"/>
                  </a:cubicBezTo>
                  <a:cubicBezTo>
                    <a:pt x="1470" y="1032"/>
                    <a:pt x="1522" y="997"/>
                    <a:pt x="1583" y="997"/>
                  </a:cubicBezTo>
                  <a:cubicBezTo>
                    <a:pt x="1668" y="997"/>
                    <a:pt x="1668" y="997"/>
                    <a:pt x="1668" y="997"/>
                  </a:cubicBezTo>
                  <a:cubicBezTo>
                    <a:pt x="1668" y="671"/>
                    <a:pt x="1668" y="671"/>
                    <a:pt x="1668" y="671"/>
                  </a:cubicBezTo>
                  <a:cubicBezTo>
                    <a:pt x="1583" y="671"/>
                    <a:pt x="1583" y="671"/>
                    <a:pt x="1583" y="671"/>
                  </a:cubicBezTo>
                  <a:cubicBezTo>
                    <a:pt x="1522" y="671"/>
                    <a:pt x="1470" y="636"/>
                    <a:pt x="1447" y="580"/>
                  </a:cubicBezTo>
                  <a:close/>
                  <a:moveTo>
                    <a:pt x="834" y="1108"/>
                  </a:moveTo>
                  <a:cubicBezTo>
                    <a:pt x="683" y="1108"/>
                    <a:pt x="560" y="985"/>
                    <a:pt x="560" y="834"/>
                  </a:cubicBezTo>
                  <a:cubicBezTo>
                    <a:pt x="560" y="683"/>
                    <a:pt x="683" y="560"/>
                    <a:pt x="834" y="560"/>
                  </a:cubicBezTo>
                  <a:cubicBezTo>
                    <a:pt x="985" y="560"/>
                    <a:pt x="1108" y="683"/>
                    <a:pt x="1108" y="834"/>
                  </a:cubicBezTo>
                  <a:cubicBezTo>
                    <a:pt x="1108" y="985"/>
                    <a:pt x="985" y="1108"/>
                    <a:pt x="834" y="1108"/>
                  </a:cubicBezTo>
                  <a:close/>
                </a:path>
              </a:pathLst>
            </a:cu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0768413" y="2126761"/>
              <a:ext cx="475413" cy="475413"/>
            </a:xfrm>
            <a:custGeom>
              <a:avLst/>
              <a:gdLst>
                <a:gd name="T0" fmla="*/ 870 w 1005"/>
                <a:gd name="T1" fmla="*/ 350 h 1005"/>
                <a:gd name="T2" fmla="*/ 891 w 1005"/>
                <a:gd name="T3" fmla="*/ 244 h 1005"/>
                <a:gd name="T4" fmla="*/ 923 w 1005"/>
                <a:gd name="T5" fmla="*/ 212 h 1005"/>
                <a:gd name="T6" fmla="*/ 792 w 1005"/>
                <a:gd name="T7" fmla="*/ 82 h 1005"/>
                <a:gd name="T8" fmla="*/ 761 w 1005"/>
                <a:gd name="T9" fmla="*/ 114 h 1005"/>
                <a:gd name="T10" fmla="*/ 654 w 1005"/>
                <a:gd name="T11" fmla="*/ 135 h 1005"/>
                <a:gd name="T12" fmla="*/ 594 w 1005"/>
                <a:gd name="T13" fmla="*/ 45 h 1005"/>
                <a:gd name="T14" fmla="*/ 594 w 1005"/>
                <a:gd name="T15" fmla="*/ 0 h 1005"/>
                <a:gd name="T16" fmla="*/ 410 w 1005"/>
                <a:gd name="T17" fmla="*/ 0 h 1005"/>
                <a:gd name="T18" fmla="*/ 410 w 1005"/>
                <a:gd name="T19" fmla="*/ 45 h 1005"/>
                <a:gd name="T20" fmla="*/ 350 w 1005"/>
                <a:gd name="T21" fmla="*/ 135 h 1005"/>
                <a:gd name="T22" fmla="*/ 244 w 1005"/>
                <a:gd name="T23" fmla="*/ 114 h 1005"/>
                <a:gd name="T24" fmla="*/ 212 w 1005"/>
                <a:gd name="T25" fmla="*/ 82 h 1005"/>
                <a:gd name="T26" fmla="*/ 82 w 1005"/>
                <a:gd name="T27" fmla="*/ 212 h 1005"/>
                <a:gd name="T28" fmla="*/ 113 w 1005"/>
                <a:gd name="T29" fmla="*/ 244 h 1005"/>
                <a:gd name="T30" fmla="*/ 135 w 1005"/>
                <a:gd name="T31" fmla="*/ 350 h 1005"/>
                <a:gd name="T32" fmla="*/ 45 w 1005"/>
                <a:gd name="T33" fmla="*/ 410 h 1005"/>
                <a:gd name="T34" fmla="*/ 0 w 1005"/>
                <a:gd name="T35" fmla="*/ 410 h 1005"/>
                <a:gd name="T36" fmla="*/ 0 w 1005"/>
                <a:gd name="T37" fmla="*/ 594 h 1005"/>
                <a:gd name="T38" fmla="*/ 45 w 1005"/>
                <a:gd name="T39" fmla="*/ 594 h 1005"/>
                <a:gd name="T40" fmla="*/ 135 w 1005"/>
                <a:gd name="T41" fmla="*/ 655 h 1005"/>
                <a:gd name="T42" fmla="*/ 113 w 1005"/>
                <a:gd name="T43" fmla="*/ 761 h 1005"/>
                <a:gd name="T44" fmla="*/ 82 w 1005"/>
                <a:gd name="T45" fmla="*/ 792 h 1005"/>
                <a:gd name="T46" fmla="*/ 212 w 1005"/>
                <a:gd name="T47" fmla="*/ 923 h 1005"/>
                <a:gd name="T48" fmla="*/ 244 w 1005"/>
                <a:gd name="T49" fmla="*/ 891 h 1005"/>
                <a:gd name="T50" fmla="*/ 350 w 1005"/>
                <a:gd name="T51" fmla="*/ 870 h 1005"/>
                <a:gd name="T52" fmla="*/ 410 w 1005"/>
                <a:gd name="T53" fmla="*/ 960 h 1005"/>
                <a:gd name="T54" fmla="*/ 410 w 1005"/>
                <a:gd name="T55" fmla="*/ 1005 h 1005"/>
                <a:gd name="T56" fmla="*/ 594 w 1005"/>
                <a:gd name="T57" fmla="*/ 1005 h 1005"/>
                <a:gd name="T58" fmla="*/ 594 w 1005"/>
                <a:gd name="T59" fmla="*/ 960 h 1005"/>
                <a:gd name="T60" fmla="*/ 654 w 1005"/>
                <a:gd name="T61" fmla="*/ 870 h 1005"/>
                <a:gd name="T62" fmla="*/ 761 w 1005"/>
                <a:gd name="T63" fmla="*/ 891 h 1005"/>
                <a:gd name="T64" fmla="*/ 792 w 1005"/>
                <a:gd name="T65" fmla="*/ 923 h 1005"/>
                <a:gd name="T66" fmla="*/ 923 w 1005"/>
                <a:gd name="T67" fmla="*/ 792 h 1005"/>
                <a:gd name="T68" fmla="*/ 891 w 1005"/>
                <a:gd name="T69" fmla="*/ 761 h 1005"/>
                <a:gd name="T70" fmla="*/ 870 w 1005"/>
                <a:gd name="T71" fmla="*/ 655 h 1005"/>
                <a:gd name="T72" fmla="*/ 960 w 1005"/>
                <a:gd name="T73" fmla="*/ 594 h 1005"/>
                <a:gd name="T74" fmla="*/ 1005 w 1005"/>
                <a:gd name="T75" fmla="*/ 594 h 1005"/>
                <a:gd name="T76" fmla="*/ 1005 w 1005"/>
                <a:gd name="T77" fmla="*/ 410 h 1005"/>
                <a:gd name="T78" fmla="*/ 960 w 1005"/>
                <a:gd name="T79" fmla="*/ 410 h 1005"/>
                <a:gd name="T80" fmla="*/ 870 w 1005"/>
                <a:gd name="T81" fmla="*/ 350 h 1005"/>
                <a:gd name="T82" fmla="*/ 502 w 1005"/>
                <a:gd name="T83" fmla="*/ 677 h 1005"/>
                <a:gd name="T84" fmla="*/ 328 w 1005"/>
                <a:gd name="T85" fmla="*/ 502 h 1005"/>
                <a:gd name="T86" fmla="*/ 502 w 1005"/>
                <a:gd name="T87" fmla="*/ 328 h 1005"/>
                <a:gd name="T88" fmla="*/ 677 w 1005"/>
                <a:gd name="T89" fmla="*/ 502 h 1005"/>
                <a:gd name="T90" fmla="*/ 502 w 1005"/>
                <a:gd name="T91" fmla="*/ 677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05" h="1005">
                  <a:moveTo>
                    <a:pt x="870" y="350"/>
                  </a:moveTo>
                  <a:cubicBezTo>
                    <a:pt x="854" y="313"/>
                    <a:pt x="862" y="272"/>
                    <a:pt x="891" y="244"/>
                  </a:cubicBezTo>
                  <a:cubicBezTo>
                    <a:pt x="923" y="212"/>
                    <a:pt x="923" y="212"/>
                    <a:pt x="923" y="212"/>
                  </a:cubicBezTo>
                  <a:cubicBezTo>
                    <a:pt x="792" y="82"/>
                    <a:pt x="792" y="82"/>
                    <a:pt x="792" y="82"/>
                  </a:cubicBezTo>
                  <a:cubicBezTo>
                    <a:pt x="761" y="114"/>
                    <a:pt x="761" y="114"/>
                    <a:pt x="761" y="114"/>
                  </a:cubicBezTo>
                  <a:cubicBezTo>
                    <a:pt x="732" y="142"/>
                    <a:pt x="691" y="150"/>
                    <a:pt x="654" y="135"/>
                  </a:cubicBezTo>
                  <a:cubicBezTo>
                    <a:pt x="617" y="119"/>
                    <a:pt x="594" y="85"/>
                    <a:pt x="594" y="45"/>
                  </a:cubicBezTo>
                  <a:cubicBezTo>
                    <a:pt x="594" y="0"/>
                    <a:pt x="594" y="0"/>
                    <a:pt x="594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10" y="45"/>
                    <a:pt x="410" y="45"/>
                    <a:pt x="410" y="45"/>
                  </a:cubicBezTo>
                  <a:cubicBezTo>
                    <a:pt x="410" y="85"/>
                    <a:pt x="387" y="119"/>
                    <a:pt x="350" y="135"/>
                  </a:cubicBezTo>
                  <a:cubicBezTo>
                    <a:pt x="313" y="150"/>
                    <a:pt x="272" y="142"/>
                    <a:pt x="244" y="114"/>
                  </a:cubicBezTo>
                  <a:cubicBezTo>
                    <a:pt x="212" y="82"/>
                    <a:pt x="212" y="82"/>
                    <a:pt x="212" y="82"/>
                  </a:cubicBezTo>
                  <a:cubicBezTo>
                    <a:pt x="82" y="212"/>
                    <a:pt x="82" y="212"/>
                    <a:pt x="82" y="212"/>
                  </a:cubicBezTo>
                  <a:cubicBezTo>
                    <a:pt x="113" y="244"/>
                    <a:pt x="113" y="244"/>
                    <a:pt x="113" y="244"/>
                  </a:cubicBezTo>
                  <a:cubicBezTo>
                    <a:pt x="142" y="272"/>
                    <a:pt x="150" y="313"/>
                    <a:pt x="135" y="350"/>
                  </a:cubicBezTo>
                  <a:cubicBezTo>
                    <a:pt x="119" y="387"/>
                    <a:pt x="85" y="410"/>
                    <a:pt x="45" y="410"/>
                  </a:cubicBezTo>
                  <a:cubicBezTo>
                    <a:pt x="0" y="410"/>
                    <a:pt x="0" y="410"/>
                    <a:pt x="0" y="410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45" y="594"/>
                    <a:pt x="45" y="594"/>
                    <a:pt x="45" y="594"/>
                  </a:cubicBezTo>
                  <a:cubicBezTo>
                    <a:pt x="85" y="594"/>
                    <a:pt x="119" y="617"/>
                    <a:pt x="135" y="655"/>
                  </a:cubicBezTo>
                  <a:cubicBezTo>
                    <a:pt x="150" y="692"/>
                    <a:pt x="142" y="732"/>
                    <a:pt x="113" y="761"/>
                  </a:cubicBezTo>
                  <a:cubicBezTo>
                    <a:pt x="82" y="792"/>
                    <a:pt x="82" y="792"/>
                    <a:pt x="82" y="792"/>
                  </a:cubicBezTo>
                  <a:cubicBezTo>
                    <a:pt x="212" y="923"/>
                    <a:pt x="212" y="923"/>
                    <a:pt x="212" y="923"/>
                  </a:cubicBezTo>
                  <a:cubicBezTo>
                    <a:pt x="244" y="891"/>
                    <a:pt x="244" y="891"/>
                    <a:pt x="244" y="891"/>
                  </a:cubicBezTo>
                  <a:cubicBezTo>
                    <a:pt x="272" y="863"/>
                    <a:pt x="313" y="855"/>
                    <a:pt x="350" y="870"/>
                  </a:cubicBezTo>
                  <a:cubicBezTo>
                    <a:pt x="387" y="885"/>
                    <a:pt x="410" y="920"/>
                    <a:pt x="410" y="960"/>
                  </a:cubicBezTo>
                  <a:cubicBezTo>
                    <a:pt x="410" y="1005"/>
                    <a:pt x="410" y="1005"/>
                    <a:pt x="410" y="1005"/>
                  </a:cubicBezTo>
                  <a:cubicBezTo>
                    <a:pt x="594" y="1005"/>
                    <a:pt x="594" y="1005"/>
                    <a:pt x="594" y="1005"/>
                  </a:cubicBezTo>
                  <a:cubicBezTo>
                    <a:pt x="594" y="960"/>
                    <a:pt x="594" y="960"/>
                    <a:pt x="594" y="960"/>
                  </a:cubicBezTo>
                  <a:cubicBezTo>
                    <a:pt x="594" y="920"/>
                    <a:pt x="617" y="885"/>
                    <a:pt x="654" y="870"/>
                  </a:cubicBezTo>
                  <a:cubicBezTo>
                    <a:pt x="692" y="855"/>
                    <a:pt x="732" y="863"/>
                    <a:pt x="761" y="891"/>
                  </a:cubicBezTo>
                  <a:cubicBezTo>
                    <a:pt x="792" y="923"/>
                    <a:pt x="792" y="923"/>
                    <a:pt x="792" y="923"/>
                  </a:cubicBezTo>
                  <a:cubicBezTo>
                    <a:pt x="923" y="792"/>
                    <a:pt x="923" y="792"/>
                    <a:pt x="923" y="792"/>
                  </a:cubicBezTo>
                  <a:cubicBezTo>
                    <a:pt x="891" y="761"/>
                    <a:pt x="891" y="761"/>
                    <a:pt x="891" y="761"/>
                  </a:cubicBezTo>
                  <a:cubicBezTo>
                    <a:pt x="862" y="732"/>
                    <a:pt x="854" y="692"/>
                    <a:pt x="870" y="655"/>
                  </a:cubicBezTo>
                  <a:cubicBezTo>
                    <a:pt x="885" y="617"/>
                    <a:pt x="920" y="594"/>
                    <a:pt x="960" y="594"/>
                  </a:cubicBezTo>
                  <a:cubicBezTo>
                    <a:pt x="1005" y="594"/>
                    <a:pt x="1005" y="594"/>
                    <a:pt x="1005" y="594"/>
                  </a:cubicBezTo>
                  <a:cubicBezTo>
                    <a:pt x="1005" y="410"/>
                    <a:pt x="1005" y="410"/>
                    <a:pt x="1005" y="410"/>
                  </a:cubicBezTo>
                  <a:cubicBezTo>
                    <a:pt x="960" y="410"/>
                    <a:pt x="960" y="410"/>
                    <a:pt x="960" y="410"/>
                  </a:cubicBezTo>
                  <a:cubicBezTo>
                    <a:pt x="920" y="410"/>
                    <a:pt x="885" y="387"/>
                    <a:pt x="870" y="350"/>
                  </a:cubicBezTo>
                  <a:close/>
                  <a:moveTo>
                    <a:pt x="502" y="677"/>
                  </a:moveTo>
                  <a:cubicBezTo>
                    <a:pt x="406" y="677"/>
                    <a:pt x="328" y="599"/>
                    <a:pt x="328" y="502"/>
                  </a:cubicBezTo>
                  <a:cubicBezTo>
                    <a:pt x="328" y="406"/>
                    <a:pt x="406" y="328"/>
                    <a:pt x="502" y="328"/>
                  </a:cubicBezTo>
                  <a:cubicBezTo>
                    <a:pt x="598" y="328"/>
                    <a:pt x="677" y="406"/>
                    <a:pt x="677" y="502"/>
                  </a:cubicBezTo>
                  <a:cubicBezTo>
                    <a:pt x="677" y="599"/>
                    <a:pt x="598" y="677"/>
                    <a:pt x="502" y="677"/>
                  </a:cubicBezTo>
                  <a:close/>
                </a:path>
              </a:pathLst>
            </a:cu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0143351" y="1867166"/>
              <a:ext cx="259594" cy="259594"/>
            </a:xfrm>
            <a:custGeom>
              <a:avLst/>
              <a:gdLst>
                <a:gd name="T0" fmla="*/ 274 w 548"/>
                <a:gd name="T1" fmla="*/ 0 h 548"/>
                <a:gd name="T2" fmla="*/ 0 w 548"/>
                <a:gd name="T3" fmla="*/ 274 h 548"/>
                <a:gd name="T4" fmla="*/ 274 w 548"/>
                <a:gd name="T5" fmla="*/ 548 h 548"/>
                <a:gd name="T6" fmla="*/ 548 w 548"/>
                <a:gd name="T7" fmla="*/ 274 h 548"/>
                <a:gd name="T8" fmla="*/ 274 w 548"/>
                <a:gd name="T9" fmla="*/ 0 h 548"/>
                <a:gd name="T10" fmla="*/ 274 w 548"/>
                <a:gd name="T11" fmla="*/ 511 h 548"/>
                <a:gd name="T12" fmla="*/ 38 w 548"/>
                <a:gd name="T13" fmla="*/ 274 h 548"/>
                <a:gd name="T14" fmla="*/ 274 w 548"/>
                <a:gd name="T15" fmla="*/ 37 h 548"/>
                <a:gd name="T16" fmla="*/ 511 w 548"/>
                <a:gd name="T17" fmla="*/ 274 h 548"/>
                <a:gd name="T18" fmla="*/ 274 w 548"/>
                <a:gd name="T19" fmla="*/ 51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8" h="548">
                  <a:moveTo>
                    <a:pt x="274" y="0"/>
                  </a:moveTo>
                  <a:cubicBezTo>
                    <a:pt x="123" y="0"/>
                    <a:pt x="0" y="123"/>
                    <a:pt x="0" y="274"/>
                  </a:cubicBezTo>
                  <a:cubicBezTo>
                    <a:pt x="0" y="425"/>
                    <a:pt x="123" y="548"/>
                    <a:pt x="274" y="548"/>
                  </a:cubicBezTo>
                  <a:cubicBezTo>
                    <a:pt x="425" y="548"/>
                    <a:pt x="548" y="425"/>
                    <a:pt x="548" y="274"/>
                  </a:cubicBezTo>
                  <a:cubicBezTo>
                    <a:pt x="548" y="123"/>
                    <a:pt x="425" y="0"/>
                    <a:pt x="274" y="0"/>
                  </a:cubicBezTo>
                  <a:close/>
                  <a:moveTo>
                    <a:pt x="274" y="511"/>
                  </a:moveTo>
                  <a:cubicBezTo>
                    <a:pt x="144" y="511"/>
                    <a:pt x="38" y="404"/>
                    <a:pt x="38" y="274"/>
                  </a:cubicBezTo>
                  <a:cubicBezTo>
                    <a:pt x="38" y="143"/>
                    <a:pt x="144" y="37"/>
                    <a:pt x="274" y="37"/>
                  </a:cubicBezTo>
                  <a:cubicBezTo>
                    <a:pt x="405" y="37"/>
                    <a:pt x="511" y="143"/>
                    <a:pt x="511" y="274"/>
                  </a:cubicBezTo>
                  <a:cubicBezTo>
                    <a:pt x="511" y="404"/>
                    <a:pt x="405" y="511"/>
                    <a:pt x="274" y="511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5" name="Freeform 8"/>
            <p:cNvSpPr>
              <a:spLocks noEditPoints="1"/>
            </p:cNvSpPr>
            <p:nvPr/>
          </p:nvSpPr>
          <p:spPr bwMode="auto">
            <a:xfrm>
              <a:off x="9861360" y="1584158"/>
              <a:ext cx="824593" cy="825611"/>
            </a:xfrm>
            <a:custGeom>
              <a:avLst/>
              <a:gdLst>
                <a:gd name="T0" fmla="*/ 1620 w 1743"/>
                <a:gd name="T1" fmla="*/ 672 h 1743"/>
                <a:gd name="T2" fmla="*/ 1542 w 1743"/>
                <a:gd name="T3" fmla="*/ 484 h 1743"/>
                <a:gd name="T4" fmla="*/ 1621 w 1743"/>
                <a:gd name="T5" fmla="*/ 397 h 1743"/>
                <a:gd name="T6" fmla="*/ 1359 w 1743"/>
                <a:gd name="T7" fmla="*/ 127 h 1743"/>
                <a:gd name="T8" fmla="*/ 1259 w 1743"/>
                <a:gd name="T9" fmla="*/ 201 h 1743"/>
                <a:gd name="T10" fmla="*/ 1071 w 1743"/>
                <a:gd name="T11" fmla="*/ 123 h 1743"/>
                <a:gd name="T12" fmla="*/ 1052 w 1743"/>
                <a:gd name="T13" fmla="*/ 0 h 1743"/>
                <a:gd name="T14" fmla="*/ 671 w 1743"/>
                <a:gd name="T15" fmla="*/ 19 h 1743"/>
                <a:gd name="T16" fmla="*/ 603 w 1743"/>
                <a:gd name="T17" fmla="*/ 225 h 1743"/>
                <a:gd name="T18" fmla="*/ 410 w 1743"/>
                <a:gd name="T19" fmla="*/ 127 h 1743"/>
                <a:gd name="T20" fmla="*/ 383 w 1743"/>
                <a:gd name="T21" fmla="*/ 127 h 1743"/>
                <a:gd name="T22" fmla="*/ 121 w 1743"/>
                <a:gd name="T23" fmla="*/ 397 h 1743"/>
                <a:gd name="T24" fmla="*/ 200 w 1743"/>
                <a:gd name="T25" fmla="*/ 484 h 1743"/>
                <a:gd name="T26" fmla="*/ 122 w 1743"/>
                <a:gd name="T27" fmla="*/ 672 h 1743"/>
                <a:gd name="T28" fmla="*/ 0 w 1743"/>
                <a:gd name="T29" fmla="*/ 691 h 1743"/>
                <a:gd name="T30" fmla="*/ 18 w 1743"/>
                <a:gd name="T31" fmla="*/ 1072 h 1743"/>
                <a:gd name="T32" fmla="*/ 224 w 1743"/>
                <a:gd name="T33" fmla="*/ 1140 h 1743"/>
                <a:gd name="T34" fmla="*/ 127 w 1743"/>
                <a:gd name="T35" fmla="*/ 1334 h 1743"/>
                <a:gd name="T36" fmla="*/ 127 w 1743"/>
                <a:gd name="T37" fmla="*/ 1360 h 1743"/>
                <a:gd name="T38" fmla="*/ 410 w 1743"/>
                <a:gd name="T39" fmla="*/ 1616 h 1743"/>
                <a:gd name="T40" fmla="*/ 603 w 1743"/>
                <a:gd name="T41" fmla="*/ 1519 h 1743"/>
                <a:gd name="T42" fmla="*/ 671 w 1743"/>
                <a:gd name="T43" fmla="*/ 1725 h 1743"/>
                <a:gd name="T44" fmla="*/ 1052 w 1743"/>
                <a:gd name="T45" fmla="*/ 1743 h 1743"/>
                <a:gd name="T46" fmla="*/ 1071 w 1743"/>
                <a:gd name="T47" fmla="*/ 1621 h 1743"/>
                <a:gd name="T48" fmla="*/ 1259 w 1743"/>
                <a:gd name="T49" fmla="*/ 1543 h 1743"/>
                <a:gd name="T50" fmla="*/ 1346 w 1743"/>
                <a:gd name="T51" fmla="*/ 1622 h 1743"/>
                <a:gd name="T52" fmla="*/ 1616 w 1743"/>
                <a:gd name="T53" fmla="*/ 1360 h 1743"/>
                <a:gd name="T54" fmla="*/ 1616 w 1743"/>
                <a:gd name="T55" fmla="*/ 1334 h 1743"/>
                <a:gd name="T56" fmla="*/ 1518 w 1743"/>
                <a:gd name="T57" fmla="*/ 1140 h 1743"/>
                <a:gd name="T58" fmla="*/ 1724 w 1743"/>
                <a:gd name="T59" fmla="*/ 1072 h 1743"/>
                <a:gd name="T60" fmla="*/ 1743 w 1743"/>
                <a:gd name="T61" fmla="*/ 691 h 1743"/>
                <a:gd name="T62" fmla="*/ 1705 w 1743"/>
                <a:gd name="T63" fmla="*/ 1035 h 1743"/>
                <a:gd name="T64" fmla="*/ 1484 w 1743"/>
                <a:gd name="T65" fmla="*/ 1126 h 1743"/>
                <a:gd name="T66" fmla="*/ 1576 w 1743"/>
                <a:gd name="T67" fmla="*/ 1347 h 1743"/>
                <a:gd name="T68" fmla="*/ 1286 w 1743"/>
                <a:gd name="T69" fmla="*/ 1517 h 1743"/>
                <a:gd name="T70" fmla="*/ 1034 w 1743"/>
                <a:gd name="T71" fmla="*/ 1621 h 1743"/>
                <a:gd name="T72" fmla="*/ 709 w 1743"/>
                <a:gd name="T73" fmla="*/ 1706 h 1743"/>
                <a:gd name="T74" fmla="*/ 617 w 1743"/>
                <a:gd name="T75" fmla="*/ 1485 h 1743"/>
                <a:gd name="T76" fmla="*/ 396 w 1743"/>
                <a:gd name="T77" fmla="*/ 1577 h 1743"/>
                <a:gd name="T78" fmla="*/ 227 w 1743"/>
                <a:gd name="T79" fmla="*/ 1287 h 1743"/>
                <a:gd name="T80" fmla="*/ 122 w 1743"/>
                <a:gd name="T81" fmla="*/ 1035 h 1743"/>
                <a:gd name="T82" fmla="*/ 37 w 1743"/>
                <a:gd name="T83" fmla="*/ 709 h 1743"/>
                <a:gd name="T84" fmla="*/ 259 w 1743"/>
                <a:gd name="T85" fmla="*/ 618 h 1743"/>
                <a:gd name="T86" fmla="*/ 166 w 1743"/>
                <a:gd name="T87" fmla="*/ 397 h 1743"/>
                <a:gd name="T88" fmla="*/ 457 w 1743"/>
                <a:gd name="T89" fmla="*/ 227 h 1743"/>
                <a:gd name="T90" fmla="*/ 709 w 1743"/>
                <a:gd name="T91" fmla="*/ 123 h 1743"/>
                <a:gd name="T92" fmla="*/ 1034 w 1743"/>
                <a:gd name="T93" fmla="*/ 38 h 1743"/>
                <a:gd name="T94" fmla="*/ 1125 w 1743"/>
                <a:gd name="T95" fmla="*/ 259 h 1743"/>
                <a:gd name="T96" fmla="*/ 1346 w 1743"/>
                <a:gd name="T97" fmla="*/ 167 h 1743"/>
                <a:gd name="T98" fmla="*/ 1516 w 1743"/>
                <a:gd name="T99" fmla="*/ 457 h 1743"/>
                <a:gd name="T100" fmla="*/ 1620 w 1743"/>
                <a:gd name="T101" fmla="*/ 709 h 1743"/>
                <a:gd name="T102" fmla="*/ 1705 w 1743"/>
                <a:gd name="T103" fmla="*/ 1035 h 1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43" h="1743">
                  <a:moveTo>
                    <a:pt x="1724" y="672"/>
                  </a:moveTo>
                  <a:cubicBezTo>
                    <a:pt x="1620" y="672"/>
                    <a:pt x="1620" y="672"/>
                    <a:pt x="1620" y="672"/>
                  </a:cubicBezTo>
                  <a:cubicBezTo>
                    <a:pt x="1575" y="672"/>
                    <a:pt x="1536" y="646"/>
                    <a:pt x="1518" y="604"/>
                  </a:cubicBezTo>
                  <a:cubicBezTo>
                    <a:pt x="1501" y="562"/>
                    <a:pt x="1510" y="516"/>
                    <a:pt x="1542" y="484"/>
                  </a:cubicBezTo>
                  <a:cubicBezTo>
                    <a:pt x="1616" y="410"/>
                    <a:pt x="1616" y="410"/>
                    <a:pt x="1616" y="410"/>
                  </a:cubicBezTo>
                  <a:cubicBezTo>
                    <a:pt x="1619" y="407"/>
                    <a:pt x="1621" y="402"/>
                    <a:pt x="1621" y="397"/>
                  </a:cubicBezTo>
                  <a:cubicBezTo>
                    <a:pt x="1621" y="392"/>
                    <a:pt x="1619" y="387"/>
                    <a:pt x="1616" y="384"/>
                  </a:cubicBezTo>
                  <a:cubicBezTo>
                    <a:pt x="1359" y="127"/>
                    <a:pt x="1359" y="127"/>
                    <a:pt x="1359" y="127"/>
                  </a:cubicBezTo>
                  <a:cubicBezTo>
                    <a:pt x="1352" y="120"/>
                    <a:pt x="1340" y="120"/>
                    <a:pt x="1333" y="127"/>
                  </a:cubicBezTo>
                  <a:cubicBezTo>
                    <a:pt x="1259" y="201"/>
                    <a:pt x="1259" y="201"/>
                    <a:pt x="1259" y="201"/>
                  </a:cubicBezTo>
                  <a:cubicBezTo>
                    <a:pt x="1227" y="233"/>
                    <a:pt x="1181" y="242"/>
                    <a:pt x="1139" y="225"/>
                  </a:cubicBezTo>
                  <a:cubicBezTo>
                    <a:pt x="1097" y="207"/>
                    <a:pt x="1071" y="168"/>
                    <a:pt x="1071" y="123"/>
                  </a:cubicBezTo>
                  <a:cubicBezTo>
                    <a:pt x="1071" y="19"/>
                    <a:pt x="1071" y="19"/>
                    <a:pt x="1071" y="19"/>
                  </a:cubicBezTo>
                  <a:cubicBezTo>
                    <a:pt x="1071" y="9"/>
                    <a:pt x="1063" y="0"/>
                    <a:pt x="1052" y="0"/>
                  </a:cubicBezTo>
                  <a:cubicBezTo>
                    <a:pt x="690" y="0"/>
                    <a:pt x="690" y="0"/>
                    <a:pt x="690" y="0"/>
                  </a:cubicBezTo>
                  <a:cubicBezTo>
                    <a:pt x="680" y="0"/>
                    <a:pt x="671" y="9"/>
                    <a:pt x="671" y="19"/>
                  </a:cubicBezTo>
                  <a:cubicBezTo>
                    <a:pt x="671" y="123"/>
                    <a:pt x="671" y="123"/>
                    <a:pt x="671" y="123"/>
                  </a:cubicBezTo>
                  <a:cubicBezTo>
                    <a:pt x="671" y="168"/>
                    <a:pt x="645" y="207"/>
                    <a:pt x="603" y="225"/>
                  </a:cubicBezTo>
                  <a:cubicBezTo>
                    <a:pt x="561" y="242"/>
                    <a:pt x="515" y="233"/>
                    <a:pt x="483" y="201"/>
                  </a:cubicBezTo>
                  <a:cubicBezTo>
                    <a:pt x="410" y="127"/>
                    <a:pt x="410" y="127"/>
                    <a:pt x="410" y="127"/>
                  </a:cubicBezTo>
                  <a:cubicBezTo>
                    <a:pt x="406" y="124"/>
                    <a:pt x="401" y="122"/>
                    <a:pt x="396" y="122"/>
                  </a:cubicBezTo>
                  <a:cubicBezTo>
                    <a:pt x="391" y="122"/>
                    <a:pt x="387" y="124"/>
                    <a:pt x="383" y="127"/>
                  </a:cubicBezTo>
                  <a:cubicBezTo>
                    <a:pt x="127" y="384"/>
                    <a:pt x="127" y="384"/>
                    <a:pt x="127" y="384"/>
                  </a:cubicBezTo>
                  <a:cubicBezTo>
                    <a:pt x="123" y="387"/>
                    <a:pt x="121" y="392"/>
                    <a:pt x="121" y="397"/>
                  </a:cubicBezTo>
                  <a:cubicBezTo>
                    <a:pt x="121" y="402"/>
                    <a:pt x="123" y="407"/>
                    <a:pt x="127" y="410"/>
                  </a:cubicBezTo>
                  <a:cubicBezTo>
                    <a:pt x="200" y="484"/>
                    <a:pt x="200" y="484"/>
                    <a:pt x="200" y="484"/>
                  </a:cubicBezTo>
                  <a:cubicBezTo>
                    <a:pt x="232" y="516"/>
                    <a:pt x="241" y="562"/>
                    <a:pt x="224" y="604"/>
                  </a:cubicBezTo>
                  <a:cubicBezTo>
                    <a:pt x="207" y="646"/>
                    <a:pt x="168" y="672"/>
                    <a:pt x="122" y="672"/>
                  </a:cubicBezTo>
                  <a:cubicBezTo>
                    <a:pt x="18" y="672"/>
                    <a:pt x="18" y="672"/>
                    <a:pt x="18" y="672"/>
                  </a:cubicBezTo>
                  <a:cubicBezTo>
                    <a:pt x="8" y="672"/>
                    <a:pt x="0" y="680"/>
                    <a:pt x="0" y="691"/>
                  </a:cubicBezTo>
                  <a:cubicBezTo>
                    <a:pt x="0" y="1053"/>
                    <a:pt x="0" y="1053"/>
                    <a:pt x="0" y="1053"/>
                  </a:cubicBezTo>
                  <a:cubicBezTo>
                    <a:pt x="0" y="1064"/>
                    <a:pt x="8" y="1072"/>
                    <a:pt x="18" y="1072"/>
                  </a:cubicBezTo>
                  <a:cubicBezTo>
                    <a:pt x="122" y="1072"/>
                    <a:pt x="122" y="1072"/>
                    <a:pt x="122" y="1072"/>
                  </a:cubicBezTo>
                  <a:cubicBezTo>
                    <a:pt x="168" y="1072"/>
                    <a:pt x="207" y="1098"/>
                    <a:pt x="224" y="1140"/>
                  </a:cubicBezTo>
                  <a:cubicBezTo>
                    <a:pt x="241" y="1182"/>
                    <a:pt x="232" y="1228"/>
                    <a:pt x="200" y="1260"/>
                  </a:cubicBezTo>
                  <a:cubicBezTo>
                    <a:pt x="127" y="1334"/>
                    <a:pt x="127" y="1334"/>
                    <a:pt x="127" y="1334"/>
                  </a:cubicBezTo>
                  <a:cubicBezTo>
                    <a:pt x="123" y="1337"/>
                    <a:pt x="121" y="1342"/>
                    <a:pt x="121" y="1347"/>
                  </a:cubicBezTo>
                  <a:cubicBezTo>
                    <a:pt x="121" y="1352"/>
                    <a:pt x="123" y="1357"/>
                    <a:pt x="127" y="1360"/>
                  </a:cubicBezTo>
                  <a:cubicBezTo>
                    <a:pt x="383" y="1616"/>
                    <a:pt x="383" y="1616"/>
                    <a:pt x="383" y="1616"/>
                  </a:cubicBezTo>
                  <a:cubicBezTo>
                    <a:pt x="390" y="1623"/>
                    <a:pt x="403" y="1623"/>
                    <a:pt x="410" y="1616"/>
                  </a:cubicBezTo>
                  <a:cubicBezTo>
                    <a:pt x="483" y="1543"/>
                    <a:pt x="483" y="1543"/>
                    <a:pt x="483" y="1543"/>
                  </a:cubicBezTo>
                  <a:cubicBezTo>
                    <a:pt x="515" y="1511"/>
                    <a:pt x="561" y="1502"/>
                    <a:pt x="603" y="1519"/>
                  </a:cubicBezTo>
                  <a:cubicBezTo>
                    <a:pt x="645" y="1536"/>
                    <a:pt x="671" y="1576"/>
                    <a:pt x="671" y="1621"/>
                  </a:cubicBezTo>
                  <a:cubicBezTo>
                    <a:pt x="671" y="1725"/>
                    <a:pt x="671" y="1725"/>
                    <a:pt x="671" y="1725"/>
                  </a:cubicBezTo>
                  <a:cubicBezTo>
                    <a:pt x="671" y="1735"/>
                    <a:pt x="680" y="1743"/>
                    <a:pt x="690" y="1743"/>
                  </a:cubicBezTo>
                  <a:cubicBezTo>
                    <a:pt x="1052" y="1743"/>
                    <a:pt x="1052" y="1743"/>
                    <a:pt x="1052" y="1743"/>
                  </a:cubicBezTo>
                  <a:cubicBezTo>
                    <a:pt x="1063" y="1743"/>
                    <a:pt x="1071" y="1735"/>
                    <a:pt x="1071" y="1725"/>
                  </a:cubicBezTo>
                  <a:cubicBezTo>
                    <a:pt x="1071" y="1621"/>
                    <a:pt x="1071" y="1621"/>
                    <a:pt x="1071" y="1621"/>
                  </a:cubicBezTo>
                  <a:cubicBezTo>
                    <a:pt x="1071" y="1576"/>
                    <a:pt x="1097" y="1536"/>
                    <a:pt x="1139" y="1519"/>
                  </a:cubicBezTo>
                  <a:cubicBezTo>
                    <a:pt x="1181" y="1502"/>
                    <a:pt x="1227" y="1511"/>
                    <a:pt x="1259" y="1543"/>
                  </a:cubicBezTo>
                  <a:cubicBezTo>
                    <a:pt x="1333" y="1616"/>
                    <a:pt x="1333" y="1616"/>
                    <a:pt x="1333" y="1616"/>
                  </a:cubicBezTo>
                  <a:cubicBezTo>
                    <a:pt x="1336" y="1620"/>
                    <a:pt x="1341" y="1622"/>
                    <a:pt x="1346" y="1622"/>
                  </a:cubicBezTo>
                  <a:cubicBezTo>
                    <a:pt x="1351" y="1622"/>
                    <a:pt x="1356" y="1620"/>
                    <a:pt x="1359" y="1616"/>
                  </a:cubicBezTo>
                  <a:cubicBezTo>
                    <a:pt x="1616" y="1360"/>
                    <a:pt x="1616" y="1360"/>
                    <a:pt x="1616" y="1360"/>
                  </a:cubicBezTo>
                  <a:cubicBezTo>
                    <a:pt x="1619" y="1357"/>
                    <a:pt x="1621" y="1352"/>
                    <a:pt x="1621" y="1347"/>
                  </a:cubicBezTo>
                  <a:cubicBezTo>
                    <a:pt x="1621" y="1342"/>
                    <a:pt x="1619" y="1337"/>
                    <a:pt x="1616" y="1334"/>
                  </a:cubicBezTo>
                  <a:cubicBezTo>
                    <a:pt x="1542" y="1260"/>
                    <a:pt x="1542" y="1260"/>
                    <a:pt x="1542" y="1260"/>
                  </a:cubicBezTo>
                  <a:cubicBezTo>
                    <a:pt x="1510" y="1228"/>
                    <a:pt x="1501" y="1182"/>
                    <a:pt x="1518" y="1140"/>
                  </a:cubicBezTo>
                  <a:cubicBezTo>
                    <a:pt x="1536" y="1098"/>
                    <a:pt x="1575" y="1072"/>
                    <a:pt x="1620" y="1072"/>
                  </a:cubicBezTo>
                  <a:cubicBezTo>
                    <a:pt x="1724" y="1072"/>
                    <a:pt x="1724" y="1072"/>
                    <a:pt x="1724" y="1072"/>
                  </a:cubicBezTo>
                  <a:cubicBezTo>
                    <a:pt x="1734" y="1072"/>
                    <a:pt x="1743" y="1064"/>
                    <a:pt x="1743" y="1053"/>
                  </a:cubicBezTo>
                  <a:cubicBezTo>
                    <a:pt x="1743" y="691"/>
                    <a:pt x="1743" y="691"/>
                    <a:pt x="1743" y="691"/>
                  </a:cubicBezTo>
                  <a:cubicBezTo>
                    <a:pt x="1743" y="680"/>
                    <a:pt x="1734" y="672"/>
                    <a:pt x="1724" y="672"/>
                  </a:cubicBezTo>
                  <a:close/>
                  <a:moveTo>
                    <a:pt x="1705" y="1035"/>
                  </a:moveTo>
                  <a:cubicBezTo>
                    <a:pt x="1620" y="1035"/>
                    <a:pt x="1620" y="1035"/>
                    <a:pt x="1620" y="1035"/>
                  </a:cubicBezTo>
                  <a:cubicBezTo>
                    <a:pt x="1559" y="1035"/>
                    <a:pt x="1507" y="1070"/>
                    <a:pt x="1484" y="1126"/>
                  </a:cubicBezTo>
                  <a:cubicBezTo>
                    <a:pt x="1461" y="1182"/>
                    <a:pt x="1473" y="1244"/>
                    <a:pt x="1516" y="1287"/>
                  </a:cubicBezTo>
                  <a:cubicBezTo>
                    <a:pt x="1576" y="1347"/>
                    <a:pt x="1576" y="1347"/>
                    <a:pt x="1576" y="1347"/>
                  </a:cubicBezTo>
                  <a:cubicBezTo>
                    <a:pt x="1346" y="1577"/>
                    <a:pt x="1346" y="1577"/>
                    <a:pt x="1346" y="1577"/>
                  </a:cubicBezTo>
                  <a:cubicBezTo>
                    <a:pt x="1286" y="1517"/>
                    <a:pt x="1286" y="1517"/>
                    <a:pt x="1286" y="1517"/>
                  </a:cubicBezTo>
                  <a:cubicBezTo>
                    <a:pt x="1243" y="1474"/>
                    <a:pt x="1181" y="1461"/>
                    <a:pt x="1125" y="1485"/>
                  </a:cubicBezTo>
                  <a:cubicBezTo>
                    <a:pt x="1069" y="1508"/>
                    <a:pt x="1034" y="1560"/>
                    <a:pt x="1034" y="1621"/>
                  </a:cubicBezTo>
                  <a:cubicBezTo>
                    <a:pt x="1034" y="1706"/>
                    <a:pt x="1034" y="1706"/>
                    <a:pt x="1034" y="1706"/>
                  </a:cubicBezTo>
                  <a:cubicBezTo>
                    <a:pt x="709" y="1706"/>
                    <a:pt x="709" y="1706"/>
                    <a:pt x="709" y="1706"/>
                  </a:cubicBezTo>
                  <a:cubicBezTo>
                    <a:pt x="709" y="1621"/>
                    <a:pt x="709" y="1621"/>
                    <a:pt x="709" y="1621"/>
                  </a:cubicBezTo>
                  <a:cubicBezTo>
                    <a:pt x="709" y="1560"/>
                    <a:pt x="674" y="1508"/>
                    <a:pt x="617" y="1485"/>
                  </a:cubicBezTo>
                  <a:cubicBezTo>
                    <a:pt x="561" y="1461"/>
                    <a:pt x="500" y="1474"/>
                    <a:pt x="457" y="1517"/>
                  </a:cubicBezTo>
                  <a:cubicBezTo>
                    <a:pt x="396" y="1577"/>
                    <a:pt x="396" y="1577"/>
                    <a:pt x="396" y="1577"/>
                  </a:cubicBezTo>
                  <a:cubicBezTo>
                    <a:pt x="166" y="1347"/>
                    <a:pt x="166" y="1347"/>
                    <a:pt x="166" y="1347"/>
                  </a:cubicBezTo>
                  <a:cubicBezTo>
                    <a:pt x="227" y="1287"/>
                    <a:pt x="227" y="1287"/>
                    <a:pt x="227" y="1287"/>
                  </a:cubicBezTo>
                  <a:cubicBezTo>
                    <a:pt x="270" y="1244"/>
                    <a:pt x="282" y="1182"/>
                    <a:pt x="259" y="1126"/>
                  </a:cubicBezTo>
                  <a:cubicBezTo>
                    <a:pt x="235" y="1070"/>
                    <a:pt x="183" y="1035"/>
                    <a:pt x="122" y="1035"/>
                  </a:cubicBezTo>
                  <a:cubicBezTo>
                    <a:pt x="37" y="1035"/>
                    <a:pt x="37" y="1035"/>
                    <a:pt x="37" y="1035"/>
                  </a:cubicBezTo>
                  <a:cubicBezTo>
                    <a:pt x="37" y="709"/>
                    <a:pt x="37" y="709"/>
                    <a:pt x="37" y="709"/>
                  </a:cubicBezTo>
                  <a:cubicBezTo>
                    <a:pt x="122" y="709"/>
                    <a:pt x="122" y="709"/>
                    <a:pt x="122" y="709"/>
                  </a:cubicBezTo>
                  <a:cubicBezTo>
                    <a:pt x="183" y="709"/>
                    <a:pt x="235" y="674"/>
                    <a:pt x="259" y="618"/>
                  </a:cubicBezTo>
                  <a:cubicBezTo>
                    <a:pt x="282" y="562"/>
                    <a:pt x="270" y="500"/>
                    <a:pt x="227" y="457"/>
                  </a:cubicBezTo>
                  <a:cubicBezTo>
                    <a:pt x="166" y="397"/>
                    <a:pt x="166" y="397"/>
                    <a:pt x="166" y="397"/>
                  </a:cubicBezTo>
                  <a:cubicBezTo>
                    <a:pt x="396" y="167"/>
                    <a:pt x="396" y="167"/>
                    <a:pt x="396" y="167"/>
                  </a:cubicBezTo>
                  <a:cubicBezTo>
                    <a:pt x="457" y="227"/>
                    <a:pt x="457" y="227"/>
                    <a:pt x="457" y="227"/>
                  </a:cubicBezTo>
                  <a:cubicBezTo>
                    <a:pt x="500" y="270"/>
                    <a:pt x="561" y="283"/>
                    <a:pt x="617" y="259"/>
                  </a:cubicBezTo>
                  <a:cubicBezTo>
                    <a:pt x="674" y="236"/>
                    <a:pt x="709" y="184"/>
                    <a:pt x="709" y="123"/>
                  </a:cubicBezTo>
                  <a:cubicBezTo>
                    <a:pt x="709" y="38"/>
                    <a:pt x="709" y="38"/>
                    <a:pt x="709" y="38"/>
                  </a:cubicBezTo>
                  <a:cubicBezTo>
                    <a:pt x="1034" y="38"/>
                    <a:pt x="1034" y="38"/>
                    <a:pt x="1034" y="38"/>
                  </a:cubicBezTo>
                  <a:cubicBezTo>
                    <a:pt x="1034" y="123"/>
                    <a:pt x="1034" y="123"/>
                    <a:pt x="1034" y="123"/>
                  </a:cubicBezTo>
                  <a:cubicBezTo>
                    <a:pt x="1034" y="184"/>
                    <a:pt x="1069" y="236"/>
                    <a:pt x="1125" y="259"/>
                  </a:cubicBezTo>
                  <a:cubicBezTo>
                    <a:pt x="1181" y="283"/>
                    <a:pt x="1243" y="270"/>
                    <a:pt x="1286" y="227"/>
                  </a:cubicBezTo>
                  <a:cubicBezTo>
                    <a:pt x="1346" y="167"/>
                    <a:pt x="1346" y="167"/>
                    <a:pt x="1346" y="167"/>
                  </a:cubicBezTo>
                  <a:cubicBezTo>
                    <a:pt x="1576" y="397"/>
                    <a:pt x="1576" y="397"/>
                    <a:pt x="1576" y="397"/>
                  </a:cubicBezTo>
                  <a:cubicBezTo>
                    <a:pt x="1516" y="457"/>
                    <a:pt x="1516" y="457"/>
                    <a:pt x="1516" y="457"/>
                  </a:cubicBezTo>
                  <a:cubicBezTo>
                    <a:pt x="1473" y="500"/>
                    <a:pt x="1461" y="562"/>
                    <a:pt x="1484" y="618"/>
                  </a:cubicBezTo>
                  <a:cubicBezTo>
                    <a:pt x="1507" y="674"/>
                    <a:pt x="1559" y="709"/>
                    <a:pt x="1620" y="709"/>
                  </a:cubicBezTo>
                  <a:cubicBezTo>
                    <a:pt x="1705" y="709"/>
                    <a:pt x="1705" y="709"/>
                    <a:pt x="1705" y="709"/>
                  </a:cubicBezTo>
                  <a:lnTo>
                    <a:pt x="1705" y="1035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10750088" y="2109454"/>
              <a:ext cx="512062" cy="511044"/>
            </a:xfrm>
            <a:custGeom>
              <a:avLst/>
              <a:gdLst>
                <a:gd name="T0" fmla="*/ 998 w 1080"/>
                <a:gd name="T1" fmla="*/ 410 h 1079"/>
                <a:gd name="T2" fmla="*/ 955 w 1080"/>
                <a:gd name="T3" fmla="*/ 307 h 1079"/>
                <a:gd name="T4" fmla="*/ 1006 w 1080"/>
                <a:gd name="T5" fmla="*/ 249 h 1079"/>
                <a:gd name="T6" fmla="*/ 843 w 1080"/>
                <a:gd name="T7" fmla="*/ 79 h 1079"/>
                <a:gd name="T8" fmla="*/ 772 w 1080"/>
                <a:gd name="T9" fmla="*/ 124 h 1079"/>
                <a:gd name="T10" fmla="*/ 670 w 1080"/>
                <a:gd name="T11" fmla="*/ 82 h 1079"/>
                <a:gd name="T12" fmla="*/ 651 w 1080"/>
                <a:gd name="T13" fmla="*/ 0 h 1079"/>
                <a:gd name="T14" fmla="*/ 411 w 1080"/>
                <a:gd name="T15" fmla="*/ 18 h 1079"/>
                <a:gd name="T16" fmla="*/ 374 w 1080"/>
                <a:gd name="T17" fmla="*/ 137 h 1079"/>
                <a:gd name="T18" fmla="*/ 263 w 1080"/>
                <a:gd name="T19" fmla="*/ 79 h 1079"/>
                <a:gd name="T20" fmla="*/ 80 w 1080"/>
                <a:gd name="T21" fmla="*/ 236 h 1079"/>
                <a:gd name="T22" fmla="*/ 80 w 1080"/>
                <a:gd name="T23" fmla="*/ 262 h 1079"/>
                <a:gd name="T24" fmla="*/ 138 w 1080"/>
                <a:gd name="T25" fmla="*/ 373 h 1079"/>
                <a:gd name="T26" fmla="*/ 19 w 1080"/>
                <a:gd name="T27" fmla="*/ 410 h 1079"/>
                <a:gd name="T28" fmla="*/ 0 w 1080"/>
                <a:gd name="T29" fmla="*/ 650 h 1079"/>
                <a:gd name="T30" fmla="*/ 83 w 1080"/>
                <a:gd name="T31" fmla="*/ 669 h 1079"/>
                <a:gd name="T32" fmla="*/ 125 w 1080"/>
                <a:gd name="T33" fmla="*/ 771 h 1079"/>
                <a:gd name="T34" fmla="*/ 75 w 1080"/>
                <a:gd name="T35" fmla="*/ 829 h 1079"/>
                <a:gd name="T36" fmla="*/ 237 w 1080"/>
                <a:gd name="T37" fmla="*/ 999 h 1079"/>
                <a:gd name="T38" fmla="*/ 308 w 1080"/>
                <a:gd name="T39" fmla="*/ 954 h 1079"/>
                <a:gd name="T40" fmla="*/ 411 w 1080"/>
                <a:gd name="T41" fmla="*/ 997 h 1079"/>
                <a:gd name="T42" fmla="*/ 429 w 1080"/>
                <a:gd name="T43" fmla="*/ 1079 h 1079"/>
                <a:gd name="T44" fmla="*/ 670 w 1080"/>
                <a:gd name="T45" fmla="*/ 1060 h 1079"/>
                <a:gd name="T46" fmla="*/ 707 w 1080"/>
                <a:gd name="T47" fmla="*/ 941 h 1079"/>
                <a:gd name="T48" fmla="*/ 817 w 1080"/>
                <a:gd name="T49" fmla="*/ 999 h 1079"/>
                <a:gd name="T50" fmla="*/ 1000 w 1080"/>
                <a:gd name="T51" fmla="*/ 843 h 1079"/>
                <a:gd name="T52" fmla="*/ 1000 w 1080"/>
                <a:gd name="T53" fmla="*/ 816 h 1079"/>
                <a:gd name="T54" fmla="*/ 942 w 1080"/>
                <a:gd name="T55" fmla="*/ 706 h 1079"/>
                <a:gd name="T56" fmla="*/ 1061 w 1080"/>
                <a:gd name="T57" fmla="*/ 669 h 1079"/>
                <a:gd name="T58" fmla="*/ 1080 w 1080"/>
                <a:gd name="T59" fmla="*/ 429 h 1079"/>
                <a:gd name="T60" fmla="*/ 1043 w 1080"/>
                <a:gd name="T61" fmla="*/ 631 h 1079"/>
                <a:gd name="T62" fmla="*/ 908 w 1080"/>
                <a:gd name="T63" fmla="*/ 692 h 1079"/>
                <a:gd name="T64" fmla="*/ 961 w 1080"/>
                <a:gd name="T65" fmla="*/ 829 h 1079"/>
                <a:gd name="T66" fmla="*/ 799 w 1080"/>
                <a:gd name="T67" fmla="*/ 928 h 1079"/>
                <a:gd name="T68" fmla="*/ 632 w 1080"/>
                <a:gd name="T69" fmla="*/ 997 h 1079"/>
                <a:gd name="T70" fmla="*/ 448 w 1080"/>
                <a:gd name="T71" fmla="*/ 1042 h 1079"/>
                <a:gd name="T72" fmla="*/ 388 w 1080"/>
                <a:gd name="T73" fmla="*/ 907 h 1079"/>
                <a:gd name="T74" fmla="*/ 250 w 1080"/>
                <a:gd name="T75" fmla="*/ 960 h 1079"/>
                <a:gd name="T76" fmla="*/ 151 w 1080"/>
                <a:gd name="T77" fmla="*/ 798 h 1079"/>
                <a:gd name="T78" fmla="*/ 83 w 1080"/>
                <a:gd name="T79" fmla="*/ 631 h 1079"/>
                <a:gd name="T80" fmla="*/ 38 w 1080"/>
                <a:gd name="T81" fmla="*/ 447 h 1079"/>
                <a:gd name="T82" fmla="*/ 173 w 1080"/>
                <a:gd name="T83" fmla="*/ 387 h 1079"/>
                <a:gd name="T84" fmla="*/ 120 w 1080"/>
                <a:gd name="T85" fmla="*/ 249 h 1079"/>
                <a:gd name="T86" fmla="*/ 282 w 1080"/>
                <a:gd name="T87" fmla="*/ 151 h 1079"/>
                <a:gd name="T88" fmla="*/ 448 w 1080"/>
                <a:gd name="T89" fmla="*/ 82 h 1079"/>
                <a:gd name="T90" fmla="*/ 632 w 1080"/>
                <a:gd name="T91" fmla="*/ 37 h 1079"/>
                <a:gd name="T92" fmla="*/ 692 w 1080"/>
                <a:gd name="T93" fmla="*/ 172 h 1079"/>
                <a:gd name="T94" fmla="*/ 830 w 1080"/>
                <a:gd name="T95" fmla="*/ 119 h 1079"/>
                <a:gd name="T96" fmla="*/ 929 w 1080"/>
                <a:gd name="T97" fmla="*/ 281 h 1079"/>
                <a:gd name="T98" fmla="*/ 998 w 1080"/>
                <a:gd name="T99" fmla="*/ 447 h 1079"/>
                <a:gd name="T100" fmla="*/ 1043 w 1080"/>
                <a:gd name="T101" fmla="*/ 631 h 1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80" h="1079">
                  <a:moveTo>
                    <a:pt x="1061" y="410"/>
                  </a:moveTo>
                  <a:cubicBezTo>
                    <a:pt x="998" y="410"/>
                    <a:pt x="998" y="410"/>
                    <a:pt x="998" y="410"/>
                  </a:cubicBezTo>
                  <a:cubicBezTo>
                    <a:pt x="968" y="410"/>
                    <a:pt x="950" y="391"/>
                    <a:pt x="942" y="373"/>
                  </a:cubicBezTo>
                  <a:cubicBezTo>
                    <a:pt x="935" y="355"/>
                    <a:pt x="934" y="328"/>
                    <a:pt x="955" y="307"/>
                  </a:cubicBezTo>
                  <a:cubicBezTo>
                    <a:pt x="1000" y="262"/>
                    <a:pt x="1000" y="262"/>
                    <a:pt x="1000" y="262"/>
                  </a:cubicBezTo>
                  <a:cubicBezTo>
                    <a:pt x="1004" y="259"/>
                    <a:pt x="1006" y="254"/>
                    <a:pt x="1006" y="249"/>
                  </a:cubicBezTo>
                  <a:cubicBezTo>
                    <a:pt x="1006" y="244"/>
                    <a:pt x="1004" y="239"/>
                    <a:pt x="1000" y="236"/>
                  </a:cubicBezTo>
                  <a:cubicBezTo>
                    <a:pt x="843" y="79"/>
                    <a:pt x="843" y="79"/>
                    <a:pt x="843" y="79"/>
                  </a:cubicBezTo>
                  <a:cubicBezTo>
                    <a:pt x="836" y="72"/>
                    <a:pt x="824" y="72"/>
                    <a:pt x="817" y="79"/>
                  </a:cubicBezTo>
                  <a:cubicBezTo>
                    <a:pt x="772" y="124"/>
                    <a:pt x="772" y="124"/>
                    <a:pt x="772" y="124"/>
                  </a:cubicBezTo>
                  <a:cubicBezTo>
                    <a:pt x="751" y="145"/>
                    <a:pt x="725" y="145"/>
                    <a:pt x="707" y="137"/>
                  </a:cubicBezTo>
                  <a:cubicBezTo>
                    <a:pt x="689" y="130"/>
                    <a:pt x="670" y="111"/>
                    <a:pt x="670" y="82"/>
                  </a:cubicBezTo>
                  <a:cubicBezTo>
                    <a:pt x="670" y="18"/>
                    <a:pt x="670" y="18"/>
                    <a:pt x="670" y="18"/>
                  </a:cubicBezTo>
                  <a:cubicBezTo>
                    <a:pt x="670" y="8"/>
                    <a:pt x="661" y="0"/>
                    <a:pt x="651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19" y="0"/>
                    <a:pt x="411" y="8"/>
                    <a:pt x="411" y="18"/>
                  </a:cubicBezTo>
                  <a:cubicBezTo>
                    <a:pt x="411" y="82"/>
                    <a:pt x="411" y="82"/>
                    <a:pt x="411" y="82"/>
                  </a:cubicBezTo>
                  <a:cubicBezTo>
                    <a:pt x="411" y="111"/>
                    <a:pt x="392" y="130"/>
                    <a:pt x="374" y="137"/>
                  </a:cubicBezTo>
                  <a:cubicBezTo>
                    <a:pt x="356" y="145"/>
                    <a:pt x="329" y="145"/>
                    <a:pt x="308" y="124"/>
                  </a:cubicBezTo>
                  <a:cubicBezTo>
                    <a:pt x="263" y="79"/>
                    <a:pt x="263" y="79"/>
                    <a:pt x="263" y="79"/>
                  </a:cubicBezTo>
                  <a:cubicBezTo>
                    <a:pt x="256" y="72"/>
                    <a:pt x="244" y="72"/>
                    <a:pt x="237" y="79"/>
                  </a:cubicBezTo>
                  <a:cubicBezTo>
                    <a:pt x="80" y="236"/>
                    <a:pt x="80" y="236"/>
                    <a:pt x="80" y="236"/>
                  </a:cubicBezTo>
                  <a:cubicBezTo>
                    <a:pt x="77" y="239"/>
                    <a:pt x="75" y="244"/>
                    <a:pt x="75" y="249"/>
                  </a:cubicBezTo>
                  <a:cubicBezTo>
                    <a:pt x="75" y="254"/>
                    <a:pt x="77" y="259"/>
                    <a:pt x="80" y="262"/>
                  </a:cubicBezTo>
                  <a:cubicBezTo>
                    <a:pt x="125" y="307"/>
                    <a:pt x="125" y="307"/>
                    <a:pt x="125" y="307"/>
                  </a:cubicBezTo>
                  <a:cubicBezTo>
                    <a:pt x="146" y="328"/>
                    <a:pt x="145" y="355"/>
                    <a:pt x="138" y="373"/>
                  </a:cubicBezTo>
                  <a:cubicBezTo>
                    <a:pt x="131" y="391"/>
                    <a:pt x="112" y="410"/>
                    <a:pt x="83" y="410"/>
                  </a:cubicBezTo>
                  <a:cubicBezTo>
                    <a:pt x="19" y="410"/>
                    <a:pt x="19" y="410"/>
                    <a:pt x="19" y="410"/>
                  </a:cubicBezTo>
                  <a:cubicBezTo>
                    <a:pt x="9" y="410"/>
                    <a:pt x="0" y="418"/>
                    <a:pt x="0" y="429"/>
                  </a:cubicBezTo>
                  <a:cubicBezTo>
                    <a:pt x="0" y="650"/>
                    <a:pt x="0" y="650"/>
                    <a:pt x="0" y="650"/>
                  </a:cubicBezTo>
                  <a:cubicBezTo>
                    <a:pt x="0" y="660"/>
                    <a:pt x="9" y="669"/>
                    <a:pt x="19" y="669"/>
                  </a:cubicBezTo>
                  <a:cubicBezTo>
                    <a:pt x="83" y="669"/>
                    <a:pt x="83" y="669"/>
                    <a:pt x="83" y="669"/>
                  </a:cubicBezTo>
                  <a:cubicBezTo>
                    <a:pt x="112" y="669"/>
                    <a:pt x="131" y="688"/>
                    <a:pt x="138" y="706"/>
                  </a:cubicBezTo>
                  <a:cubicBezTo>
                    <a:pt x="145" y="724"/>
                    <a:pt x="146" y="750"/>
                    <a:pt x="125" y="771"/>
                  </a:cubicBezTo>
                  <a:cubicBezTo>
                    <a:pt x="80" y="816"/>
                    <a:pt x="80" y="816"/>
                    <a:pt x="80" y="816"/>
                  </a:cubicBezTo>
                  <a:cubicBezTo>
                    <a:pt x="77" y="820"/>
                    <a:pt x="75" y="824"/>
                    <a:pt x="75" y="829"/>
                  </a:cubicBezTo>
                  <a:cubicBezTo>
                    <a:pt x="75" y="834"/>
                    <a:pt x="77" y="839"/>
                    <a:pt x="80" y="843"/>
                  </a:cubicBezTo>
                  <a:cubicBezTo>
                    <a:pt x="237" y="999"/>
                    <a:pt x="237" y="999"/>
                    <a:pt x="237" y="999"/>
                  </a:cubicBezTo>
                  <a:cubicBezTo>
                    <a:pt x="244" y="1007"/>
                    <a:pt x="256" y="1007"/>
                    <a:pt x="263" y="999"/>
                  </a:cubicBezTo>
                  <a:cubicBezTo>
                    <a:pt x="308" y="954"/>
                    <a:pt x="308" y="954"/>
                    <a:pt x="308" y="954"/>
                  </a:cubicBezTo>
                  <a:cubicBezTo>
                    <a:pt x="329" y="933"/>
                    <a:pt x="356" y="934"/>
                    <a:pt x="374" y="941"/>
                  </a:cubicBezTo>
                  <a:cubicBezTo>
                    <a:pt x="392" y="949"/>
                    <a:pt x="411" y="967"/>
                    <a:pt x="411" y="997"/>
                  </a:cubicBezTo>
                  <a:cubicBezTo>
                    <a:pt x="411" y="1060"/>
                    <a:pt x="411" y="1060"/>
                    <a:pt x="411" y="1060"/>
                  </a:cubicBezTo>
                  <a:cubicBezTo>
                    <a:pt x="411" y="1071"/>
                    <a:pt x="419" y="1079"/>
                    <a:pt x="429" y="1079"/>
                  </a:cubicBezTo>
                  <a:cubicBezTo>
                    <a:pt x="651" y="1079"/>
                    <a:pt x="651" y="1079"/>
                    <a:pt x="651" y="1079"/>
                  </a:cubicBezTo>
                  <a:cubicBezTo>
                    <a:pt x="661" y="1079"/>
                    <a:pt x="670" y="1071"/>
                    <a:pt x="670" y="1060"/>
                  </a:cubicBezTo>
                  <a:cubicBezTo>
                    <a:pt x="670" y="997"/>
                    <a:pt x="670" y="997"/>
                    <a:pt x="670" y="997"/>
                  </a:cubicBezTo>
                  <a:cubicBezTo>
                    <a:pt x="670" y="967"/>
                    <a:pt x="689" y="949"/>
                    <a:pt x="707" y="941"/>
                  </a:cubicBezTo>
                  <a:cubicBezTo>
                    <a:pt x="725" y="934"/>
                    <a:pt x="751" y="933"/>
                    <a:pt x="772" y="954"/>
                  </a:cubicBezTo>
                  <a:cubicBezTo>
                    <a:pt x="817" y="999"/>
                    <a:pt x="817" y="999"/>
                    <a:pt x="817" y="999"/>
                  </a:cubicBezTo>
                  <a:cubicBezTo>
                    <a:pt x="824" y="1007"/>
                    <a:pt x="836" y="1007"/>
                    <a:pt x="843" y="999"/>
                  </a:cubicBezTo>
                  <a:cubicBezTo>
                    <a:pt x="1000" y="843"/>
                    <a:pt x="1000" y="843"/>
                    <a:pt x="1000" y="843"/>
                  </a:cubicBezTo>
                  <a:cubicBezTo>
                    <a:pt x="1004" y="839"/>
                    <a:pt x="1006" y="834"/>
                    <a:pt x="1006" y="829"/>
                  </a:cubicBezTo>
                  <a:cubicBezTo>
                    <a:pt x="1006" y="824"/>
                    <a:pt x="1004" y="820"/>
                    <a:pt x="1000" y="816"/>
                  </a:cubicBezTo>
                  <a:cubicBezTo>
                    <a:pt x="955" y="771"/>
                    <a:pt x="955" y="771"/>
                    <a:pt x="955" y="771"/>
                  </a:cubicBezTo>
                  <a:cubicBezTo>
                    <a:pt x="934" y="750"/>
                    <a:pt x="935" y="724"/>
                    <a:pt x="942" y="706"/>
                  </a:cubicBezTo>
                  <a:cubicBezTo>
                    <a:pt x="950" y="688"/>
                    <a:pt x="968" y="669"/>
                    <a:pt x="998" y="669"/>
                  </a:cubicBezTo>
                  <a:cubicBezTo>
                    <a:pt x="1061" y="669"/>
                    <a:pt x="1061" y="669"/>
                    <a:pt x="1061" y="669"/>
                  </a:cubicBezTo>
                  <a:cubicBezTo>
                    <a:pt x="1071" y="669"/>
                    <a:pt x="1080" y="660"/>
                    <a:pt x="1080" y="650"/>
                  </a:cubicBezTo>
                  <a:cubicBezTo>
                    <a:pt x="1080" y="429"/>
                    <a:pt x="1080" y="429"/>
                    <a:pt x="1080" y="429"/>
                  </a:cubicBezTo>
                  <a:cubicBezTo>
                    <a:pt x="1080" y="418"/>
                    <a:pt x="1071" y="410"/>
                    <a:pt x="1061" y="410"/>
                  </a:cubicBezTo>
                  <a:close/>
                  <a:moveTo>
                    <a:pt x="1043" y="631"/>
                  </a:moveTo>
                  <a:cubicBezTo>
                    <a:pt x="998" y="631"/>
                    <a:pt x="998" y="631"/>
                    <a:pt x="998" y="631"/>
                  </a:cubicBezTo>
                  <a:cubicBezTo>
                    <a:pt x="958" y="631"/>
                    <a:pt x="923" y="654"/>
                    <a:pt x="908" y="692"/>
                  </a:cubicBezTo>
                  <a:cubicBezTo>
                    <a:pt x="892" y="729"/>
                    <a:pt x="900" y="769"/>
                    <a:pt x="929" y="798"/>
                  </a:cubicBezTo>
                  <a:cubicBezTo>
                    <a:pt x="961" y="829"/>
                    <a:pt x="961" y="829"/>
                    <a:pt x="961" y="829"/>
                  </a:cubicBezTo>
                  <a:cubicBezTo>
                    <a:pt x="830" y="960"/>
                    <a:pt x="830" y="960"/>
                    <a:pt x="830" y="960"/>
                  </a:cubicBezTo>
                  <a:cubicBezTo>
                    <a:pt x="799" y="928"/>
                    <a:pt x="799" y="928"/>
                    <a:pt x="799" y="928"/>
                  </a:cubicBezTo>
                  <a:cubicBezTo>
                    <a:pt x="770" y="900"/>
                    <a:pt x="730" y="892"/>
                    <a:pt x="692" y="907"/>
                  </a:cubicBezTo>
                  <a:cubicBezTo>
                    <a:pt x="655" y="922"/>
                    <a:pt x="632" y="957"/>
                    <a:pt x="632" y="997"/>
                  </a:cubicBezTo>
                  <a:cubicBezTo>
                    <a:pt x="632" y="1042"/>
                    <a:pt x="632" y="1042"/>
                    <a:pt x="632" y="1042"/>
                  </a:cubicBezTo>
                  <a:cubicBezTo>
                    <a:pt x="448" y="1042"/>
                    <a:pt x="448" y="1042"/>
                    <a:pt x="448" y="1042"/>
                  </a:cubicBezTo>
                  <a:cubicBezTo>
                    <a:pt x="448" y="997"/>
                    <a:pt x="448" y="997"/>
                    <a:pt x="448" y="997"/>
                  </a:cubicBezTo>
                  <a:cubicBezTo>
                    <a:pt x="448" y="957"/>
                    <a:pt x="425" y="922"/>
                    <a:pt x="388" y="907"/>
                  </a:cubicBezTo>
                  <a:cubicBezTo>
                    <a:pt x="351" y="892"/>
                    <a:pt x="310" y="900"/>
                    <a:pt x="282" y="928"/>
                  </a:cubicBezTo>
                  <a:cubicBezTo>
                    <a:pt x="250" y="960"/>
                    <a:pt x="250" y="960"/>
                    <a:pt x="250" y="960"/>
                  </a:cubicBezTo>
                  <a:cubicBezTo>
                    <a:pt x="120" y="829"/>
                    <a:pt x="120" y="829"/>
                    <a:pt x="120" y="829"/>
                  </a:cubicBezTo>
                  <a:cubicBezTo>
                    <a:pt x="151" y="798"/>
                    <a:pt x="151" y="798"/>
                    <a:pt x="151" y="798"/>
                  </a:cubicBezTo>
                  <a:cubicBezTo>
                    <a:pt x="180" y="769"/>
                    <a:pt x="188" y="729"/>
                    <a:pt x="173" y="692"/>
                  </a:cubicBezTo>
                  <a:cubicBezTo>
                    <a:pt x="157" y="654"/>
                    <a:pt x="123" y="631"/>
                    <a:pt x="83" y="631"/>
                  </a:cubicBezTo>
                  <a:cubicBezTo>
                    <a:pt x="38" y="631"/>
                    <a:pt x="38" y="631"/>
                    <a:pt x="38" y="631"/>
                  </a:cubicBezTo>
                  <a:cubicBezTo>
                    <a:pt x="38" y="447"/>
                    <a:pt x="38" y="447"/>
                    <a:pt x="38" y="447"/>
                  </a:cubicBezTo>
                  <a:cubicBezTo>
                    <a:pt x="83" y="447"/>
                    <a:pt x="83" y="447"/>
                    <a:pt x="83" y="447"/>
                  </a:cubicBezTo>
                  <a:cubicBezTo>
                    <a:pt x="123" y="447"/>
                    <a:pt x="157" y="424"/>
                    <a:pt x="173" y="387"/>
                  </a:cubicBezTo>
                  <a:cubicBezTo>
                    <a:pt x="188" y="350"/>
                    <a:pt x="180" y="309"/>
                    <a:pt x="151" y="281"/>
                  </a:cubicBezTo>
                  <a:cubicBezTo>
                    <a:pt x="120" y="249"/>
                    <a:pt x="120" y="249"/>
                    <a:pt x="120" y="249"/>
                  </a:cubicBezTo>
                  <a:cubicBezTo>
                    <a:pt x="250" y="119"/>
                    <a:pt x="250" y="119"/>
                    <a:pt x="250" y="119"/>
                  </a:cubicBezTo>
                  <a:cubicBezTo>
                    <a:pt x="282" y="151"/>
                    <a:pt x="282" y="151"/>
                    <a:pt x="282" y="151"/>
                  </a:cubicBezTo>
                  <a:cubicBezTo>
                    <a:pt x="310" y="179"/>
                    <a:pt x="351" y="187"/>
                    <a:pt x="388" y="172"/>
                  </a:cubicBezTo>
                  <a:cubicBezTo>
                    <a:pt x="425" y="156"/>
                    <a:pt x="448" y="122"/>
                    <a:pt x="448" y="82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632" y="37"/>
                    <a:pt x="632" y="37"/>
                    <a:pt x="632" y="37"/>
                  </a:cubicBezTo>
                  <a:cubicBezTo>
                    <a:pt x="632" y="82"/>
                    <a:pt x="632" y="82"/>
                    <a:pt x="632" y="82"/>
                  </a:cubicBezTo>
                  <a:cubicBezTo>
                    <a:pt x="632" y="122"/>
                    <a:pt x="655" y="156"/>
                    <a:pt x="692" y="172"/>
                  </a:cubicBezTo>
                  <a:cubicBezTo>
                    <a:pt x="729" y="187"/>
                    <a:pt x="770" y="179"/>
                    <a:pt x="799" y="151"/>
                  </a:cubicBezTo>
                  <a:cubicBezTo>
                    <a:pt x="830" y="119"/>
                    <a:pt x="830" y="119"/>
                    <a:pt x="830" y="119"/>
                  </a:cubicBezTo>
                  <a:cubicBezTo>
                    <a:pt x="961" y="249"/>
                    <a:pt x="961" y="249"/>
                    <a:pt x="961" y="249"/>
                  </a:cubicBezTo>
                  <a:cubicBezTo>
                    <a:pt x="929" y="281"/>
                    <a:pt x="929" y="281"/>
                    <a:pt x="929" y="281"/>
                  </a:cubicBezTo>
                  <a:cubicBezTo>
                    <a:pt x="900" y="309"/>
                    <a:pt x="892" y="350"/>
                    <a:pt x="908" y="387"/>
                  </a:cubicBezTo>
                  <a:cubicBezTo>
                    <a:pt x="923" y="424"/>
                    <a:pt x="958" y="447"/>
                    <a:pt x="998" y="447"/>
                  </a:cubicBezTo>
                  <a:cubicBezTo>
                    <a:pt x="1043" y="447"/>
                    <a:pt x="1043" y="447"/>
                    <a:pt x="1043" y="447"/>
                  </a:cubicBezTo>
                  <a:lnTo>
                    <a:pt x="1043" y="631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7" name="Freeform 10"/>
            <p:cNvSpPr>
              <a:spLocks noEditPoints="1"/>
            </p:cNvSpPr>
            <p:nvPr/>
          </p:nvSpPr>
          <p:spPr bwMode="auto">
            <a:xfrm>
              <a:off x="10924169" y="2281499"/>
              <a:ext cx="164919" cy="165937"/>
            </a:xfrm>
            <a:custGeom>
              <a:avLst/>
              <a:gdLst>
                <a:gd name="T0" fmla="*/ 174 w 349"/>
                <a:gd name="T1" fmla="*/ 0 h 349"/>
                <a:gd name="T2" fmla="*/ 0 w 349"/>
                <a:gd name="T3" fmla="*/ 174 h 349"/>
                <a:gd name="T4" fmla="*/ 174 w 349"/>
                <a:gd name="T5" fmla="*/ 349 h 349"/>
                <a:gd name="T6" fmla="*/ 349 w 349"/>
                <a:gd name="T7" fmla="*/ 174 h 349"/>
                <a:gd name="T8" fmla="*/ 174 w 349"/>
                <a:gd name="T9" fmla="*/ 0 h 349"/>
                <a:gd name="T10" fmla="*/ 174 w 349"/>
                <a:gd name="T11" fmla="*/ 312 h 349"/>
                <a:gd name="T12" fmla="*/ 37 w 349"/>
                <a:gd name="T13" fmla="*/ 174 h 349"/>
                <a:gd name="T14" fmla="*/ 174 w 349"/>
                <a:gd name="T15" fmla="*/ 37 h 349"/>
                <a:gd name="T16" fmla="*/ 311 w 349"/>
                <a:gd name="T17" fmla="*/ 174 h 349"/>
                <a:gd name="T18" fmla="*/ 174 w 349"/>
                <a:gd name="T19" fmla="*/ 312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9" h="349">
                  <a:moveTo>
                    <a:pt x="174" y="0"/>
                  </a:moveTo>
                  <a:cubicBezTo>
                    <a:pt x="78" y="0"/>
                    <a:pt x="0" y="78"/>
                    <a:pt x="0" y="174"/>
                  </a:cubicBezTo>
                  <a:cubicBezTo>
                    <a:pt x="0" y="271"/>
                    <a:pt x="78" y="349"/>
                    <a:pt x="174" y="349"/>
                  </a:cubicBezTo>
                  <a:cubicBezTo>
                    <a:pt x="270" y="349"/>
                    <a:pt x="349" y="271"/>
                    <a:pt x="349" y="174"/>
                  </a:cubicBezTo>
                  <a:cubicBezTo>
                    <a:pt x="349" y="78"/>
                    <a:pt x="270" y="0"/>
                    <a:pt x="174" y="0"/>
                  </a:cubicBezTo>
                  <a:close/>
                  <a:moveTo>
                    <a:pt x="174" y="312"/>
                  </a:moveTo>
                  <a:cubicBezTo>
                    <a:pt x="98" y="312"/>
                    <a:pt x="37" y="250"/>
                    <a:pt x="37" y="174"/>
                  </a:cubicBezTo>
                  <a:cubicBezTo>
                    <a:pt x="37" y="99"/>
                    <a:pt x="98" y="37"/>
                    <a:pt x="174" y="37"/>
                  </a:cubicBezTo>
                  <a:cubicBezTo>
                    <a:pt x="250" y="37"/>
                    <a:pt x="311" y="99"/>
                    <a:pt x="311" y="174"/>
                  </a:cubicBezTo>
                  <a:cubicBezTo>
                    <a:pt x="311" y="250"/>
                    <a:pt x="250" y="312"/>
                    <a:pt x="174" y="312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7382059" y="1430198"/>
            <a:ext cx="2728249" cy="3299145"/>
            <a:chOff x="6841925" y="1731770"/>
            <a:chExt cx="3410354" cy="4123983"/>
          </a:xfrm>
        </p:grpSpPr>
        <p:sp>
          <p:nvSpPr>
            <p:cNvPr id="25" name="Oval 18"/>
            <p:cNvSpPr>
              <a:spLocks noChangeArrowheads="1"/>
            </p:cNvSpPr>
            <p:nvPr/>
          </p:nvSpPr>
          <p:spPr bwMode="auto">
            <a:xfrm>
              <a:off x="9443974" y="2638823"/>
              <a:ext cx="90603" cy="9060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375767" y="2788471"/>
              <a:ext cx="227018" cy="83477"/>
            </a:xfrm>
            <a:custGeom>
              <a:avLst/>
              <a:gdLst>
                <a:gd name="T0" fmla="*/ 480 w 480"/>
                <a:gd name="T1" fmla="*/ 120 h 176"/>
                <a:gd name="T2" fmla="*/ 359 w 480"/>
                <a:gd name="T3" fmla="*/ 0 h 176"/>
                <a:gd name="T4" fmla="*/ 121 w 480"/>
                <a:gd name="T5" fmla="*/ 0 h 176"/>
                <a:gd name="T6" fmla="*/ 0 w 480"/>
                <a:gd name="T7" fmla="*/ 120 h 176"/>
                <a:gd name="T8" fmla="*/ 0 w 480"/>
                <a:gd name="T9" fmla="*/ 176 h 176"/>
                <a:gd name="T10" fmla="*/ 480 w 480"/>
                <a:gd name="T11" fmla="*/ 176 h 176"/>
                <a:gd name="T12" fmla="*/ 480 w 480"/>
                <a:gd name="T13" fmla="*/ 12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0" h="176">
                  <a:moveTo>
                    <a:pt x="480" y="120"/>
                  </a:moveTo>
                  <a:cubicBezTo>
                    <a:pt x="480" y="54"/>
                    <a:pt x="426" y="0"/>
                    <a:pt x="359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54" y="0"/>
                    <a:pt x="0" y="54"/>
                    <a:pt x="0" y="120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480" y="176"/>
                    <a:pt x="480" y="176"/>
                    <a:pt x="480" y="176"/>
                  </a:cubicBezTo>
                  <a:lnTo>
                    <a:pt x="480" y="1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9309596" y="4620900"/>
              <a:ext cx="357324" cy="358342"/>
            </a:xfrm>
            <a:custGeom>
              <a:avLst/>
              <a:gdLst>
                <a:gd name="T0" fmla="*/ 378 w 755"/>
                <a:gd name="T1" fmla="*/ 0 h 756"/>
                <a:gd name="T2" fmla="*/ 0 w 755"/>
                <a:gd name="T3" fmla="*/ 378 h 756"/>
                <a:gd name="T4" fmla="*/ 378 w 755"/>
                <a:gd name="T5" fmla="*/ 756 h 756"/>
                <a:gd name="T6" fmla="*/ 755 w 755"/>
                <a:gd name="T7" fmla="*/ 378 h 756"/>
                <a:gd name="T8" fmla="*/ 378 w 755"/>
                <a:gd name="T9" fmla="*/ 0 h 756"/>
                <a:gd name="T10" fmla="*/ 346 w 755"/>
                <a:gd name="T11" fmla="*/ 346 h 756"/>
                <a:gd name="T12" fmla="*/ 386 w 755"/>
                <a:gd name="T13" fmla="*/ 362 h 756"/>
                <a:gd name="T14" fmla="*/ 448 w 755"/>
                <a:gd name="T15" fmla="*/ 390 h 756"/>
                <a:gd name="T16" fmla="*/ 471 w 755"/>
                <a:gd name="T17" fmla="*/ 494 h 756"/>
                <a:gd name="T18" fmla="*/ 398 w 755"/>
                <a:gd name="T19" fmla="*/ 560 h 756"/>
                <a:gd name="T20" fmla="*/ 398 w 755"/>
                <a:gd name="T21" fmla="*/ 625 h 756"/>
                <a:gd name="T22" fmla="*/ 361 w 755"/>
                <a:gd name="T23" fmla="*/ 625 h 756"/>
                <a:gd name="T24" fmla="*/ 360 w 755"/>
                <a:gd name="T25" fmla="*/ 561 h 756"/>
                <a:gd name="T26" fmla="*/ 309 w 755"/>
                <a:gd name="T27" fmla="*/ 539 h 756"/>
                <a:gd name="T28" fmla="*/ 277 w 755"/>
                <a:gd name="T29" fmla="*/ 465 h 756"/>
                <a:gd name="T30" fmla="*/ 314 w 755"/>
                <a:gd name="T31" fmla="*/ 464 h 756"/>
                <a:gd name="T32" fmla="*/ 333 w 755"/>
                <a:gd name="T33" fmla="*/ 511 h 756"/>
                <a:gd name="T34" fmla="*/ 379 w 755"/>
                <a:gd name="T35" fmla="*/ 526 h 756"/>
                <a:gd name="T36" fmla="*/ 436 w 755"/>
                <a:gd name="T37" fmla="*/ 481 h 756"/>
                <a:gd name="T38" fmla="*/ 423 w 755"/>
                <a:gd name="T39" fmla="*/ 418 h 756"/>
                <a:gd name="T40" fmla="*/ 377 w 755"/>
                <a:gd name="T41" fmla="*/ 398 h 756"/>
                <a:gd name="T42" fmla="*/ 325 w 755"/>
                <a:gd name="T43" fmla="*/ 377 h 756"/>
                <a:gd name="T44" fmla="*/ 283 w 755"/>
                <a:gd name="T45" fmla="*/ 265 h 756"/>
                <a:gd name="T46" fmla="*/ 358 w 755"/>
                <a:gd name="T47" fmla="*/ 196 h 756"/>
                <a:gd name="T48" fmla="*/ 357 w 755"/>
                <a:gd name="T49" fmla="*/ 131 h 756"/>
                <a:gd name="T50" fmla="*/ 395 w 755"/>
                <a:gd name="T51" fmla="*/ 131 h 756"/>
                <a:gd name="T52" fmla="*/ 395 w 755"/>
                <a:gd name="T53" fmla="*/ 194 h 756"/>
                <a:gd name="T54" fmla="*/ 451 w 755"/>
                <a:gd name="T55" fmla="*/ 220 h 756"/>
                <a:gd name="T56" fmla="*/ 478 w 755"/>
                <a:gd name="T57" fmla="*/ 289 h 756"/>
                <a:gd name="T58" fmla="*/ 459 w 755"/>
                <a:gd name="T59" fmla="*/ 289 h 756"/>
                <a:gd name="T60" fmla="*/ 441 w 755"/>
                <a:gd name="T61" fmla="*/ 288 h 756"/>
                <a:gd name="T62" fmla="*/ 425 w 755"/>
                <a:gd name="T63" fmla="*/ 246 h 756"/>
                <a:gd name="T64" fmla="*/ 379 w 755"/>
                <a:gd name="T65" fmla="*/ 230 h 756"/>
                <a:gd name="T66" fmla="*/ 319 w 755"/>
                <a:gd name="T67" fmla="*/ 276 h 756"/>
                <a:gd name="T68" fmla="*/ 346 w 755"/>
                <a:gd name="T69" fmla="*/ 346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55" h="756">
                  <a:moveTo>
                    <a:pt x="378" y="0"/>
                  </a:moveTo>
                  <a:cubicBezTo>
                    <a:pt x="169" y="0"/>
                    <a:pt x="0" y="170"/>
                    <a:pt x="0" y="378"/>
                  </a:cubicBezTo>
                  <a:cubicBezTo>
                    <a:pt x="0" y="586"/>
                    <a:pt x="169" y="756"/>
                    <a:pt x="378" y="756"/>
                  </a:cubicBezTo>
                  <a:cubicBezTo>
                    <a:pt x="586" y="756"/>
                    <a:pt x="755" y="586"/>
                    <a:pt x="755" y="378"/>
                  </a:cubicBezTo>
                  <a:cubicBezTo>
                    <a:pt x="755" y="170"/>
                    <a:pt x="586" y="0"/>
                    <a:pt x="378" y="0"/>
                  </a:cubicBezTo>
                  <a:close/>
                  <a:moveTo>
                    <a:pt x="346" y="346"/>
                  </a:moveTo>
                  <a:cubicBezTo>
                    <a:pt x="357" y="354"/>
                    <a:pt x="371" y="358"/>
                    <a:pt x="386" y="362"/>
                  </a:cubicBezTo>
                  <a:cubicBezTo>
                    <a:pt x="407" y="368"/>
                    <a:pt x="429" y="374"/>
                    <a:pt x="448" y="390"/>
                  </a:cubicBezTo>
                  <a:cubicBezTo>
                    <a:pt x="477" y="416"/>
                    <a:pt x="486" y="455"/>
                    <a:pt x="471" y="494"/>
                  </a:cubicBezTo>
                  <a:cubicBezTo>
                    <a:pt x="458" y="529"/>
                    <a:pt x="430" y="553"/>
                    <a:pt x="398" y="560"/>
                  </a:cubicBezTo>
                  <a:cubicBezTo>
                    <a:pt x="398" y="625"/>
                    <a:pt x="398" y="625"/>
                    <a:pt x="398" y="625"/>
                  </a:cubicBezTo>
                  <a:cubicBezTo>
                    <a:pt x="361" y="625"/>
                    <a:pt x="361" y="625"/>
                    <a:pt x="361" y="625"/>
                  </a:cubicBezTo>
                  <a:cubicBezTo>
                    <a:pt x="360" y="561"/>
                    <a:pt x="360" y="561"/>
                    <a:pt x="360" y="561"/>
                  </a:cubicBezTo>
                  <a:cubicBezTo>
                    <a:pt x="340" y="559"/>
                    <a:pt x="323" y="551"/>
                    <a:pt x="309" y="539"/>
                  </a:cubicBezTo>
                  <a:cubicBezTo>
                    <a:pt x="288" y="522"/>
                    <a:pt x="277" y="496"/>
                    <a:pt x="277" y="465"/>
                  </a:cubicBezTo>
                  <a:cubicBezTo>
                    <a:pt x="314" y="464"/>
                    <a:pt x="314" y="464"/>
                    <a:pt x="314" y="464"/>
                  </a:cubicBezTo>
                  <a:cubicBezTo>
                    <a:pt x="315" y="485"/>
                    <a:pt x="321" y="500"/>
                    <a:pt x="333" y="511"/>
                  </a:cubicBezTo>
                  <a:cubicBezTo>
                    <a:pt x="344" y="520"/>
                    <a:pt x="362" y="526"/>
                    <a:pt x="379" y="526"/>
                  </a:cubicBezTo>
                  <a:cubicBezTo>
                    <a:pt x="407" y="525"/>
                    <a:pt x="428" y="503"/>
                    <a:pt x="436" y="481"/>
                  </a:cubicBezTo>
                  <a:cubicBezTo>
                    <a:pt x="445" y="457"/>
                    <a:pt x="440" y="433"/>
                    <a:pt x="423" y="418"/>
                  </a:cubicBezTo>
                  <a:cubicBezTo>
                    <a:pt x="411" y="407"/>
                    <a:pt x="394" y="403"/>
                    <a:pt x="377" y="398"/>
                  </a:cubicBezTo>
                  <a:cubicBezTo>
                    <a:pt x="359" y="393"/>
                    <a:pt x="341" y="388"/>
                    <a:pt x="325" y="377"/>
                  </a:cubicBezTo>
                  <a:cubicBezTo>
                    <a:pt x="286" y="351"/>
                    <a:pt x="270" y="309"/>
                    <a:pt x="283" y="265"/>
                  </a:cubicBezTo>
                  <a:cubicBezTo>
                    <a:pt x="294" y="229"/>
                    <a:pt x="323" y="203"/>
                    <a:pt x="358" y="196"/>
                  </a:cubicBezTo>
                  <a:cubicBezTo>
                    <a:pt x="357" y="131"/>
                    <a:pt x="357" y="131"/>
                    <a:pt x="357" y="131"/>
                  </a:cubicBezTo>
                  <a:cubicBezTo>
                    <a:pt x="395" y="131"/>
                    <a:pt x="395" y="131"/>
                    <a:pt x="395" y="131"/>
                  </a:cubicBezTo>
                  <a:cubicBezTo>
                    <a:pt x="395" y="194"/>
                    <a:pt x="395" y="194"/>
                    <a:pt x="395" y="194"/>
                  </a:cubicBezTo>
                  <a:cubicBezTo>
                    <a:pt x="418" y="197"/>
                    <a:pt x="437" y="205"/>
                    <a:pt x="451" y="220"/>
                  </a:cubicBezTo>
                  <a:cubicBezTo>
                    <a:pt x="479" y="248"/>
                    <a:pt x="478" y="288"/>
                    <a:pt x="478" y="289"/>
                  </a:cubicBezTo>
                  <a:cubicBezTo>
                    <a:pt x="459" y="289"/>
                    <a:pt x="459" y="289"/>
                    <a:pt x="459" y="289"/>
                  </a:cubicBezTo>
                  <a:cubicBezTo>
                    <a:pt x="441" y="288"/>
                    <a:pt x="441" y="288"/>
                    <a:pt x="441" y="288"/>
                  </a:cubicBezTo>
                  <a:cubicBezTo>
                    <a:pt x="441" y="288"/>
                    <a:pt x="441" y="262"/>
                    <a:pt x="425" y="246"/>
                  </a:cubicBezTo>
                  <a:cubicBezTo>
                    <a:pt x="414" y="235"/>
                    <a:pt x="398" y="230"/>
                    <a:pt x="379" y="230"/>
                  </a:cubicBezTo>
                  <a:cubicBezTo>
                    <a:pt x="347" y="231"/>
                    <a:pt x="326" y="254"/>
                    <a:pt x="319" y="276"/>
                  </a:cubicBezTo>
                  <a:cubicBezTo>
                    <a:pt x="311" y="303"/>
                    <a:pt x="321" y="330"/>
                    <a:pt x="346" y="346"/>
                  </a:cubicBezTo>
                  <a:close/>
                </a:path>
              </a:pathLst>
            </a:custGeom>
            <a:solidFill>
              <a:srgbClr val="FFD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28" name="Freeform 21"/>
            <p:cNvSpPr/>
            <p:nvPr/>
          </p:nvSpPr>
          <p:spPr bwMode="auto">
            <a:xfrm>
              <a:off x="7633942" y="2005617"/>
              <a:ext cx="700395" cy="935557"/>
            </a:xfrm>
            <a:custGeom>
              <a:avLst/>
              <a:gdLst>
                <a:gd name="T0" fmla="*/ 382 w 1478"/>
                <a:gd name="T1" fmla="*/ 298 h 1975"/>
                <a:gd name="T2" fmla="*/ 401 w 1478"/>
                <a:gd name="T3" fmla="*/ 279 h 1975"/>
                <a:gd name="T4" fmla="*/ 1478 w 1478"/>
                <a:gd name="T5" fmla="*/ 279 h 1975"/>
                <a:gd name="T6" fmla="*/ 1478 w 1478"/>
                <a:gd name="T7" fmla="*/ 0 h 1975"/>
                <a:gd name="T8" fmla="*/ 0 w 1478"/>
                <a:gd name="T9" fmla="*/ 0 h 1975"/>
                <a:gd name="T10" fmla="*/ 0 w 1478"/>
                <a:gd name="T11" fmla="*/ 1975 h 1975"/>
                <a:gd name="T12" fmla="*/ 382 w 1478"/>
                <a:gd name="T13" fmla="*/ 1975 h 1975"/>
                <a:gd name="T14" fmla="*/ 382 w 1478"/>
                <a:gd name="T15" fmla="*/ 298 h 1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78" h="1975">
                  <a:moveTo>
                    <a:pt x="382" y="298"/>
                  </a:moveTo>
                  <a:cubicBezTo>
                    <a:pt x="382" y="288"/>
                    <a:pt x="391" y="279"/>
                    <a:pt x="401" y="279"/>
                  </a:cubicBezTo>
                  <a:cubicBezTo>
                    <a:pt x="1478" y="279"/>
                    <a:pt x="1478" y="279"/>
                    <a:pt x="1478" y="279"/>
                  </a:cubicBezTo>
                  <a:cubicBezTo>
                    <a:pt x="1478" y="0"/>
                    <a:pt x="1478" y="0"/>
                    <a:pt x="147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75"/>
                    <a:pt x="0" y="1975"/>
                    <a:pt x="0" y="1975"/>
                  </a:cubicBezTo>
                  <a:cubicBezTo>
                    <a:pt x="382" y="1975"/>
                    <a:pt x="382" y="1975"/>
                    <a:pt x="382" y="1975"/>
                  </a:cubicBezTo>
                  <a:lnTo>
                    <a:pt x="382" y="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8351643" y="1749077"/>
              <a:ext cx="1165628" cy="441819"/>
            </a:xfrm>
            <a:custGeom>
              <a:avLst/>
              <a:gdLst>
                <a:gd name="T0" fmla="*/ 2462 w 2462"/>
                <a:gd name="T1" fmla="*/ 261 h 932"/>
                <a:gd name="T2" fmla="*/ 1573 w 2462"/>
                <a:gd name="T3" fmla="*/ 261 h 932"/>
                <a:gd name="T4" fmla="*/ 1555 w 2462"/>
                <a:gd name="T5" fmla="*/ 247 h 932"/>
                <a:gd name="T6" fmla="*/ 1231 w 2462"/>
                <a:gd name="T7" fmla="*/ 0 h 932"/>
                <a:gd name="T8" fmla="*/ 908 w 2462"/>
                <a:gd name="T9" fmla="*/ 247 h 932"/>
                <a:gd name="T10" fmla="*/ 890 w 2462"/>
                <a:gd name="T11" fmla="*/ 261 h 932"/>
                <a:gd name="T12" fmla="*/ 0 w 2462"/>
                <a:gd name="T13" fmla="*/ 261 h 932"/>
                <a:gd name="T14" fmla="*/ 0 w 2462"/>
                <a:gd name="T15" fmla="*/ 932 h 932"/>
                <a:gd name="T16" fmla="*/ 2462 w 2462"/>
                <a:gd name="T17" fmla="*/ 932 h 932"/>
                <a:gd name="T18" fmla="*/ 2462 w 2462"/>
                <a:gd name="T19" fmla="*/ 261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62" h="932">
                  <a:moveTo>
                    <a:pt x="2462" y="261"/>
                  </a:moveTo>
                  <a:cubicBezTo>
                    <a:pt x="1573" y="261"/>
                    <a:pt x="1573" y="261"/>
                    <a:pt x="1573" y="261"/>
                  </a:cubicBezTo>
                  <a:cubicBezTo>
                    <a:pt x="1564" y="261"/>
                    <a:pt x="1557" y="255"/>
                    <a:pt x="1555" y="247"/>
                  </a:cubicBezTo>
                  <a:cubicBezTo>
                    <a:pt x="1515" y="101"/>
                    <a:pt x="1382" y="0"/>
                    <a:pt x="1231" y="0"/>
                  </a:cubicBezTo>
                  <a:cubicBezTo>
                    <a:pt x="1080" y="0"/>
                    <a:pt x="947" y="101"/>
                    <a:pt x="908" y="247"/>
                  </a:cubicBezTo>
                  <a:cubicBezTo>
                    <a:pt x="905" y="255"/>
                    <a:pt x="898" y="261"/>
                    <a:pt x="890" y="261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932"/>
                    <a:pt x="0" y="932"/>
                    <a:pt x="0" y="932"/>
                  </a:cubicBezTo>
                  <a:cubicBezTo>
                    <a:pt x="2462" y="932"/>
                    <a:pt x="2462" y="932"/>
                    <a:pt x="2462" y="932"/>
                  </a:cubicBezTo>
                  <a:lnTo>
                    <a:pt x="2462" y="261"/>
                  </a:lnTo>
                  <a:close/>
                </a:path>
              </a:pathLst>
            </a:custGeom>
            <a:solidFill>
              <a:srgbClr val="FFDC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7833473" y="2156283"/>
              <a:ext cx="2201969" cy="3135489"/>
            </a:xfrm>
            <a:custGeom>
              <a:avLst/>
              <a:gdLst>
                <a:gd name="T0" fmla="*/ 1058 w 4653"/>
                <a:gd name="T1" fmla="*/ 0 h 6620"/>
                <a:gd name="T2" fmla="*/ 0 w 4653"/>
                <a:gd name="T3" fmla="*/ 0 h 6620"/>
                <a:gd name="T4" fmla="*/ 0 w 4653"/>
                <a:gd name="T5" fmla="*/ 1658 h 6620"/>
                <a:gd name="T6" fmla="*/ 2270 w 4653"/>
                <a:gd name="T7" fmla="*/ 1658 h 6620"/>
                <a:gd name="T8" fmla="*/ 2718 w 4653"/>
                <a:gd name="T9" fmla="*/ 2107 h 6620"/>
                <a:gd name="T10" fmla="*/ 2718 w 4653"/>
                <a:gd name="T11" fmla="*/ 6620 h 6620"/>
                <a:gd name="T12" fmla="*/ 4653 w 4653"/>
                <a:gd name="T13" fmla="*/ 6620 h 6620"/>
                <a:gd name="T14" fmla="*/ 4653 w 4653"/>
                <a:gd name="T15" fmla="*/ 0 h 6620"/>
                <a:gd name="T16" fmla="*/ 3595 w 4653"/>
                <a:gd name="T17" fmla="*/ 0 h 6620"/>
                <a:gd name="T18" fmla="*/ 3595 w 4653"/>
                <a:gd name="T19" fmla="*/ 93 h 6620"/>
                <a:gd name="T20" fmla="*/ 3576 w 4653"/>
                <a:gd name="T21" fmla="*/ 112 h 6620"/>
                <a:gd name="T22" fmla="*/ 1077 w 4653"/>
                <a:gd name="T23" fmla="*/ 112 h 6620"/>
                <a:gd name="T24" fmla="*/ 1058 w 4653"/>
                <a:gd name="T25" fmla="*/ 93 h 6620"/>
                <a:gd name="T26" fmla="*/ 1058 w 4653"/>
                <a:gd name="T27" fmla="*/ 0 h 6620"/>
                <a:gd name="T28" fmla="*/ 3497 w 4653"/>
                <a:gd name="T29" fmla="*/ 5997 h 6620"/>
                <a:gd name="T30" fmla="*/ 3082 w 4653"/>
                <a:gd name="T31" fmla="*/ 5582 h 6620"/>
                <a:gd name="T32" fmla="*/ 3497 w 4653"/>
                <a:gd name="T33" fmla="*/ 5167 h 6620"/>
                <a:gd name="T34" fmla="*/ 3911 w 4653"/>
                <a:gd name="T35" fmla="*/ 5582 h 6620"/>
                <a:gd name="T36" fmla="*/ 3497 w 4653"/>
                <a:gd name="T37" fmla="*/ 5997 h 6620"/>
                <a:gd name="T38" fmla="*/ 3652 w 4653"/>
                <a:gd name="T39" fmla="*/ 4671 h 6620"/>
                <a:gd name="T40" fmla="*/ 3679 w 4653"/>
                <a:gd name="T41" fmla="*/ 4697 h 6620"/>
                <a:gd name="T42" fmla="*/ 3512 w 4653"/>
                <a:gd name="T43" fmla="*/ 4864 h 6620"/>
                <a:gd name="T44" fmla="*/ 3499 w 4653"/>
                <a:gd name="T45" fmla="*/ 4869 h 6620"/>
                <a:gd name="T46" fmla="*/ 3486 w 4653"/>
                <a:gd name="T47" fmla="*/ 4864 h 6620"/>
                <a:gd name="T48" fmla="*/ 3319 w 4653"/>
                <a:gd name="T49" fmla="*/ 4697 h 6620"/>
                <a:gd name="T50" fmla="*/ 3346 w 4653"/>
                <a:gd name="T51" fmla="*/ 4671 h 6620"/>
                <a:gd name="T52" fmla="*/ 3480 w 4653"/>
                <a:gd name="T53" fmla="*/ 4805 h 6620"/>
                <a:gd name="T54" fmla="*/ 3480 w 4653"/>
                <a:gd name="T55" fmla="*/ 2258 h 6620"/>
                <a:gd name="T56" fmla="*/ 3518 w 4653"/>
                <a:gd name="T57" fmla="*/ 2258 h 6620"/>
                <a:gd name="T58" fmla="*/ 3518 w 4653"/>
                <a:gd name="T59" fmla="*/ 4805 h 6620"/>
                <a:gd name="T60" fmla="*/ 3652 w 4653"/>
                <a:gd name="T61" fmla="*/ 4671 h 6620"/>
                <a:gd name="T62" fmla="*/ 3499 w 4653"/>
                <a:gd name="T63" fmla="*/ 645 h 6620"/>
                <a:gd name="T64" fmla="*/ 4146 w 4653"/>
                <a:gd name="T65" fmla="*/ 1292 h 6620"/>
                <a:gd name="T66" fmla="*/ 3499 w 4653"/>
                <a:gd name="T67" fmla="*/ 1939 h 6620"/>
                <a:gd name="T68" fmla="*/ 2852 w 4653"/>
                <a:gd name="T69" fmla="*/ 1292 h 6620"/>
                <a:gd name="T70" fmla="*/ 3499 w 4653"/>
                <a:gd name="T71" fmla="*/ 645 h 6620"/>
                <a:gd name="T72" fmla="*/ 2429 w 4653"/>
                <a:gd name="T73" fmla="*/ 1252 h 6620"/>
                <a:gd name="T74" fmla="*/ 646 w 4653"/>
                <a:gd name="T75" fmla="*/ 1252 h 6620"/>
                <a:gd name="T76" fmla="*/ 646 w 4653"/>
                <a:gd name="T77" fmla="*/ 1215 h 6620"/>
                <a:gd name="T78" fmla="*/ 2429 w 4653"/>
                <a:gd name="T79" fmla="*/ 1215 h 6620"/>
                <a:gd name="T80" fmla="*/ 2429 w 4653"/>
                <a:gd name="T81" fmla="*/ 1252 h 6620"/>
                <a:gd name="T82" fmla="*/ 2429 w 4653"/>
                <a:gd name="T83" fmla="*/ 922 h 6620"/>
                <a:gd name="T84" fmla="*/ 2429 w 4653"/>
                <a:gd name="T85" fmla="*/ 960 h 6620"/>
                <a:gd name="T86" fmla="*/ 646 w 4653"/>
                <a:gd name="T87" fmla="*/ 960 h 6620"/>
                <a:gd name="T88" fmla="*/ 646 w 4653"/>
                <a:gd name="T89" fmla="*/ 922 h 6620"/>
                <a:gd name="T90" fmla="*/ 2429 w 4653"/>
                <a:gd name="T91" fmla="*/ 922 h 6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653" h="6620">
                  <a:moveTo>
                    <a:pt x="105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58"/>
                    <a:pt x="0" y="1658"/>
                    <a:pt x="0" y="1658"/>
                  </a:cubicBezTo>
                  <a:cubicBezTo>
                    <a:pt x="2270" y="1658"/>
                    <a:pt x="2270" y="1658"/>
                    <a:pt x="2270" y="1658"/>
                  </a:cubicBezTo>
                  <a:cubicBezTo>
                    <a:pt x="2517" y="1658"/>
                    <a:pt x="2718" y="1859"/>
                    <a:pt x="2718" y="2107"/>
                  </a:cubicBezTo>
                  <a:cubicBezTo>
                    <a:pt x="2718" y="6620"/>
                    <a:pt x="2718" y="6620"/>
                    <a:pt x="2718" y="6620"/>
                  </a:cubicBezTo>
                  <a:cubicBezTo>
                    <a:pt x="4653" y="6620"/>
                    <a:pt x="4653" y="6620"/>
                    <a:pt x="4653" y="6620"/>
                  </a:cubicBezTo>
                  <a:cubicBezTo>
                    <a:pt x="4653" y="0"/>
                    <a:pt x="4653" y="0"/>
                    <a:pt x="4653" y="0"/>
                  </a:cubicBezTo>
                  <a:cubicBezTo>
                    <a:pt x="3595" y="0"/>
                    <a:pt x="3595" y="0"/>
                    <a:pt x="3595" y="0"/>
                  </a:cubicBezTo>
                  <a:cubicBezTo>
                    <a:pt x="3595" y="93"/>
                    <a:pt x="3595" y="93"/>
                    <a:pt x="3595" y="93"/>
                  </a:cubicBezTo>
                  <a:cubicBezTo>
                    <a:pt x="3595" y="103"/>
                    <a:pt x="3586" y="112"/>
                    <a:pt x="3576" y="112"/>
                  </a:cubicBezTo>
                  <a:cubicBezTo>
                    <a:pt x="1077" y="112"/>
                    <a:pt x="1077" y="112"/>
                    <a:pt x="1077" y="112"/>
                  </a:cubicBezTo>
                  <a:cubicBezTo>
                    <a:pt x="1066" y="112"/>
                    <a:pt x="1058" y="103"/>
                    <a:pt x="1058" y="93"/>
                  </a:cubicBezTo>
                  <a:lnTo>
                    <a:pt x="1058" y="0"/>
                  </a:lnTo>
                  <a:close/>
                  <a:moveTo>
                    <a:pt x="3497" y="5997"/>
                  </a:moveTo>
                  <a:cubicBezTo>
                    <a:pt x="3268" y="5997"/>
                    <a:pt x="3082" y="5811"/>
                    <a:pt x="3082" y="5582"/>
                  </a:cubicBezTo>
                  <a:cubicBezTo>
                    <a:pt x="3082" y="5353"/>
                    <a:pt x="3268" y="5167"/>
                    <a:pt x="3497" y="5167"/>
                  </a:cubicBezTo>
                  <a:cubicBezTo>
                    <a:pt x="3725" y="5167"/>
                    <a:pt x="3911" y="5353"/>
                    <a:pt x="3911" y="5582"/>
                  </a:cubicBezTo>
                  <a:cubicBezTo>
                    <a:pt x="3911" y="5811"/>
                    <a:pt x="3725" y="5997"/>
                    <a:pt x="3497" y="5997"/>
                  </a:cubicBezTo>
                  <a:close/>
                  <a:moveTo>
                    <a:pt x="3652" y="4671"/>
                  </a:moveTo>
                  <a:cubicBezTo>
                    <a:pt x="3679" y="4697"/>
                    <a:pt x="3679" y="4697"/>
                    <a:pt x="3679" y="4697"/>
                  </a:cubicBezTo>
                  <a:cubicBezTo>
                    <a:pt x="3512" y="4864"/>
                    <a:pt x="3512" y="4864"/>
                    <a:pt x="3512" y="4864"/>
                  </a:cubicBezTo>
                  <a:cubicBezTo>
                    <a:pt x="3509" y="4867"/>
                    <a:pt x="3504" y="4869"/>
                    <a:pt x="3499" y="4869"/>
                  </a:cubicBezTo>
                  <a:cubicBezTo>
                    <a:pt x="3494" y="4869"/>
                    <a:pt x="3489" y="4867"/>
                    <a:pt x="3486" y="4864"/>
                  </a:cubicBezTo>
                  <a:cubicBezTo>
                    <a:pt x="3319" y="4697"/>
                    <a:pt x="3319" y="4697"/>
                    <a:pt x="3319" y="4697"/>
                  </a:cubicBezTo>
                  <a:cubicBezTo>
                    <a:pt x="3346" y="4671"/>
                    <a:pt x="3346" y="4671"/>
                    <a:pt x="3346" y="4671"/>
                  </a:cubicBezTo>
                  <a:cubicBezTo>
                    <a:pt x="3480" y="4805"/>
                    <a:pt x="3480" y="4805"/>
                    <a:pt x="3480" y="4805"/>
                  </a:cubicBezTo>
                  <a:cubicBezTo>
                    <a:pt x="3480" y="2258"/>
                    <a:pt x="3480" y="2258"/>
                    <a:pt x="3480" y="2258"/>
                  </a:cubicBezTo>
                  <a:cubicBezTo>
                    <a:pt x="3518" y="2258"/>
                    <a:pt x="3518" y="2258"/>
                    <a:pt x="3518" y="2258"/>
                  </a:cubicBezTo>
                  <a:cubicBezTo>
                    <a:pt x="3518" y="4805"/>
                    <a:pt x="3518" y="4805"/>
                    <a:pt x="3518" y="4805"/>
                  </a:cubicBezTo>
                  <a:lnTo>
                    <a:pt x="3652" y="4671"/>
                  </a:lnTo>
                  <a:close/>
                  <a:moveTo>
                    <a:pt x="3499" y="645"/>
                  </a:moveTo>
                  <a:cubicBezTo>
                    <a:pt x="3856" y="645"/>
                    <a:pt x="4146" y="936"/>
                    <a:pt x="4146" y="1292"/>
                  </a:cubicBezTo>
                  <a:cubicBezTo>
                    <a:pt x="4146" y="1649"/>
                    <a:pt x="3856" y="1939"/>
                    <a:pt x="3499" y="1939"/>
                  </a:cubicBezTo>
                  <a:cubicBezTo>
                    <a:pt x="3142" y="1939"/>
                    <a:pt x="2852" y="1649"/>
                    <a:pt x="2852" y="1292"/>
                  </a:cubicBezTo>
                  <a:cubicBezTo>
                    <a:pt x="2852" y="936"/>
                    <a:pt x="3142" y="645"/>
                    <a:pt x="3499" y="645"/>
                  </a:cubicBezTo>
                  <a:close/>
                  <a:moveTo>
                    <a:pt x="2429" y="1252"/>
                  </a:moveTo>
                  <a:cubicBezTo>
                    <a:pt x="646" y="1252"/>
                    <a:pt x="646" y="1252"/>
                    <a:pt x="646" y="1252"/>
                  </a:cubicBezTo>
                  <a:cubicBezTo>
                    <a:pt x="646" y="1215"/>
                    <a:pt x="646" y="1215"/>
                    <a:pt x="646" y="1215"/>
                  </a:cubicBezTo>
                  <a:cubicBezTo>
                    <a:pt x="2429" y="1215"/>
                    <a:pt x="2429" y="1215"/>
                    <a:pt x="2429" y="1215"/>
                  </a:cubicBezTo>
                  <a:lnTo>
                    <a:pt x="2429" y="1252"/>
                  </a:lnTo>
                  <a:close/>
                  <a:moveTo>
                    <a:pt x="2429" y="922"/>
                  </a:moveTo>
                  <a:cubicBezTo>
                    <a:pt x="2429" y="960"/>
                    <a:pt x="2429" y="960"/>
                    <a:pt x="2429" y="960"/>
                  </a:cubicBezTo>
                  <a:cubicBezTo>
                    <a:pt x="646" y="960"/>
                    <a:pt x="646" y="960"/>
                    <a:pt x="646" y="960"/>
                  </a:cubicBezTo>
                  <a:cubicBezTo>
                    <a:pt x="646" y="922"/>
                    <a:pt x="646" y="922"/>
                    <a:pt x="646" y="922"/>
                  </a:cubicBezTo>
                  <a:lnTo>
                    <a:pt x="2429" y="922"/>
                  </a:lnTo>
                  <a:close/>
                </a:path>
              </a:pathLst>
            </a:custGeom>
            <a:solidFill>
              <a:srgbClr val="FFF5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9200668" y="2478994"/>
              <a:ext cx="577215" cy="578233"/>
            </a:xfrm>
            <a:custGeom>
              <a:avLst/>
              <a:gdLst>
                <a:gd name="T0" fmla="*/ 610 w 1220"/>
                <a:gd name="T1" fmla="*/ 1219 h 1219"/>
                <a:gd name="T2" fmla="*/ 1220 w 1220"/>
                <a:gd name="T3" fmla="*/ 609 h 1219"/>
                <a:gd name="T4" fmla="*/ 610 w 1220"/>
                <a:gd name="T5" fmla="*/ 0 h 1219"/>
                <a:gd name="T6" fmla="*/ 0 w 1220"/>
                <a:gd name="T7" fmla="*/ 609 h 1219"/>
                <a:gd name="T8" fmla="*/ 610 w 1220"/>
                <a:gd name="T9" fmla="*/ 1219 h 1219"/>
                <a:gd name="T10" fmla="*/ 610 w 1220"/>
                <a:gd name="T11" fmla="*/ 299 h 1219"/>
                <a:gd name="T12" fmla="*/ 742 w 1220"/>
                <a:gd name="T13" fmla="*/ 431 h 1219"/>
                <a:gd name="T14" fmla="*/ 610 w 1220"/>
                <a:gd name="T15" fmla="*/ 564 h 1219"/>
                <a:gd name="T16" fmla="*/ 477 w 1220"/>
                <a:gd name="T17" fmla="*/ 431 h 1219"/>
                <a:gd name="T18" fmla="*/ 610 w 1220"/>
                <a:gd name="T19" fmla="*/ 299 h 1219"/>
                <a:gd name="T20" fmla="*/ 333 w 1220"/>
                <a:gd name="T21" fmla="*/ 772 h 1219"/>
                <a:gd name="T22" fmla="*/ 491 w 1220"/>
                <a:gd name="T23" fmla="*/ 615 h 1219"/>
                <a:gd name="T24" fmla="*/ 729 w 1220"/>
                <a:gd name="T25" fmla="*/ 615 h 1219"/>
                <a:gd name="T26" fmla="*/ 887 w 1220"/>
                <a:gd name="T27" fmla="*/ 772 h 1219"/>
                <a:gd name="T28" fmla="*/ 887 w 1220"/>
                <a:gd name="T29" fmla="*/ 847 h 1219"/>
                <a:gd name="T30" fmla="*/ 868 w 1220"/>
                <a:gd name="T31" fmla="*/ 866 h 1219"/>
                <a:gd name="T32" fmla="*/ 352 w 1220"/>
                <a:gd name="T33" fmla="*/ 866 h 1219"/>
                <a:gd name="T34" fmla="*/ 333 w 1220"/>
                <a:gd name="T35" fmla="*/ 847 h 1219"/>
                <a:gd name="T36" fmla="*/ 333 w 1220"/>
                <a:gd name="T37" fmla="*/ 772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20" h="1219">
                  <a:moveTo>
                    <a:pt x="610" y="1219"/>
                  </a:moveTo>
                  <a:cubicBezTo>
                    <a:pt x="946" y="1219"/>
                    <a:pt x="1220" y="946"/>
                    <a:pt x="1220" y="609"/>
                  </a:cubicBezTo>
                  <a:cubicBezTo>
                    <a:pt x="1220" y="273"/>
                    <a:pt x="946" y="0"/>
                    <a:pt x="610" y="0"/>
                  </a:cubicBezTo>
                  <a:cubicBezTo>
                    <a:pt x="274" y="0"/>
                    <a:pt x="0" y="273"/>
                    <a:pt x="0" y="609"/>
                  </a:cubicBezTo>
                  <a:cubicBezTo>
                    <a:pt x="0" y="946"/>
                    <a:pt x="274" y="1219"/>
                    <a:pt x="610" y="1219"/>
                  </a:cubicBezTo>
                  <a:close/>
                  <a:moveTo>
                    <a:pt x="610" y="299"/>
                  </a:moveTo>
                  <a:cubicBezTo>
                    <a:pt x="683" y="299"/>
                    <a:pt x="742" y="358"/>
                    <a:pt x="742" y="431"/>
                  </a:cubicBezTo>
                  <a:cubicBezTo>
                    <a:pt x="742" y="505"/>
                    <a:pt x="683" y="564"/>
                    <a:pt x="610" y="564"/>
                  </a:cubicBezTo>
                  <a:cubicBezTo>
                    <a:pt x="537" y="564"/>
                    <a:pt x="477" y="505"/>
                    <a:pt x="477" y="431"/>
                  </a:cubicBezTo>
                  <a:cubicBezTo>
                    <a:pt x="477" y="358"/>
                    <a:pt x="537" y="299"/>
                    <a:pt x="610" y="299"/>
                  </a:cubicBezTo>
                  <a:close/>
                  <a:moveTo>
                    <a:pt x="333" y="772"/>
                  </a:moveTo>
                  <a:cubicBezTo>
                    <a:pt x="333" y="685"/>
                    <a:pt x="404" y="615"/>
                    <a:pt x="491" y="615"/>
                  </a:cubicBezTo>
                  <a:cubicBezTo>
                    <a:pt x="729" y="615"/>
                    <a:pt x="729" y="615"/>
                    <a:pt x="729" y="615"/>
                  </a:cubicBezTo>
                  <a:cubicBezTo>
                    <a:pt x="816" y="615"/>
                    <a:pt x="887" y="685"/>
                    <a:pt x="887" y="772"/>
                  </a:cubicBezTo>
                  <a:cubicBezTo>
                    <a:pt x="887" y="847"/>
                    <a:pt x="887" y="847"/>
                    <a:pt x="887" y="847"/>
                  </a:cubicBezTo>
                  <a:cubicBezTo>
                    <a:pt x="887" y="857"/>
                    <a:pt x="879" y="866"/>
                    <a:pt x="868" y="866"/>
                  </a:cubicBezTo>
                  <a:cubicBezTo>
                    <a:pt x="352" y="866"/>
                    <a:pt x="352" y="866"/>
                    <a:pt x="352" y="866"/>
                  </a:cubicBezTo>
                  <a:cubicBezTo>
                    <a:pt x="341" y="866"/>
                    <a:pt x="333" y="857"/>
                    <a:pt x="333" y="847"/>
                  </a:cubicBezTo>
                  <a:lnTo>
                    <a:pt x="333" y="772"/>
                  </a:lnTo>
                  <a:close/>
                </a:path>
              </a:pathLst>
            </a:custGeom>
            <a:solidFill>
              <a:srgbClr val="FF8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37" name="Freeform 30"/>
            <p:cNvSpPr/>
            <p:nvPr/>
          </p:nvSpPr>
          <p:spPr bwMode="auto">
            <a:xfrm>
              <a:off x="9105993" y="2005617"/>
              <a:ext cx="1127962" cy="3711686"/>
            </a:xfrm>
            <a:custGeom>
              <a:avLst/>
              <a:gdLst>
                <a:gd name="T0" fmla="*/ 906 w 2384"/>
                <a:gd name="T1" fmla="*/ 279 h 7837"/>
                <a:gd name="T2" fmla="*/ 1983 w 2384"/>
                <a:gd name="T3" fmla="*/ 279 h 7837"/>
                <a:gd name="T4" fmla="*/ 2001 w 2384"/>
                <a:gd name="T5" fmla="*/ 298 h 7837"/>
                <a:gd name="T6" fmla="*/ 2001 w 2384"/>
                <a:gd name="T7" fmla="*/ 6955 h 7837"/>
                <a:gd name="T8" fmla="*/ 1983 w 2384"/>
                <a:gd name="T9" fmla="*/ 6974 h 7837"/>
                <a:gd name="T10" fmla="*/ 29 w 2384"/>
                <a:gd name="T11" fmla="*/ 6974 h 7837"/>
                <a:gd name="T12" fmla="*/ 29 w 2384"/>
                <a:gd name="T13" fmla="*/ 7680 h 7837"/>
                <a:gd name="T14" fmla="*/ 0 w 2384"/>
                <a:gd name="T15" fmla="*/ 7837 h 7837"/>
                <a:gd name="T16" fmla="*/ 2384 w 2384"/>
                <a:gd name="T17" fmla="*/ 7837 h 7837"/>
                <a:gd name="T18" fmla="*/ 2384 w 2384"/>
                <a:gd name="T19" fmla="*/ 0 h 7837"/>
                <a:gd name="T20" fmla="*/ 906 w 2384"/>
                <a:gd name="T21" fmla="*/ 0 h 7837"/>
                <a:gd name="T22" fmla="*/ 906 w 2384"/>
                <a:gd name="T23" fmla="*/ 279 h 7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84" h="7837">
                  <a:moveTo>
                    <a:pt x="906" y="279"/>
                  </a:moveTo>
                  <a:cubicBezTo>
                    <a:pt x="1983" y="279"/>
                    <a:pt x="1983" y="279"/>
                    <a:pt x="1983" y="279"/>
                  </a:cubicBezTo>
                  <a:cubicBezTo>
                    <a:pt x="1993" y="279"/>
                    <a:pt x="2001" y="288"/>
                    <a:pt x="2001" y="298"/>
                  </a:cubicBezTo>
                  <a:cubicBezTo>
                    <a:pt x="2001" y="6955"/>
                    <a:pt x="2001" y="6955"/>
                    <a:pt x="2001" y="6955"/>
                  </a:cubicBezTo>
                  <a:cubicBezTo>
                    <a:pt x="2001" y="6966"/>
                    <a:pt x="1993" y="6974"/>
                    <a:pt x="1983" y="6974"/>
                  </a:cubicBezTo>
                  <a:cubicBezTo>
                    <a:pt x="29" y="6974"/>
                    <a:pt x="29" y="6974"/>
                    <a:pt x="29" y="6974"/>
                  </a:cubicBezTo>
                  <a:cubicBezTo>
                    <a:pt x="29" y="7680"/>
                    <a:pt x="29" y="7680"/>
                    <a:pt x="29" y="7680"/>
                  </a:cubicBezTo>
                  <a:cubicBezTo>
                    <a:pt x="29" y="7735"/>
                    <a:pt x="18" y="7788"/>
                    <a:pt x="0" y="7837"/>
                  </a:cubicBezTo>
                  <a:cubicBezTo>
                    <a:pt x="2384" y="7837"/>
                    <a:pt x="2384" y="7837"/>
                    <a:pt x="2384" y="7837"/>
                  </a:cubicBezTo>
                  <a:cubicBezTo>
                    <a:pt x="2384" y="0"/>
                    <a:pt x="2384" y="0"/>
                    <a:pt x="2384" y="0"/>
                  </a:cubicBezTo>
                  <a:cubicBezTo>
                    <a:pt x="906" y="0"/>
                    <a:pt x="906" y="0"/>
                    <a:pt x="906" y="0"/>
                  </a:cubicBezTo>
                  <a:lnTo>
                    <a:pt x="906" y="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6841925" y="1731770"/>
              <a:ext cx="3410354" cy="4123983"/>
            </a:xfrm>
            <a:custGeom>
              <a:avLst/>
              <a:gdLst>
                <a:gd name="T0" fmla="*/ 5689 w 7204"/>
                <a:gd name="T1" fmla="*/ 541 h 8707"/>
                <a:gd name="T2" fmla="*/ 5670 w 7204"/>
                <a:gd name="T3" fmla="*/ 262 h 8707"/>
                <a:gd name="T4" fmla="*/ 4420 w 7204"/>
                <a:gd name="T5" fmla="*/ 0 h 8707"/>
                <a:gd name="T6" fmla="*/ 3171 w 7204"/>
                <a:gd name="T7" fmla="*/ 262 h 8707"/>
                <a:gd name="T8" fmla="*/ 3152 w 7204"/>
                <a:gd name="T9" fmla="*/ 541 h 8707"/>
                <a:gd name="T10" fmla="*/ 1637 w 7204"/>
                <a:gd name="T11" fmla="*/ 560 h 8707"/>
                <a:gd name="T12" fmla="*/ 448 w 7204"/>
                <a:gd name="T13" fmla="*/ 2554 h 8707"/>
                <a:gd name="T14" fmla="*/ 0 w 7204"/>
                <a:gd name="T15" fmla="*/ 8259 h 8707"/>
                <a:gd name="T16" fmla="*/ 4364 w 7204"/>
                <a:gd name="T17" fmla="*/ 8707 h 8707"/>
                <a:gd name="T18" fmla="*/ 7185 w 7204"/>
                <a:gd name="T19" fmla="*/ 8453 h 8707"/>
                <a:gd name="T20" fmla="*/ 7204 w 7204"/>
                <a:gd name="T21" fmla="*/ 560 h 8707"/>
                <a:gd name="T22" fmla="*/ 3189 w 7204"/>
                <a:gd name="T23" fmla="*/ 299 h 8707"/>
                <a:gd name="T24" fmla="*/ 4097 w 7204"/>
                <a:gd name="T25" fmla="*/ 285 h 8707"/>
                <a:gd name="T26" fmla="*/ 4744 w 7204"/>
                <a:gd name="T27" fmla="*/ 285 h 8707"/>
                <a:gd name="T28" fmla="*/ 5651 w 7204"/>
                <a:gd name="T29" fmla="*/ 299 h 8707"/>
                <a:gd name="T30" fmla="*/ 3189 w 7204"/>
                <a:gd name="T31" fmla="*/ 970 h 8707"/>
                <a:gd name="T32" fmla="*/ 3171 w 7204"/>
                <a:gd name="T33" fmla="*/ 1008 h 8707"/>
                <a:gd name="T34" fmla="*/ 5689 w 7204"/>
                <a:gd name="T35" fmla="*/ 989 h 8707"/>
                <a:gd name="T36" fmla="*/ 6747 w 7204"/>
                <a:gd name="T37" fmla="*/ 896 h 8707"/>
                <a:gd name="T38" fmla="*/ 4812 w 7204"/>
                <a:gd name="T39" fmla="*/ 7516 h 8707"/>
                <a:gd name="T40" fmla="*/ 4364 w 7204"/>
                <a:gd name="T41" fmla="*/ 2554 h 8707"/>
                <a:gd name="T42" fmla="*/ 2094 w 7204"/>
                <a:gd name="T43" fmla="*/ 896 h 8707"/>
                <a:gd name="T44" fmla="*/ 3152 w 7204"/>
                <a:gd name="T45" fmla="*/ 989 h 8707"/>
                <a:gd name="T46" fmla="*/ 1674 w 7204"/>
                <a:gd name="T47" fmla="*/ 579 h 8707"/>
                <a:gd name="T48" fmla="*/ 3152 w 7204"/>
                <a:gd name="T49" fmla="*/ 858 h 8707"/>
                <a:gd name="T50" fmla="*/ 2056 w 7204"/>
                <a:gd name="T51" fmla="*/ 877 h 8707"/>
                <a:gd name="T52" fmla="*/ 1674 w 7204"/>
                <a:gd name="T53" fmla="*/ 2554 h 8707"/>
                <a:gd name="T54" fmla="*/ 4775 w 7204"/>
                <a:gd name="T55" fmla="*/ 8259 h 8707"/>
                <a:gd name="T56" fmla="*/ 448 w 7204"/>
                <a:gd name="T57" fmla="*/ 8670 h 8707"/>
                <a:gd name="T58" fmla="*/ 37 w 7204"/>
                <a:gd name="T59" fmla="*/ 3003 h 8707"/>
                <a:gd name="T60" fmla="*/ 4364 w 7204"/>
                <a:gd name="T61" fmla="*/ 2592 h 8707"/>
                <a:gd name="T62" fmla="*/ 4775 w 7204"/>
                <a:gd name="T63" fmla="*/ 8259 h 8707"/>
                <a:gd name="T64" fmla="*/ 4783 w 7204"/>
                <a:gd name="T65" fmla="*/ 8416 h 8707"/>
                <a:gd name="T66" fmla="*/ 4812 w 7204"/>
                <a:gd name="T67" fmla="*/ 7553 h 8707"/>
                <a:gd name="T68" fmla="*/ 6784 w 7204"/>
                <a:gd name="T69" fmla="*/ 7534 h 8707"/>
                <a:gd name="T70" fmla="*/ 6766 w 7204"/>
                <a:gd name="T71" fmla="*/ 858 h 8707"/>
                <a:gd name="T72" fmla="*/ 5689 w 7204"/>
                <a:gd name="T73" fmla="*/ 579 h 8707"/>
                <a:gd name="T74" fmla="*/ 7167 w 7204"/>
                <a:gd name="T75" fmla="*/ 8416 h 8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204" h="8707">
                  <a:moveTo>
                    <a:pt x="7185" y="541"/>
                  </a:moveTo>
                  <a:cubicBezTo>
                    <a:pt x="5689" y="541"/>
                    <a:pt x="5689" y="541"/>
                    <a:pt x="5689" y="541"/>
                  </a:cubicBezTo>
                  <a:cubicBezTo>
                    <a:pt x="5689" y="280"/>
                    <a:pt x="5689" y="280"/>
                    <a:pt x="5689" y="280"/>
                  </a:cubicBezTo>
                  <a:cubicBezTo>
                    <a:pt x="5689" y="270"/>
                    <a:pt x="5680" y="262"/>
                    <a:pt x="5670" y="262"/>
                  </a:cubicBezTo>
                  <a:cubicBezTo>
                    <a:pt x="4776" y="262"/>
                    <a:pt x="4776" y="262"/>
                    <a:pt x="4776" y="262"/>
                  </a:cubicBezTo>
                  <a:cubicBezTo>
                    <a:pt x="4727" y="107"/>
                    <a:pt x="4583" y="0"/>
                    <a:pt x="4420" y="0"/>
                  </a:cubicBezTo>
                  <a:cubicBezTo>
                    <a:pt x="4257" y="0"/>
                    <a:pt x="4113" y="107"/>
                    <a:pt x="4065" y="262"/>
                  </a:cubicBezTo>
                  <a:cubicBezTo>
                    <a:pt x="3171" y="262"/>
                    <a:pt x="3171" y="262"/>
                    <a:pt x="3171" y="262"/>
                  </a:cubicBezTo>
                  <a:cubicBezTo>
                    <a:pt x="3160" y="262"/>
                    <a:pt x="3152" y="270"/>
                    <a:pt x="3152" y="280"/>
                  </a:cubicBezTo>
                  <a:cubicBezTo>
                    <a:pt x="3152" y="541"/>
                    <a:pt x="3152" y="541"/>
                    <a:pt x="3152" y="541"/>
                  </a:cubicBezTo>
                  <a:cubicBezTo>
                    <a:pt x="1655" y="541"/>
                    <a:pt x="1655" y="541"/>
                    <a:pt x="1655" y="541"/>
                  </a:cubicBezTo>
                  <a:cubicBezTo>
                    <a:pt x="1645" y="541"/>
                    <a:pt x="1637" y="550"/>
                    <a:pt x="1637" y="560"/>
                  </a:cubicBezTo>
                  <a:cubicBezTo>
                    <a:pt x="1637" y="2554"/>
                    <a:pt x="1637" y="2554"/>
                    <a:pt x="1637" y="2554"/>
                  </a:cubicBezTo>
                  <a:cubicBezTo>
                    <a:pt x="448" y="2554"/>
                    <a:pt x="448" y="2554"/>
                    <a:pt x="448" y="2554"/>
                  </a:cubicBezTo>
                  <a:cubicBezTo>
                    <a:pt x="201" y="2554"/>
                    <a:pt x="0" y="2755"/>
                    <a:pt x="0" y="3003"/>
                  </a:cubicBezTo>
                  <a:cubicBezTo>
                    <a:pt x="0" y="8259"/>
                    <a:pt x="0" y="8259"/>
                    <a:pt x="0" y="8259"/>
                  </a:cubicBezTo>
                  <a:cubicBezTo>
                    <a:pt x="0" y="8506"/>
                    <a:pt x="201" y="8707"/>
                    <a:pt x="448" y="8707"/>
                  </a:cubicBezTo>
                  <a:cubicBezTo>
                    <a:pt x="4364" y="8707"/>
                    <a:pt x="4364" y="8707"/>
                    <a:pt x="4364" y="8707"/>
                  </a:cubicBezTo>
                  <a:cubicBezTo>
                    <a:pt x="4541" y="8707"/>
                    <a:pt x="4695" y="8603"/>
                    <a:pt x="4767" y="8453"/>
                  </a:cubicBezTo>
                  <a:cubicBezTo>
                    <a:pt x="7185" y="8453"/>
                    <a:pt x="7185" y="8453"/>
                    <a:pt x="7185" y="8453"/>
                  </a:cubicBezTo>
                  <a:cubicBezTo>
                    <a:pt x="7196" y="8453"/>
                    <a:pt x="7204" y="8445"/>
                    <a:pt x="7204" y="8434"/>
                  </a:cubicBezTo>
                  <a:cubicBezTo>
                    <a:pt x="7204" y="560"/>
                    <a:pt x="7204" y="560"/>
                    <a:pt x="7204" y="560"/>
                  </a:cubicBezTo>
                  <a:cubicBezTo>
                    <a:pt x="7204" y="550"/>
                    <a:pt x="7196" y="541"/>
                    <a:pt x="7185" y="541"/>
                  </a:cubicBezTo>
                  <a:close/>
                  <a:moveTo>
                    <a:pt x="3189" y="299"/>
                  </a:moveTo>
                  <a:cubicBezTo>
                    <a:pt x="4079" y="299"/>
                    <a:pt x="4079" y="299"/>
                    <a:pt x="4079" y="299"/>
                  </a:cubicBezTo>
                  <a:cubicBezTo>
                    <a:pt x="4087" y="299"/>
                    <a:pt x="4094" y="293"/>
                    <a:pt x="4097" y="285"/>
                  </a:cubicBezTo>
                  <a:cubicBezTo>
                    <a:pt x="4136" y="139"/>
                    <a:pt x="4269" y="38"/>
                    <a:pt x="4420" y="38"/>
                  </a:cubicBezTo>
                  <a:cubicBezTo>
                    <a:pt x="4571" y="38"/>
                    <a:pt x="4704" y="139"/>
                    <a:pt x="4744" y="285"/>
                  </a:cubicBezTo>
                  <a:cubicBezTo>
                    <a:pt x="4746" y="293"/>
                    <a:pt x="4753" y="299"/>
                    <a:pt x="4762" y="299"/>
                  </a:cubicBezTo>
                  <a:cubicBezTo>
                    <a:pt x="5651" y="299"/>
                    <a:pt x="5651" y="299"/>
                    <a:pt x="5651" y="299"/>
                  </a:cubicBezTo>
                  <a:cubicBezTo>
                    <a:pt x="5651" y="970"/>
                    <a:pt x="5651" y="970"/>
                    <a:pt x="5651" y="970"/>
                  </a:cubicBezTo>
                  <a:cubicBezTo>
                    <a:pt x="3189" y="970"/>
                    <a:pt x="3189" y="970"/>
                    <a:pt x="3189" y="970"/>
                  </a:cubicBezTo>
                  <a:lnTo>
                    <a:pt x="3189" y="299"/>
                  </a:lnTo>
                  <a:close/>
                  <a:moveTo>
                    <a:pt x="3171" y="1008"/>
                  </a:moveTo>
                  <a:cubicBezTo>
                    <a:pt x="5670" y="1008"/>
                    <a:pt x="5670" y="1008"/>
                    <a:pt x="5670" y="1008"/>
                  </a:cubicBezTo>
                  <a:cubicBezTo>
                    <a:pt x="5680" y="1008"/>
                    <a:pt x="5689" y="999"/>
                    <a:pt x="5689" y="989"/>
                  </a:cubicBezTo>
                  <a:cubicBezTo>
                    <a:pt x="5689" y="896"/>
                    <a:pt x="5689" y="896"/>
                    <a:pt x="5689" y="896"/>
                  </a:cubicBezTo>
                  <a:cubicBezTo>
                    <a:pt x="6747" y="896"/>
                    <a:pt x="6747" y="896"/>
                    <a:pt x="6747" y="896"/>
                  </a:cubicBezTo>
                  <a:cubicBezTo>
                    <a:pt x="6747" y="7516"/>
                    <a:pt x="6747" y="7516"/>
                    <a:pt x="6747" y="7516"/>
                  </a:cubicBezTo>
                  <a:cubicBezTo>
                    <a:pt x="4812" y="7516"/>
                    <a:pt x="4812" y="7516"/>
                    <a:pt x="4812" y="7516"/>
                  </a:cubicBezTo>
                  <a:cubicBezTo>
                    <a:pt x="4812" y="3003"/>
                    <a:pt x="4812" y="3003"/>
                    <a:pt x="4812" y="3003"/>
                  </a:cubicBezTo>
                  <a:cubicBezTo>
                    <a:pt x="4812" y="2755"/>
                    <a:pt x="4611" y="2554"/>
                    <a:pt x="4364" y="2554"/>
                  </a:cubicBezTo>
                  <a:cubicBezTo>
                    <a:pt x="2094" y="2554"/>
                    <a:pt x="2094" y="2554"/>
                    <a:pt x="2094" y="2554"/>
                  </a:cubicBezTo>
                  <a:cubicBezTo>
                    <a:pt x="2094" y="896"/>
                    <a:pt x="2094" y="896"/>
                    <a:pt x="2094" y="896"/>
                  </a:cubicBezTo>
                  <a:cubicBezTo>
                    <a:pt x="3152" y="896"/>
                    <a:pt x="3152" y="896"/>
                    <a:pt x="3152" y="896"/>
                  </a:cubicBezTo>
                  <a:cubicBezTo>
                    <a:pt x="3152" y="989"/>
                    <a:pt x="3152" y="989"/>
                    <a:pt x="3152" y="989"/>
                  </a:cubicBezTo>
                  <a:cubicBezTo>
                    <a:pt x="3152" y="999"/>
                    <a:pt x="3160" y="1008"/>
                    <a:pt x="3171" y="1008"/>
                  </a:cubicBezTo>
                  <a:close/>
                  <a:moveTo>
                    <a:pt x="1674" y="579"/>
                  </a:moveTo>
                  <a:cubicBezTo>
                    <a:pt x="3152" y="579"/>
                    <a:pt x="3152" y="579"/>
                    <a:pt x="3152" y="579"/>
                  </a:cubicBezTo>
                  <a:cubicBezTo>
                    <a:pt x="3152" y="858"/>
                    <a:pt x="3152" y="858"/>
                    <a:pt x="3152" y="858"/>
                  </a:cubicBezTo>
                  <a:cubicBezTo>
                    <a:pt x="2075" y="858"/>
                    <a:pt x="2075" y="858"/>
                    <a:pt x="2075" y="858"/>
                  </a:cubicBezTo>
                  <a:cubicBezTo>
                    <a:pt x="2065" y="858"/>
                    <a:pt x="2056" y="867"/>
                    <a:pt x="2056" y="877"/>
                  </a:cubicBezTo>
                  <a:cubicBezTo>
                    <a:pt x="2056" y="2554"/>
                    <a:pt x="2056" y="2554"/>
                    <a:pt x="2056" y="2554"/>
                  </a:cubicBezTo>
                  <a:cubicBezTo>
                    <a:pt x="1674" y="2554"/>
                    <a:pt x="1674" y="2554"/>
                    <a:pt x="1674" y="2554"/>
                  </a:cubicBezTo>
                  <a:lnTo>
                    <a:pt x="1674" y="579"/>
                  </a:lnTo>
                  <a:close/>
                  <a:moveTo>
                    <a:pt x="4775" y="8259"/>
                  </a:moveTo>
                  <a:cubicBezTo>
                    <a:pt x="4775" y="8485"/>
                    <a:pt x="4590" y="8670"/>
                    <a:pt x="4364" y="8670"/>
                  </a:cubicBezTo>
                  <a:cubicBezTo>
                    <a:pt x="448" y="8670"/>
                    <a:pt x="448" y="8670"/>
                    <a:pt x="448" y="8670"/>
                  </a:cubicBezTo>
                  <a:cubicBezTo>
                    <a:pt x="222" y="8670"/>
                    <a:pt x="37" y="8485"/>
                    <a:pt x="37" y="8259"/>
                  </a:cubicBezTo>
                  <a:cubicBezTo>
                    <a:pt x="37" y="3003"/>
                    <a:pt x="37" y="3003"/>
                    <a:pt x="37" y="3003"/>
                  </a:cubicBezTo>
                  <a:cubicBezTo>
                    <a:pt x="37" y="2776"/>
                    <a:pt x="222" y="2592"/>
                    <a:pt x="448" y="2592"/>
                  </a:cubicBezTo>
                  <a:cubicBezTo>
                    <a:pt x="4364" y="2592"/>
                    <a:pt x="4364" y="2592"/>
                    <a:pt x="4364" y="2592"/>
                  </a:cubicBezTo>
                  <a:cubicBezTo>
                    <a:pt x="4590" y="2592"/>
                    <a:pt x="4775" y="2776"/>
                    <a:pt x="4775" y="3003"/>
                  </a:cubicBezTo>
                  <a:lnTo>
                    <a:pt x="4775" y="8259"/>
                  </a:lnTo>
                  <a:close/>
                  <a:moveTo>
                    <a:pt x="7167" y="8416"/>
                  </a:moveTo>
                  <a:cubicBezTo>
                    <a:pt x="4783" y="8416"/>
                    <a:pt x="4783" y="8416"/>
                    <a:pt x="4783" y="8416"/>
                  </a:cubicBezTo>
                  <a:cubicBezTo>
                    <a:pt x="4801" y="8367"/>
                    <a:pt x="4812" y="8314"/>
                    <a:pt x="4812" y="8259"/>
                  </a:cubicBezTo>
                  <a:cubicBezTo>
                    <a:pt x="4812" y="7553"/>
                    <a:pt x="4812" y="7553"/>
                    <a:pt x="4812" y="7553"/>
                  </a:cubicBezTo>
                  <a:cubicBezTo>
                    <a:pt x="6766" y="7553"/>
                    <a:pt x="6766" y="7553"/>
                    <a:pt x="6766" y="7553"/>
                  </a:cubicBezTo>
                  <a:cubicBezTo>
                    <a:pt x="6776" y="7553"/>
                    <a:pt x="6784" y="7545"/>
                    <a:pt x="6784" y="7534"/>
                  </a:cubicBezTo>
                  <a:cubicBezTo>
                    <a:pt x="6784" y="877"/>
                    <a:pt x="6784" y="877"/>
                    <a:pt x="6784" y="877"/>
                  </a:cubicBezTo>
                  <a:cubicBezTo>
                    <a:pt x="6784" y="867"/>
                    <a:pt x="6776" y="858"/>
                    <a:pt x="6766" y="858"/>
                  </a:cubicBezTo>
                  <a:cubicBezTo>
                    <a:pt x="5689" y="858"/>
                    <a:pt x="5689" y="858"/>
                    <a:pt x="5689" y="858"/>
                  </a:cubicBezTo>
                  <a:cubicBezTo>
                    <a:pt x="5689" y="579"/>
                    <a:pt x="5689" y="579"/>
                    <a:pt x="5689" y="579"/>
                  </a:cubicBezTo>
                  <a:cubicBezTo>
                    <a:pt x="7167" y="579"/>
                    <a:pt x="7167" y="579"/>
                    <a:pt x="7167" y="579"/>
                  </a:cubicBezTo>
                  <a:lnTo>
                    <a:pt x="7167" y="8416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grpSp>
          <p:nvGrpSpPr>
            <p:cNvPr id="134" name="组合 133"/>
            <p:cNvGrpSpPr/>
            <p:nvPr/>
          </p:nvGrpSpPr>
          <p:grpSpPr>
            <a:xfrm>
              <a:off x="6859231" y="2959498"/>
              <a:ext cx="2242689" cy="2878949"/>
              <a:chOff x="6859231" y="2959498"/>
              <a:chExt cx="2242689" cy="2878949"/>
            </a:xfrm>
          </p:grpSpPr>
          <p:sp>
            <p:nvSpPr>
              <p:cNvPr id="18" name="Freeform 11"/>
              <p:cNvSpPr/>
              <p:nvPr/>
            </p:nvSpPr>
            <p:spPr bwMode="auto">
              <a:xfrm>
                <a:off x="7221645" y="4064045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19" name="Freeform 12"/>
              <p:cNvSpPr/>
              <p:nvPr/>
            </p:nvSpPr>
            <p:spPr bwMode="auto">
              <a:xfrm>
                <a:off x="7221645" y="4466161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20" name="Freeform 13"/>
              <p:cNvSpPr/>
              <p:nvPr/>
            </p:nvSpPr>
            <p:spPr bwMode="auto">
              <a:xfrm>
                <a:off x="7221645" y="4868278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21" name="Freeform 14"/>
              <p:cNvSpPr/>
              <p:nvPr/>
            </p:nvSpPr>
            <p:spPr bwMode="auto">
              <a:xfrm>
                <a:off x="7790716" y="4466161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22" name="Freeform 15"/>
              <p:cNvSpPr/>
              <p:nvPr/>
            </p:nvSpPr>
            <p:spPr bwMode="auto">
              <a:xfrm>
                <a:off x="7790716" y="4868278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23" name="Freeform 16"/>
              <p:cNvSpPr/>
              <p:nvPr/>
            </p:nvSpPr>
            <p:spPr bwMode="auto">
              <a:xfrm>
                <a:off x="7790716" y="5270394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24" name="Freeform 17"/>
              <p:cNvSpPr/>
              <p:nvPr/>
            </p:nvSpPr>
            <p:spPr bwMode="auto">
              <a:xfrm>
                <a:off x="7221645" y="5270394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32" name="Freeform 25"/>
              <p:cNvSpPr/>
              <p:nvPr/>
            </p:nvSpPr>
            <p:spPr bwMode="auto">
              <a:xfrm>
                <a:off x="7790716" y="4064045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33" name="Freeform 26"/>
              <p:cNvSpPr>
                <a:spLocks noEditPoints="1"/>
              </p:cNvSpPr>
              <p:nvPr/>
            </p:nvSpPr>
            <p:spPr bwMode="auto">
              <a:xfrm>
                <a:off x="6859231" y="2959498"/>
                <a:ext cx="2242689" cy="2878949"/>
              </a:xfrm>
              <a:custGeom>
                <a:avLst/>
                <a:gdLst>
                  <a:gd name="T0" fmla="*/ 411 w 4738"/>
                  <a:gd name="T1" fmla="*/ 0 h 6078"/>
                  <a:gd name="T2" fmla="*/ 0 w 4738"/>
                  <a:gd name="T3" fmla="*/ 5667 h 6078"/>
                  <a:gd name="T4" fmla="*/ 4327 w 4738"/>
                  <a:gd name="T5" fmla="*/ 6078 h 6078"/>
                  <a:gd name="T6" fmla="*/ 4738 w 4738"/>
                  <a:gd name="T7" fmla="*/ 411 h 6078"/>
                  <a:gd name="T8" fmla="*/ 1606 w 4738"/>
                  <a:gd name="T9" fmla="*/ 5245 h 6078"/>
                  <a:gd name="T10" fmla="*/ 903 w 4738"/>
                  <a:gd name="T11" fmla="*/ 5421 h 6078"/>
                  <a:gd name="T12" fmla="*/ 728 w 4738"/>
                  <a:gd name="T13" fmla="*/ 5017 h 6078"/>
                  <a:gd name="T14" fmla="*/ 1431 w 4738"/>
                  <a:gd name="T15" fmla="*/ 4841 h 6078"/>
                  <a:gd name="T16" fmla="*/ 1606 w 4738"/>
                  <a:gd name="T17" fmla="*/ 5245 h 6078"/>
                  <a:gd name="T18" fmla="*/ 1431 w 4738"/>
                  <a:gd name="T19" fmla="*/ 4572 h 6078"/>
                  <a:gd name="T20" fmla="*/ 728 w 4738"/>
                  <a:gd name="T21" fmla="*/ 4396 h 6078"/>
                  <a:gd name="T22" fmla="*/ 903 w 4738"/>
                  <a:gd name="T23" fmla="*/ 3992 h 6078"/>
                  <a:gd name="T24" fmla="*/ 1606 w 4738"/>
                  <a:gd name="T25" fmla="*/ 4168 h 6078"/>
                  <a:gd name="T26" fmla="*/ 1606 w 4738"/>
                  <a:gd name="T27" fmla="*/ 3547 h 6078"/>
                  <a:gd name="T28" fmla="*/ 903 w 4738"/>
                  <a:gd name="T29" fmla="*/ 3723 h 6078"/>
                  <a:gd name="T30" fmla="*/ 728 w 4738"/>
                  <a:gd name="T31" fmla="*/ 3319 h 6078"/>
                  <a:gd name="T32" fmla="*/ 1431 w 4738"/>
                  <a:gd name="T33" fmla="*/ 3143 h 6078"/>
                  <a:gd name="T34" fmla="*/ 1606 w 4738"/>
                  <a:gd name="T35" fmla="*/ 3547 h 6078"/>
                  <a:gd name="T36" fmla="*/ 1431 w 4738"/>
                  <a:gd name="T37" fmla="*/ 2874 h 6078"/>
                  <a:gd name="T38" fmla="*/ 728 w 4738"/>
                  <a:gd name="T39" fmla="*/ 2698 h 6078"/>
                  <a:gd name="T40" fmla="*/ 903 w 4738"/>
                  <a:gd name="T41" fmla="*/ 2294 h 6078"/>
                  <a:gd name="T42" fmla="*/ 1606 w 4738"/>
                  <a:gd name="T43" fmla="*/ 2470 h 6078"/>
                  <a:gd name="T44" fmla="*/ 2808 w 4738"/>
                  <a:gd name="T45" fmla="*/ 5245 h 6078"/>
                  <a:gd name="T46" fmla="*/ 2105 w 4738"/>
                  <a:gd name="T47" fmla="*/ 5421 h 6078"/>
                  <a:gd name="T48" fmla="*/ 1930 w 4738"/>
                  <a:gd name="T49" fmla="*/ 5017 h 6078"/>
                  <a:gd name="T50" fmla="*/ 2633 w 4738"/>
                  <a:gd name="T51" fmla="*/ 4841 h 6078"/>
                  <a:gd name="T52" fmla="*/ 2808 w 4738"/>
                  <a:gd name="T53" fmla="*/ 5245 h 6078"/>
                  <a:gd name="T54" fmla="*/ 2633 w 4738"/>
                  <a:gd name="T55" fmla="*/ 4572 h 6078"/>
                  <a:gd name="T56" fmla="*/ 1930 w 4738"/>
                  <a:gd name="T57" fmla="*/ 4396 h 6078"/>
                  <a:gd name="T58" fmla="*/ 2105 w 4738"/>
                  <a:gd name="T59" fmla="*/ 3992 h 6078"/>
                  <a:gd name="T60" fmla="*/ 2808 w 4738"/>
                  <a:gd name="T61" fmla="*/ 4168 h 6078"/>
                  <a:gd name="T62" fmla="*/ 2808 w 4738"/>
                  <a:gd name="T63" fmla="*/ 3547 h 6078"/>
                  <a:gd name="T64" fmla="*/ 2105 w 4738"/>
                  <a:gd name="T65" fmla="*/ 3723 h 6078"/>
                  <a:gd name="T66" fmla="*/ 1930 w 4738"/>
                  <a:gd name="T67" fmla="*/ 3319 h 6078"/>
                  <a:gd name="T68" fmla="*/ 2633 w 4738"/>
                  <a:gd name="T69" fmla="*/ 3143 h 6078"/>
                  <a:gd name="T70" fmla="*/ 2808 w 4738"/>
                  <a:gd name="T71" fmla="*/ 3547 h 6078"/>
                  <a:gd name="T72" fmla="*/ 2633 w 4738"/>
                  <a:gd name="T73" fmla="*/ 2874 h 6078"/>
                  <a:gd name="T74" fmla="*/ 1930 w 4738"/>
                  <a:gd name="T75" fmla="*/ 2698 h 6078"/>
                  <a:gd name="T76" fmla="*/ 2105 w 4738"/>
                  <a:gd name="T77" fmla="*/ 2294 h 6078"/>
                  <a:gd name="T78" fmla="*/ 2808 w 4738"/>
                  <a:gd name="T79" fmla="*/ 2470 h 6078"/>
                  <a:gd name="T80" fmla="*/ 4010 w 4738"/>
                  <a:gd name="T81" fmla="*/ 5245 h 6078"/>
                  <a:gd name="T82" fmla="*/ 3307 w 4738"/>
                  <a:gd name="T83" fmla="*/ 5421 h 6078"/>
                  <a:gd name="T84" fmla="*/ 3132 w 4738"/>
                  <a:gd name="T85" fmla="*/ 5017 h 6078"/>
                  <a:gd name="T86" fmla="*/ 3835 w 4738"/>
                  <a:gd name="T87" fmla="*/ 4841 h 6078"/>
                  <a:gd name="T88" fmla="*/ 4010 w 4738"/>
                  <a:gd name="T89" fmla="*/ 5245 h 6078"/>
                  <a:gd name="T90" fmla="*/ 3835 w 4738"/>
                  <a:gd name="T91" fmla="*/ 4572 h 6078"/>
                  <a:gd name="T92" fmla="*/ 3132 w 4738"/>
                  <a:gd name="T93" fmla="*/ 4396 h 6078"/>
                  <a:gd name="T94" fmla="*/ 3307 w 4738"/>
                  <a:gd name="T95" fmla="*/ 3992 h 6078"/>
                  <a:gd name="T96" fmla="*/ 4010 w 4738"/>
                  <a:gd name="T97" fmla="*/ 4168 h 6078"/>
                  <a:gd name="T98" fmla="*/ 4010 w 4738"/>
                  <a:gd name="T99" fmla="*/ 3547 h 6078"/>
                  <a:gd name="T100" fmla="*/ 3307 w 4738"/>
                  <a:gd name="T101" fmla="*/ 3723 h 6078"/>
                  <a:gd name="T102" fmla="*/ 3132 w 4738"/>
                  <a:gd name="T103" fmla="*/ 3319 h 6078"/>
                  <a:gd name="T104" fmla="*/ 3835 w 4738"/>
                  <a:gd name="T105" fmla="*/ 3143 h 6078"/>
                  <a:gd name="T106" fmla="*/ 4010 w 4738"/>
                  <a:gd name="T107" fmla="*/ 3547 h 6078"/>
                  <a:gd name="T108" fmla="*/ 3835 w 4738"/>
                  <a:gd name="T109" fmla="*/ 2874 h 6078"/>
                  <a:gd name="T110" fmla="*/ 3132 w 4738"/>
                  <a:gd name="T111" fmla="*/ 2698 h 6078"/>
                  <a:gd name="T112" fmla="*/ 3307 w 4738"/>
                  <a:gd name="T113" fmla="*/ 2294 h 6078"/>
                  <a:gd name="T114" fmla="*/ 4010 w 4738"/>
                  <a:gd name="T115" fmla="*/ 2470 h 6078"/>
                  <a:gd name="T116" fmla="*/ 4048 w 4738"/>
                  <a:gd name="T117" fmla="*/ 1709 h 6078"/>
                  <a:gd name="T118" fmla="*/ 709 w 4738"/>
                  <a:gd name="T119" fmla="*/ 1728 h 6078"/>
                  <a:gd name="T120" fmla="*/ 690 w 4738"/>
                  <a:gd name="T121" fmla="*/ 664 h 6078"/>
                  <a:gd name="T122" fmla="*/ 4029 w 4738"/>
                  <a:gd name="T123" fmla="*/ 646 h 6078"/>
                  <a:gd name="T124" fmla="*/ 4048 w 4738"/>
                  <a:gd name="T125" fmla="*/ 1709 h 60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738" h="6078">
                    <a:moveTo>
                      <a:pt x="4327" y="0"/>
                    </a:moveTo>
                    <a:cubicBezTo>
                      <a:pt x="411" y="0"/>
                      <a:pt x="411" y="0"/>
                      <a:pt x="411" y="0"/>
                    </a:cubicBezTo>
                    <a:cubicBezTo>
                      <a:pt x="185" y="0"/>
                      <a:pt x="0" y="184"/>
                      <a:pt x="0" y="411"/>
                    </a:cubicBezTo>
                    <a:cubicBezTo>
                      <a:pt x="0" y="5667"/>
                      <a:pt x="0" y="5667"/>
                      <a:pt x="0" y="5667"/>
                    </a:cubicBezTo>
                    <a:cubicBezTo>
                      <a:pt x="0" y="5893"/>
                      <a:pt x="185" y="6078"/>
                      <a:pt x="411" y="6078"/>
                    </a:cubicBezTo>
                    <a:cubicBezTo>
                      <a:pt x="4327" y="6078"/>
                      <a:pt x="4327" y="6078"/>
                      <a:pt x="4327" y="6078"/>
                    </a:cubicBezTo>
                    <a:cubicBezTo>
                      <a:pt x="4553" y="6078"/>
                      <a:pt x="4738" y="5893"/>
                      <a:pt x="4738" y="5667"/>
                    </a:cubicBezTo>
                    <a:cubicBezTo>
                      <a:pt x="4738" y="411"/>
                      <a:pt x="4738" y="411"/>
                      <a:pt x="4738" y="411"/>
                    </a:cubicBezTo>
                    <a:cubicBezTo>
                      <a:pt x="4738" y="184"/>
                      <a:pt x="4553" y="0"/>
                      <a:pt x="4327" y="0"/>
                    </a:cubicBezTo>
                    <a:close/>
                    <a:moveTo>
                      <a:pt x="1606" y="5245"/>
                    </a:moveTo>
                    <a:cubicBezTo>
                      <a:pt x="1606" y="5342"/>
                      <a:pt x="1528" y="5421"/>
                      <a:pt x="1431" y="5421"/>
                    </a:cubicBezTo>
                    <a:cubicBezTo>
                      <a:pt x="903" y="5421"/>
                      <a:pt x="903" y="5421"/>
                      <a:pt x="903" y="5421"/>
                    </a:cubicBezTo>
                    <a:cubicBezTo>
                      <a:pt x="807" y="5421"/>
                      <a:pt x="728" y="5342"/>
                      <a:pt x="728" y="5245"/>
                    </a:cubicBezTo>
                    <a:cubicBezTo>
                      <a:pt x="728" y="5017"/>
                      <a:pt x="728" y="5017"/>
                      <a:pt x="728" y="5017"/>
                    </a:cubicBezTo>
                    <a:cubicBezTo>
                      <a:pt x="728" y="4920"/>
                      <a:pt x="807" y="4841"/>
                      <a:pt x="903" y="4841"/>
                    </a:cubicBezTo>
                    <a:cubicBezTo>
                      <a:pt x="1431" y="4841"/>
                      <a:pt x="1431" y="4841"/>
                      <a:pt x="1431" y="4841"/>
                    </a:cubicBezTo>
                    <a:cubicBezTo>
                      <a:pt x="1528" y="4841"/>
                      <a:pt x="1606" y="4920"/>
                      <a:pt x="1606" y="5017"/>
                    </a:cubicBezTo>
                    <a:lnTo>
                      <a:pt x="1606" y="5245"/>
                    </a:lnTo>
                    <a:close/>
                    <a:moveTo>
                      <a:pt x="1606" y="4396"/>
                    </a:moveTo>
                    <a:cubicBezTo>
                      <a:pt x="1606" y="4493"/>
                      <a:pt x="1528" y="4572"/>
                      <a:pt x="1431" y="4572"/>
                    </a:cubicBezTo>
                    <a:cubicBezTo>
                      <a:pt x="903" y="4572"/>
                      <a:pt x="903" y="4572"/>
                      <a:pt x="903" y="4572"/>
                    </a:cubicBezTo>
                    <a:cubicBezTo>
                      <a:pt x="807" y="4572"/>
                      <a:pt x="728" y="4493"/>
                      <a:pt x="728" y="4396"/>
                    </a:cubicBezTo>
                    <a:cubicBezTo>
                      <a:pt x="728" y="4168"/>
                      <a:pt x="728" y="4168"/>
                      <a:pt x="728" y="4168"/>
                    </a:cubicBezTo>
                    <a:cubicBezTo>
                      <a:pt x="728" y="4071"/>
                      <a:pt x="807" y="3992"/>
                      <a:pt x="903" y="3992"/>
                    </a:cubicBezTo>
                    <a:cubicBezTo>
                      <a:pt x="1431" y="3992"/>
                      <a:pt x="1431" y="3992"/>
                      <a:pt x="1431" y="3992"/>
                    </a:cubicBezTo>
                    <a:cubicBezTo>
                      <a:pt x="1528" y="3992"/>
                      <a:pt x="1606" y="4071"/>
                      <a:pt x="1606" y="4168"/>
                    </a:cubicBezTo>
                    <a:lnTo>
                      <a:pt x="1606" y="4396"/>
                    </a:lnTo>
                    <a:close/>
                    <a:moveTo>
                      <a:pt x="1606" y="3547"/>
                    </a:moveTo>
                    <a:cubicBezTo>
                      <a:pt x="1606" y="3644"/>
                      <a:pt x="1528" y="3723"/>
                      <a:pt x="1431" y="3723"/>
                    </a:cubicBezTo>
                    <a:cubicBezTo>
                      <a:pt x="903" y="3723"/>
                      <a:pt x="903" y="3723"/>
                      <a:pt x="903" y="3723"/>
                    </a:cubicBezTo>
                    <a:cubicBezTo>
                      <a:pt x="807" y="3723"/>
                      <a:pt x="728" y="3644"/>
                      <a:pt x="728" y="3547"/>
                    </a:cubicBezTo>
                    <a:cubicBezTo>
                      <a:pt x="728" y="3319"/>
                      <a:pt x="728" y="3319"/>
                      <a:pt x="728" y="3319"/>
                    </a:cubicBezTo>
                    <a:cubicBezTo>
                      <a:pt x="728" y="3222"/>
                      <a:pt x="807" y="3143"/>
                      <a:pt x="903" y="3143"/>
                    </a:cubicBezTo>
                    <a:cubicBezTo>
                      <a:pt x="1431" y="3143"/>
                      <a:pt x="1431" y="3143"/>
                      <a:pt x="1431" y="3143"/>
                    </a:cubicBezTo>
                    <a:cubicBezTo>
                      <a:pt x="1528" y="3143"/>
                      <a:pt x="1606" y="3222"/>
                      <a:pt x="1606" y="3319"/>
                    </a:cubicBezTo>
                    <a:lnTo>
                      <a:pt x="1606" y="3547"/>
                    </a:lnTo>
                    <a:close/>
                    <a:moveTo>
                      <a:pt x="1606" y="2698"/>
                    </a:moveTo>
                    <a:cubicBezTo>
                      <a:pt x="1606" y="2795"/>
                      <a:pt x="1528" y="2874"/>
                      <a:pt x="1431" y="2874"/>
                    </a:cubicBezTo>
                    <a:cubicBezTo>
                      <a:pt x="903" y="2874"/>
                      <a:pt x="903" y="2874"/>
                      <a:pt x="903" y="2874"/>
                    </a:cubicBezTo>
                    <a:cubicBezTo>
                      <a:pt x="807" y="2874"/>
                      <a:pt x="728" y="2795"/>
                      <a:pt x="728" y="2698"/>
                    </a:cubicBezTo>
                    <a:cubicBezTo>
                      <a:pt x="728" y="2470"/>
                      <a:pt x="728" y="2470"/>
                      <a:pt x="728" y="2470"/>
                    </a:cubicBezTo>
                    <a:cubicBezTo>
                      <a:pt x="728" y="2373"/>
                      <a:pt x="807" y="2294"/>
                      <a:pt x="903" y="2294"/>
                    </a:cubicBezTo>
                    <a:cubicBezTo>
                      <a:pt x="1431" y="2294"/>
                      <a:pt x="1431" y="2294"/>
                      <a:pt x="1431" y="2294"/>
                    </a:cubicBezTo>
                    <a:cubicBezTo>
                      <a:pt x="1528" y="2294"/>
                      <a:pt x="1606" y="2373"/>
                      <a:pt x="1606" y="2470"/>
                    </a:cubicBezTo>
                    <a:lnTo>
                      <a:pt x="1606" y="2698"/>
                    </a:lnTo>
                    <a:close/>
                    <a:moveTo>
                      <a:pt x="2808" y="5245"/>
                    </a:moveTo>
                    <a:cubicBezTo>
                      <a:pt x="2808" y="5342"/>
                      <a:pt x="2729" y="5421"/>
                      <a:pt x="2633" y="5421"/>
                    </a:cubicBezTo>
                    <a:cubicBezTo>
                      <a:pt x="2105" y="5421"/>
                      <a:pt x="2105" y="5421"/>
                      <a:pt x="2105" y="5421"/>
                    </a:cubicBezTo>
                    <a:cubicBezTo>
                      <a:pt x="2008" y="5421"/>
                      <a:pt x="1930" y="5342"/>
                      <a:pt x="1930" y="5245"/>
                    </a:cubicBezTo>
                    <a:cubicBezTo>
                      <a:pt x="1930" y="5017"/>
                      <a:pt x="1930" y="5017"/>
                      <a:pt x="1930" y="5017"/>
                    </a:cubicBezTo>
                    <a:cubicBezTo>
                      <a:pt x="1930" y="4920"/>
                      <a:pt x="2008" y="4841"/>
                      <a:pt x="2105" y="4841"/>
                    </a:cubicBezTo>
                    <a:cubicBezTo>
                      <a:pt x="2633" y="4841"/>
                      <a:pt x="2633" y="4841"/>
                      <a:pt x="2633" y="4841"/>
                    </a:cubicBezTo>
                    <a:cubicBezTo>
                      <a:pt x="2729" y="4841"/>
                      <a:pt x="2808" y="4920"/>
                      <a:pt x="2808" y="5017"/>
                    </a:cubicBezTo>
                    <a:lnTo>
                      <a:pt x="2808" y="5245"/>
                    </a:lnTo>
                    <a:close/>
                    <a:moveTo>
                      <a:pt x="2808" y="4396"/>
                    </a:moveTo>
                    <a:cubicBezTo>
                      <a:pt x="2808" y="4493"/>
                      <a:pt x="2729" y="4572"/>
                      <a:pt x="2633" y="4572"/>
                    </a:cubicBezTo>
                    <a:cubicBezTo>
                      <a:pt x="2105" y="4572"/>
                      <a:pt x="2105" y="4572"/>
                      <a:pt x="2105" y="4572"/>
                    </a:cubicBezTo>
                    <a:cubicBezTo>
                      <a:pt x="2008" y="4572"/>
                      <a:pt x="1930" y="4493"/>
                      <a:pt x="1930" y="4396"/>
                    </a:cubicBezTo>
                    <a:cubicBezTo>
                      <a:pt x="1930" y="4168"/>
                      <a:pt x="1930" y="4168"/>
                      <a:pt x="1930" y="4168"/>
                    </a:cubicBezTo>
                    <a:cubicBezTo>
                      <a:pt x="1930" y="4071"/>
                      <a:pt x="2008" y="3992"/>
                      <a:pt x="2105" y="3992"/>
                    </a:cubicBezTo>
                    <a:cubicBezTo>
                      <a:pt x="2633" y="3992"/>
                      <a:pt x="2633" y="3992"/>
                      <a:pt x="2633" y="3992"/>
                    </a:cubicBezTo>
                    <a:cubicBezTo>
                      <a:pt x="2729" y="3992"/>
                      <a:pt x="2808" y="4071"/>
                      <a:pt x="2808" y="4168"/>
                    </a:cubicBezTo>
                    <a:lnTo>
                      <a:pt x="2808" y="4396"/>
                    </a:lnTo>
                    <a:close/>
                    <a:moveTo>
                      <a:pt x="2808" y="3547"/>
                    </a:moveTo>
                    <a:cubicBezTo>
                      <a:pt x="2808" y="3644"/>
                      <a:pt x="2729" y="3723"/>
                      <a:pt x="2633" y="3723"/>
                    </a:cubicBezTo>
                    <a:cubicBezTo>
                      <a:pt x="2105" y="3723"/>
                      <a:pt x="2105" y="3723"/>
                      <a:pt x="2105" y="3723"/>
                    </a:cubicBezTo>
                    <a:cubicBezTo>
                      <a:pt x="2008" y="3723"/>
                      <a:pt x="1930" y="3644"/>
                      <a:pt x="1930" y="3547"/>
                    </a:cubicBezTo>
                    <a:cubicBezTo>
                      <a:pt x="1930" y="3319"/>
                      <a:pt x="1930" y="3319"/>
                      <a:pt x="1930" y="3319"/>
                    </a:cubicBezTo>
                    <a:cubicBezTo>
                      <a:pt x="1930" y="3222"/>
                      <a:pt x="2008" y="3143"/>
                      <a:pt x="2105" y="3143"/>
                    </a:cubicBezTo>
                    <a:cubicBezTo>
                      <a:pt x="2633" y="3143"/>
                      <a:pt x="2633" y="3143"/>
                      <a:pt x="2633" y="3143"/>
                    </a:cubicBezTo>
                    <a:cubicBezTo>
                      <a:pt x="2729" y="3143"/>
                      <a:pt x="2808" y="3222"/>
                      <a:pt x="2808" y="3319"/>
                    </a:cubicBezTo>
                    <a:lnTo>
                      <a:pt x="2808" y="3547"/>
                    </a:lnTo>
                    <a:close/>
                    <a:moveTo>
                      <a:pt x="2808" y="2698"/>
                    </a:moveTo>
                    <a:cubicBezTo>
                      <a:pt x="2808" y="2795"/>
                      <a:pt x="2729" y="2874"/>
                      <a:pt x="2633" y="2874"/>
                    </a:cubicBezTo>
                    <a:cubicBezTo>
                      <a:pt x="2105" y="2874"/>
                      <a:pt x="2105" y="2874"/>
                      <a:pt x="2105" y="2874"/>
                    </a:cubicBezTo>
                    <a:cubicBezTo>
                      <a:pt x="2008" y="2874"/>
                      <a:pt x="1930" y="2795"/>
                      <a:pt x="1930" y="2698"/>
                    </a:cubicBezTo>
                    <a:cubicBezTo>
                      <a:pt x="1930" y="2470"/>
                      <a:pt x="1930" y="2470"/>
                      <a:pt x="1930" y="2470"/>
                    </a:cubicBezTo>
                    <a:cubicBezTo>
                      <a:pt x="1930" y="2373"/>
                      <a:pt x="2008" y="2294"/>
                      <a:pt x="2105" y="2294"/>
                    </a:cubicBezTo>
                    <a:cubicBezTo>
                      <a:pt x="2633" y="2294"/>
                      <a:pt x="2633" y="2294"/>
                      <a:pt x="2633" y="2294"/>
                    </a:cubicBezTo>
                    <a:cubicBezTo>
                      <a:pt x="2729" y="2294"/>
                      <a:pt x="2808" y="2373"/>
                      <a:pt x="2808" y="2470"/>
                    </a:cubicBezTo>
                    <a:lnTo>
                      <a:pt x="2808" y="2698"/>
                    </a:lnTo>
                    <a:close/>
                    <a:moveTo>
                      <a:pt x="4010" y="5245"/>
                    </a:moveTo>
                    <a:cubicBezTo>
                      <a:pt x="4010" y="5342"/>
                      <a:pt x="3931" y="5421"/>
                      <a:pt x="3835" y="5421"/>
                    </a:cubicBezTo>
                    <a:cubicBezTo>
                      <a:pt x="3307" y="5421"/>
                      <a:pt x="3307" y="5421"/>
                      <a:pt x="3307" y="5421"/>
                    </a:cubicBezTo>
                    <a:cubicBezTo>
                      <a:pt x="3210" y="5421"/>
                      <a:pt x="3132" y="5342"/>
                      <a:pt x="3132" y="5245"/>
                    </a:cubicBezTo>
                    <a:cubicBezTo>
                      <a:pt x="3132" y="5017"/>
                      <a:pt x="3132" y="5017"/>
                      <a:pt x="3132" y="5017"/>
                    </a:cubicBezTo>
                    <a:cubicBezTo>
                      <a:pt x="3132" y="4920"/>
                      <a:pt x="3210" y="4841"/>
                      <a:pt x="3307" y="4841"/>
                    </a:cubicBezTo>
                    <a:cubicBezTo>
                      <a:pt x="3835" y="4841"/>
                      <a:pt x="3835" y="4841"/>
                      <a:pt x="3835" y="4841"/>
                    </a:cubicBezTo>
                    <a:cubicBezTo>
                      <a:pt x="3931" y="4841"/>
                      <a:pt x="4010" y="4920"/>
                      <a:pt x="4010" y="5017"/>
                    </a:cubicBezTo>
                    <a:lnTo>
                      <a:pt x="4010" y="5245"/>
                    </a:lnTo>
                    <a:close/>
                    <a:moveTo>
                      <a:pt x="4010" y="4396"/>
                    </a:moveTo>
                    <a:cubicBezTo>
                      <a:pt x="4010" y="4493"/>
                      <a:pt x="3931" y="4572"/>
                      <a:pt x="3835" y="4572"/>
                    </a:cubicBezTo>
                    <a:cubicBezTo>
                      <a:pt x="3307" y="4572"/>
                      <a:pt x="3307" y="4572"/>
                      <a:pt x="3307" y="4572"/>
                    </a:cubicBezTo>
                    <a:cubicBezTo>
                      <a:pt x="3210" y="4572"/>
                      <a:pt x="3132" y="4493"/>
                      <a:pt x="3132" y="4396"/>
                    </a:cubicBezTo>
                    <a:cubicBezTo>
                      <a:pt x="3132" y="4168"/>
                      <a:pt x="3132" y="4168"/>
                      <a:pt x="3132" y="4168"/>
                    </a:cubicBezTo>
                    <a:cubicBezTo>
                      <a:pt x="3132" y="4071"/>
                      <a:pt x="3210" y="3992"/>
                      <a:pt x="3307" y="3992"/>
                    </a:cubicBezTo>
                    <a:cubicBezTo>
                      <a:pt x="3835" y="3992"/>
                      <a:pt x="3835" y="3992"/>
                      <a:pt x="3835" y="3992"/>
                    </a:cubicBezTo>
                    <a:cubicBezTo>
                      <a:pt x="3931" y="3992"/>
                      <a:pt x="4010" y="4071"/>
                      <a:pt x="4010" y="4168"/>
                    </a:cubicBezTo>
                    <a:lnTo>
                      <a:pt x="4010" y="4396"/>
                    </a:lnTo>
                    <a:close/>
                    <a:moveTo>
                      <a:pt x="4010" y="3547"/>
                    </a:moveTo>
                    <a:cubicBezTo>
                      <a:pt x="4010" y="3644"/>
                      <a:pt x="3931" y="3723"/>
                      <a:pt x="3835" y="3723"/>
                    </a:cubicBezTo>
                    <a:cubicBezTo>
                      <a:pt x="3307" y="3723"/>
                      <a:pt x="3307" y="3723"/>
                      <a:pt x="3307" y="3723"/>
                    </a:cubicBezTo>
                    <a:cubicBezTo>
                      <a:pt x="3210" y="3723"/>
                      <a:pt x="3132" y="3644"/>
                      <a:pt x="3132" y="3547"/>
                    </a:cubicBezTo>
                    <a:cubicBezTo>
                      <a:pt x="3132" y="3319"/>
                      <a:pt x="3132" y="3319"/>
                      <a:pt x="3132" y="3319"/>
                    </a:cubicBezTo>
                    <a:cubicBezTo>
                      <a:pt x="3132" y="3222"/>
                      <a:pt x="3210" y="3143"/>
                      <a:pt x="3307" y="3143"/>
                    </a:cubicBezTo>
                    <a:cubicBezTo>
                      <a:pt x="3835" y="3143"/>
                      <a:pt x="3835" y="3143"/>
                      <a:pt x="3835" y="3143"/>
                    </a:cubicBezTo>
                    <a:cubicBezTo>
                      <a:pt x="3931" y="3143"/>
                      <a:pt x="4010" y="3222"/>
                      <a:pt x="4010" y="3319"/>
                    </a:cubicBezTo>
                    <a:lnTo>
                      <a:pt x="4010" y="3547"/>
                    </a:lnTo>
                    <a:close/>
                    <a:moveTo>
                      <a:pt x="4010" y="2698"/>
                    </a:moveTo>
                    <a:cubicBezTo>
                      <a:pt x="4010" y="2795"/>
                      <a:pt x="3931" y="2874"/>
                      <a:pt x="3835" y="2874"/>
                    </a:cubicBezTo>
                    <a:cubicBezTo>
                      <a:pt x="3307" y="2874"/>
                      <a:pt x="3307" y="2874"/>
                      <a:pt x="3307" y="2874"/>
                    </a:cubicBezTo>
                    <a:cubicBezTo>
                      <a:pt x="3210" y="2874"/>
                      <a:pt x="3132" y="2795"/>
                      <a:pt x="3132" y="2698"/>
                    </a:cubicBezTo>
                    <a:cubicBezTo>
                      <a:pt x="3132" y="2470"/>
                      <a:pt x="3132" y="2470"/>
                      <a:pt x="3132" y="2470"/>
                    </a:cubicBezTo>
                    <a:cubicBezTo>
                      <a:pt x="3132" y="2373"/>
                      <a:pt x="3210" y="2294"/>
                      <a:pt x="3307" y="2294"/>
                    </a:cubicBezTo>
                    <a:cubicBezTo>
                      <a:pt x="3835" y="2294"/>
                      <a:pt x="3835" y="2294"/>
                      <a:pt x="3835" y="2294"/>
                    </a:cubicBezTo>
                    <a:cubicBezTo>
                      <a:pt x="3931" y="2294"/>
                      <a:pt x="4010" y="2373"/>
                      <a:pt x="4010" y="2470"/>
                    </a:cubicBezTo>
                    <a:lnTo>
                      <a:pt x="4010" y="2698"/>
                    </a:lnTo>
                    <a:close/>
                    <a:moveTo>
                      <a:pt x="4048" y="1709"/>
                    </a:moveTo>
                    <a:cubicBezTo>
                      <a:pt x="4048" y="1720"/>
                      <a:pt x="4039" y="1728"/>
                      <a:pt x="4029" y="1728"/>
                    </a:cubicBezTo>
                    <a:cubicBezTo>
                      <a:pt x="709" y="1728"/>
                      <a:pt x="709" y="1728"/>
                      <a:pt x="709" y="1728"/>
                    </a:cubicBezTo>
                    <a:cubicBezTo>
                      <a:pt x="699" y="1728"/>
                      <a:pt x="690" y="1720"/>
                      <a:pt x="690" y="1709"/>
                    </a:cubicBezTo>
                    <a:cubicBezTo>
                      <a:pt x="690" y="664"/>
                      <a:pt x="690" y="664"/>
                      <a:pt x="690" y="664"/>
                    </a:cubicBezTo>
                    <a:cubicBezTo>
                      <a:pt x="690" y="654"/>
                      <a:pt x="699" y="646"/>
                      <a:pt x="709" y="646"/>
                    </a:cubicBezTo>
                    <a:cubicBezTo>
                      <a:pt x="4029" y="646"/>
                      <a:pt x="4029" y="646"/>
                      <a:pt x="4029" y="646"/>
                    </a:cubicBezTo>
                    <a:cubicBezTo>
                      <a:pt x="4039" y="646"/>
                      <a:pt x="4048" y="654"/>
                      <a:pt x="4048" y="664"/>
                    </a:cubicBezTo>
                    <a:lnTo>
                      <a:pt x="4048" y="1709"/>
                    </a:lnTo>
                    <a:close/>
                  </a:path>
                </a:pathLst>
              </a:custGeom>
              <a:solidFill>
                <a:srgbClr val="C3DF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34" name="Rectangle 27"/>
              <p:cNvSpPr>
                <a:spLocks noChangeArrowheads="1"/>
              </p:cNvSpPr>
              <p:nvPr/>
            </p:nvSpPr>
            <p:spPr bwMode="auto">
              <a:xfrm>
                <a:off x="7204339" y="3282209"/>
                <a:ext cx="1553492" cy="477449"/>
              </a:xfrm>
              <a:prstGeom prst="rect">
                <a:avLst/>
              </a:prstGeom>
              <a:solidFill>
                <a:srgbClr val="465A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35" name="Freeform 28"/>
              <p:cNvSpPr/>
              <p:nvPr/>
            </p:nvSpPr>
            <p:spPr bwMode="auto">
              <a:xfrm>
                <a:off x="8359787" y="4466161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36" name="Freeform 29"/>
              <p:cNvSpPr/>
              <p:nvPr/>
            </p:nvSpPr>
            <p:spPr bwMode="auto">
              <a:xfrm>
                <a:off x="8359787" y="4064045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38" name="Freeform 31"/>
              <p:cNvSpPr/>
              <p:nvPr/>
            </p:nvSpPr>
            <p:spPr bwMode="auto">
              <a:xfrm>
                <a:off x="8359787" y="4868278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39" name="Freeform 32"/>
              <p:cNvSpPr/>
              <p:nvPr/>
            </p:nvSpPr>
            <p:spPr bwMode="auto">
              <a:xfrm>
                <a:off x="8359787" y="5270394"/>
                <a:ext cx="380738" cy="239234"/>
              </a:xfrm>
              <a:custGeom>
                <a:avLst/>
                <a:gdLst>
                  <a:gd name="T0" fmla="*/ 666 w 804"/>
                  <a:gd name="T1" fmla="*/ 0 h 505"/>
                  <a:gd name="T2" fmla="*/ 138 w 804"/>
                  <a:gd name="T3" fmla="*/ 0 h 505"/>
                  <a:gd name="T4" fmla="*/ 0 w 804"/>
                  <a:gd name="T5" fmla="*/ 138 h 505"/>
                  <a:gd name="T6" fmla="*/ 0 w 804"/>
                  <a:gd name="T7" fmla="*/ 366 h 505"/>
                  <a:gd name="T8" fmla="*/ 138 w 804"/>
                  <a:gd name="T9" fmla="*/ 505 h 505"/>
                  <a:gd name="T10" fmla="*/ 666 w 804"/>
                  <a:gd name="T11" fmla="*/ 505 h 505"/>
                  <a:gd name="T12" fmla="*/ 804 w 804"/>
                  <a:gd name="T13" fmla="*/ 366 h 505"/>
                  <a:gd name="T14" fmla="*/ 804 w 804"/>
                  <a:gd name="T15" fmla="*/ 138 h 505"/>
                  <a:gd name="T16" fmla="*/ 666 w 804"/>
                  <a:gd name="T17" fmla="*/ 0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4" h="505">
                    <a:moveTo>
                      <a:pt x="666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62" y="0"/>
                      <a:pt x="0" y="62"/>
                      <a:pt x="0" y="138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443"/>
                      <a:pt x="62" y="505"/>
                      <a:pt x="138" y="505"/>
                    </a:cubicBezTo>
                    <a:cubicBezTo>
                      <a:pt x="666" y="505"/>
                      <a:pt x="666" y="505"/>
                      <a:pt x="666" y="505"/>
                    </a:cubicBezTo>
                    <a:cubicBezTo>
                      <a:pt x="742" y="505"/>
                      <a:pt x="804" y="443"/>
                      <a:pt x="804" y="366"/>
                    </a:cubicBezTo>
                    <a:cubicBezTo>
                      <a:pt x="804" y="138"/>
                      <a:pt x="804" y="138"/>
                      <a:pt x="804" y="138"/>
                    </a:cubicBezTo>
                    <a:cubicBezTo>
                      <a:pt x="804" y="62"/>
                      <a:pt x="742" y="0"/>
                      <a:pt x="666" y="0"/>
                    </a:cubicBez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0" name="Freeform 33"/>
              <p:cNvSpPr>
                <a:spLocks noEditPoints="1"/>
              </p:cNvSpPr>
              <p:nvPr/>
            </p:nvSpPr>
            <p:spPr bwMode="auto">
              <a:xfrm>
                <a:off x="7186015" y="3264902"/>
                <a:ext cx="1589123" cy="513080"/>
              </a:xfrm>
              <a:custGeom>
                <a:avLst/>
                <a:gdLst>
                  <a:gd name="T0" fmla="*/ 3339 w 3358"/>
                  <a:gd name="T1" fmla="*/ 0 h 1082"/>
                  <a:gd name="T2" fmla="*/ 19 w 3358"/>
                  <a:gd name="T3" fmla="*/ 0 h 1082"/>
                  <a:gd name="T4" fmla="*/ 0 w 3358"/>
                  <a:gd name="T5" fmla="*/ 18 h 1082"/>
                  <a:gd name="T6" fmla="*/ 0 w 3358"/>
                  <a:gd name="T7" fmla="*/ 1063 h 1082"/>
                  <a:gd name="T8" fmla="*/ 19 w 3358"/>
                  <a:gd name="T9" fmla="*/ 1082 h 1082"/>
                  <a:gd name="T10" fmla="*/ 3339 w 3358"/>
                  <a:gd name="T11" fmla="*/ 1082 h 1082"/>
                  <a:gd name="T12" fmla="*/ 3358 w 3358"/>
                  <a:gd name="T13" fmla="*/ 1063 h 1082"/>
                  <a:gd name="T14" fmla="*/ 3358 w 3358"/>
                  <a:gd name="T15" fmla="*/ 18 h 1082"/>
                  <a:gd name="T16" fmla="*/ 3339 w 3358"/>
                  <a:gd name="T17" fmla="*/ 0 h 1082"/>
                  <a:gd name="T18" fmla="*/ 3320 w 3358"/>
                  <a:gd name="T19" fmla="*/ 1045 h 1082"/>
                  <a:gd name="T20" fmla="*/ 38 w 3358"/>
                  <a:gd name="T21" fmla="*/ 1045 h 1082"/>
                  <a:gd name="T22" fmla="*/ 38 w 3358"/>
                  <a:gd name="T23" fmla="*/ 37 h 1082"/>
                  <a:gd name="T24" fmla="*/ 3320 w 3358"/>
                  <a:gd name="T25" fmla="*/ 37 h 1082"/>
                  <a:gd name="T26" fmla="*/ 3320 w 3358"/>
                  <a:gd name="T27" fmla="*/ 1045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58" h="1082">
                    <a:moveTo>
                      <a:pt x="3339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0" y="8"/>
                      <a:pt x="0" y="18"/>
                    </a:cubicBezTo>
                    <a:cubicBezTo>
                      <a:pt x="0" y="1063"/>
                      <a:pt x="0" y="1063"/>
                      <a:pt x="0" y="1063"/>
                    </a:cubicBezTo>
                    <a:cubicBezTo>
                      <a:pt x="0" y="1074"/>
                      <a:pt x="9" y="1082"/>
                      <a:pt x="19" y="1082"/>
                    </a:cubicBezTo>
                    <a:cubicBezTo>
                      <a:pt x="3339" y="1082"/>
                      <a:pt x="3339" y="1082"/>
                      <a:pt x="3339" y="1082"/>
                    </a:cubicBezTo>
                    <a:cubicBezTo>
                      <a:pt x="3349" y="1082"/>
                      <a:pt x="3358" y="1074"/>
                      <a:pt x="3358" y="1063"/>
                    </a:cubicBezTo>
                    <a:cubicBezTo>
                      <a:pt x="3358" y="18"/>
                      <a:pt x="3358" y="18"/>
                      <a:pt x="3358" y="18"/>
                    </a:cubicBezTo>
                    <a:cubicBezTo>
                      <a:pt x="3358" y="8"/>
                      <a:pt x="3349" y="0"/>
                      <a:pt x="3339" y="0"/>
                    </a:cubicBezTo>
                    <a:close/>
                    <a:moveTo>
                      <a:pt x="3320" y="1045"/>
                    </a:moveTo>
                    <a:cubicBezTo>
                      <a:pt x="38" y="1045"/>
                      <a:pt x="38" y="1045"/>
                      <a:pt x="38" y="1045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320" y="37"/>
                      <a:pt x="3320" y="37"/>
                      <a:pt x="3320" y="37"/>
                    </a:cubicBezTo>
                    <a:lnTo>
                      <a:pt x="3320" y="1045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2" name="Freeform 35"/>
              <p:cNvSpPr>
                <a:spLocks noEditPoints="1"/>
              </p:cNvSpPr>
              <p:nvPr/>
            </p:nvSpPr>
            <p:spPr bwMode="auto">
              <a:xfrm>
                <a:off x="7204339" y="4045721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9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9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800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800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3" name="Freeform 36"/>
              <p:cNvSpPr>
                <a:spLocks noEditPoints="1"/>
              </p:cNvSpPr>
              <p:nvPr/>
            </p:nvSpPr>
            <p:spPr bwMode="auto">
              <a:xfrm>
                <a:off x="7773410" y="4045721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4" name="Freeform 37"/>
              <p:cNvSpPr>
                <a:spLocks noEditPoints="1"/>
              </p:cNvSpPr>
              <p:nvPr/>
            </p:nvSpPr>
            <p:spPr bwMode="auto">
              <a:xfrm>
                <a:off x="8341463" y="4045721"/>
                <a:ext cx="416369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5" name="Freeform 38"/>
              <p:cNvSpPr>
                <a:spLocks noEditPoints="1"/>
              </p:cNvSpPr>
              <p:nvPr/>
            </p:nvSpPr>
            <p:spPr bwMode="auto">
              <a:xfrm>
                <a:off x="7204339" y="4447837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9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9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800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800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6" name="Freeform 39"/>
              <p:cNvSpPr>
                <a:spLocks noEditPoints="1"/>
              </p:cNvSpPr>
              <p:nvPr/>
            </p:nvSpPr>
            <p:spPr bwMode="auto">
              <a:xfrm>
                <a:off x="7773410" y="4447837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7" name="Freeform 40"/>
              <p:cNvSpPr>
                <a:spLocks noEditPoints="1"/>
              </p:cNvSpPr>
              <p:nvPr/>
            </p:nvSpPr>
            <p:spPr bwMode="auto">
              <a:xfrm>
                <a:off x="8341463" y="4447837"/>
                <a:ext cx="416369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8" name="Freeform 41"/>
              <p:cNvSpPr>
                <a:spLocks noEditPoints="1"/>
              </p:cNvSpPr>
              <p:nvPr/>
            </p:nvSpPr>
            <p:spPr bwMode="auto">
              <a:xfrm>
                <a:off x="7204339" y="4849953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9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9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800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800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49" name="Freeform 42"/>
              <p:cNvSpPr>
                <a:spLocks noEditPoints="1"/>
              </p:cNvSpPr>
              <p:nvPr/>
            </p:nvSpPr>
            <p:spPr bwMode="auto">
              <a:xfrm>
                <a:off x="7773410" y="4849953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50" name="Freeform 43"/>
              <p:cNvSpPr>
                <a:spLocks noEditPoints="1"/>
              </p:cNvSpPr>
              <p:nvPr/>
            </p:nvSpPr>
            <p:spPr bwMode="auto">
              <a:xfrm>
                <a:off x="8341463" y="4849953"/>
                <a:ext cx="416369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51" name="Freeform 44"/>
              <p:cNvSpPr>
                <a:spLocks noEditPoints="1"/>
              </p:cNvSpPr>
              <p:nvPr/>
            </p:nvSpPr>
            <p:spPr bwMode="auto">
              <a:xfrm>
                <a:off x="7204339" y="5252070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9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9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800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800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52" name="Freeform 45"/>
              <p:cNvSpPr>
                <a:spLocks noEditPoints="1"/>
              </p:cNvSpPr>
              <p:nvPr/>
            </p:nvSpPr>
            <p:spPr bwMode="auto">
              <a:xfrm>
                <a:off x="7773410" y="5252070"/>
                <a:ext cx="415351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53" name="Freeform 46"/>
              <p:cNvSpPr>
                <a:spLocks noEditPoints="1"/>
              </p:cNvSpPr>
              <p:nvPr/>
            </p:nvSpPr>
            <p:spPr bwMode="auto">
              <a:xfrm>
                <a:off x="8341463" y="5252070"/>
                <a:ext cx="416369" cy="274864"/>
              </a:xfrm>
              <a:custGeom>
                <a:avLst/>
                <a:gdLst>
                  <a:gd name="T0" fmla="*/ 703 w 878"/>
                  <a:gd name="T1" fmla="*/ 0 h 580"/>
                  <a:gd name="T2" fmla="*/ 175 w 878"/>
                  <a:gd name="T3" fmla="*/ 0 h 580"/>
                  <a:gd name="T4" fmla="*/ 0 w 878"/>
                  <a:gd name="T5" fmla="*/ 176 h 580"/>
                  <a:gd name="T6" fmla="*/ 0 w 878"/>
                  <a:gd name="T7" fmla="*/ 404 h 580"/>
                  <a:gd name="T8" fmla="*/ 175 w 878"/>
                  <a:gd name="T9" fmla="*/ 580 h 580"/>
                  <a:gd name="T10" fmla="*/ 703 w 878"/>
                  <a:gd name="T11" fmla="*/ 580 h 580"/>
                  <a:gd name="T12" fmla="*/ 878 w 878"/>
                  <a:gd name="T13" fmla="*/ 404 h 580"/>
                  <a:gd name="T14" fmla="*/ 878 w 878"/>
                  <a:gd name="T15" fmla="*/ 176 h 580"/>
                  <a:gd name="T16" fmla="*/ 703 w 878"/>
                  <a:gd name="T17" fmla="*/ 0 h 580"/>
                  <a:gd name="T18" fmla="*/ 841 w 878"/>
                  <a:gd name="T19" fmla="*/ 404 h 580"/>
                  <a:gd name="T20" fmla="*/ 703 w 878"/>
                  <a:gd name="T21" fmla="*/ 543 h 580"/>
                  <a:gd name="T22" fmla="*/ 175 w 878"/>
                  <a:gd name="T23" fmla="*/ 543 h 580"/>
                  <a:gd name="T24" fmla="*/ 37 w 878"/>
                  <a:gd name="T25" fmla="*/ 404 h 580"/>
                  <a:gd name="T26" fmla="*/ 37 w 878"/>
                  <a:gd name="T27" fmla="*/ 176 h 580"/>
                  <a:gd name="T28" fmla="*/ 175 w 878"/>
                  <a:gd name="T29" fmla="*/ 38 h 580"/>
                  <a:gd name="T30" fmla="*/ 703 w 878"/>
                  <a:gd name="T31" fmla="*/ 38 h 580"/>
                  <a:gd name="T32" fmla="*/ 841 w 878"/>
                  <a:gd name="T33" fmla="*/ 176 h 580"/>
                  <a:gd name="T34" fmla="*/ 841 w 878"/>
                  <a:gd name="T35" fmla="*/ 404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78" h="580">
                    <a:moveTo>
                      <a:pt x="703" y="0"/>
                    </a:moveTo>
                    <a:cubicBezTo>
                      <a:pt x="175" y="0"/>
                      <a:pt x="175" y="0"/>
                      <a:pt x="175" y="0"/>
                    </a:cubicBezTo>
                    <a:cubicBezTo>
                      <a:pt x="78" y="0"/>
                      <a:pt x="0" y="79"/>
                      <a:pt x="0" y="176"/>
                    </a:cubicBezTo>
                    <a:cubicBezTo>
                      <a:pt x="0" y="404"/>
                      <a:pt x="0" y="404"/>
                      <a:pt x="0" y="404"/>
                    </a:cubicBezTo>
                    <a:cubicBezTo>
                      <a:pt x="0" y="501"/>
                      <a:pt x="78" y="580"/>
                      <a:pt x="175" y="580"/>
                    </a:cubicBezTo>
                    <a:cubicBezTo>
                      <a:pt x="703" y="580"/>
                      <a:pt x="703" y="580"/>
                      <a:pt x="703" y="580"/>
                    </a:cubicBezTo>
                    <a:cubicBezTo>
                      <a:pt x="799" y="580"/>
                      <a:pt x="878" y="501"/>
                      <a:pt x="878" y="404"/>
                    </a:cubicBezTo>
                    <a:cubicBezTo>
                      <a:pt x="878" y="176"/>
                      <a:pt x="878" y="176"/>
                      <a:pt x="878" y="176"/>
                    </a:cubicBezTo>
                    <a:cubicBezTo>
                      <a:pt x="878" y="79"/>
                      <a:pt x="799" y="0"/>
                      <a:pt x="703" y="0"/>
                    </a:cubicBezTo>
                    <a:close/>
                    <a:moveTo>
                      <a:pt x="841" y="404"/>
                    </a:moveTo>
                    <a:cubicBezTo>
                      <a:pt x="841" y="481"/>
                      <a:pt x="779" y="543"/>
                      <a:pt x="703" y="543"/>
                    </a:cubicBezTo>
                    <a:cubicBezTo>
                      <a:pt x="175" y="543"/>
                      <a:pt x="175" y="543"/>
                      <a:pt x="175" y="543"/>
                    </a:cubicBezTo>
                    <a:cubicBezTo>
                      <a:pt x="99" y="543"/>
                      <a:pt x="37" y="481"/>
                      <a:pt x="37" y="404"/>
                    </a:cubicBezTo>
                    <a:cubicBezTo>
                      <a:pt x="37" y="176"/>
                      <a:pt x="37" y="176"/>
                      <a:pt x="37" y="176"/>
                    </a:cubicBezTo>
                    <a:cubicBezTo>
                      <a:pt x="37" y="100"/>
                      <a:pt x="99" y="38"/>
                      <a:pt x="175" y="38"/>
                    </a:cubicBezTo>
                    <a:cubicBezTo>
                      <a:pt x="703" y="38"/>
                      <a:pt x="703" y="38"/>
                      <a:pt x="703" y="38"/>
                    </a:cubicBezTo>
                    <a:cubicBezTo>
                      <a:pt x="779" y="38"/>
                      <a:pt x="841" y="100"/>
                      <a:pt x="841" y="176"/>
                    </a:cubicBezTo>
                    <a:lnTo>
                      <a:pt x="841" y="404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</p:grp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9183362" y="2461688"/>
              <a:ext cx="611828" cy="612846"/>
            </a:xfrm>
            <a:custGeom>
              <a:avLst/>
              <a:gdLst>
                <a:gd name="T0" fmla="*/ 647 w 1294"/>
                <a:gd name="T1" fmla="*/ 1294 h 1294"/>
                <a:gd name="T2" fmla="*/ 1294 w 1294"/>
                <a:gd name="T3" fmla="*/ 647 h 1294"/>
                <a:gd name="T4" fmla="*/ 647 w 1294"/>
                <a:gd name="T5" fmla="*/ 0 h 1294"/>
                <a:gd name="T6" fmla="*/ 0 w 1294"/>
                <a:gd name="T7" fmla="*/ 647 h 1294"/>
                <a:gd name="T8" fmla="*/ 647 w 1294"/>
                <a:gd name="T9" fmla="*/ 1294 h 1294"/>
                <a:gd name="T10" fmla="*/ 647 w 1294"/>
                <a:gd name="T11" fmla="*/ 38 h 1294"/>
                <a:gd name="T12" fmla="*/ 1257 w 1294"/>
                <a:gd name="T13" fmla="*/ 647 h 1294"/>
                <a:gd name="T14" fmla="*/ 647 w 1294"/>
                <a:gd name="T15" fmla="*/ 1257 h 1294"/>
                <a:gd name="T16" fmla="*/ 37 w 1294"/>
                <a:gd name="T17" fmla="*/ 647 h 1294"/>
                <a:gd name="T18" fmla="*/ 647 w 1294"/>
                <a:gd name="T19" fmla="*/ 38 h 1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94" h="1294">
                  <a:moveTo>
                    <a:pt x="647" y="1294"/>
                  </a:moveTo>
                  <a:cubicBezTo>
                    <a:pt x="1004" y="1294"/>
                    <a:pt x="1294" y="1004"/>
                    <a:pt x="1294" y="647"/>
                  </a:cubicBezTo>
                  <a:cubicBezTo>
                    <a:pt x="1294" y="291"/>
                    <a:pt x="1004" y="0"/>
                    <a:pt x="647" y="0"/>
                  </a:cubicBezTo>
                  <a:cubicBezTo>
                    <a:pt x="290" y="0"/>
                    <a:pt x="0" y="291"/>
                    <a:pt x="0" y="647"/>
                  </a:cubicBezTo>
                  <a:cubicBezTo>
                    <a:pt x="0" y="1004"/>
                    <a:pt x="290" y="1294"/>
                    <a:pt x="647" y="1294"/>
                  </a:cubicBezTo>
                  <a:close/>
                  <a:moveTo>
                    <a:pt x="647" y="38"/>
                  </a:moveTo>
                  <a:cubicBezTo>
                    <a:pt x="983" y="38"/>
                    <a:pt x="1257" y="311"/>
                    <a:pt x="1257" y="647"/>
                  </a:cubicBezTo>
                  <a:cubicBezTo>
                    <a:pt x="1257" y="984"/>
                    <a:pt x="983" y="1257"/>
                    <a:pt x="647" y="1257"/>
                  </a:cubicBezTo>
                  <a:cubicBezTo>
                    <a:pt x="311" y="1257"/>
                    <a:pt x="37" y="984"/>
                    <a:pt x="37" y="647"/>
                  </a:cubicBezTo>
                  <a:cubicBezTo>
                    <a:pt x="37" y="311"/>
                    <a:pt x="311" y="38"/>
                    <a:pt x="647" y="38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55" name="Rectangle 48"/>
            <p:cNvSpPr>
              <a:spLocks noChangeArrowheads="1"/>
            </p:cNvSpPr>
            <p:nvPr/>
          </p:nvSpPr>
          <p:spPr bwMode="auto">
            <a:xfrm>
              <a:off x="8138877" y="2593012"/>
              <a:ext cx="843935" cy="17306"/>
            </a:xfrm>
            <a:prstGeom prst="rect">
              <a:avLst/>
            </a:pr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56" name="Rectangle 49"/>
            <p:cNvSpPr>
              <a:spLocks noChangeArrowheads="1"/>
            </p:cNvSpPr>
            <p:nvPr/>
          </p:nvSpPr>
          <p:spPr bwMode="auto">
            <a:xfrm>
              <a:off x="8138877" y="2731462"/>
              <a:ext cx="843935" cy="17306"/>
            </a:xfrm>
            <a:prstGeom prst="rect">
              <a:avLst/>
            </a:pr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9426668" y="2621516"/>
              <a:ext cx="125216" cy="125216"/>
            </a:xfrm>
            <a:custGeom>
              <a:avLst/>
              <a:gdLst>
                <a:gd name="T0" fmla="*/ 133 w 265"/>
                <a:gd name="T1" fmla="*/ 265 h 265"/>
                <a:gd name="T2" fmla="*/ 265 w 265"/>
                <a:gd name="T3" fmla="*/ 132 h 265"/>
                <a:gd name="T4" fmla="*/ 133 w 265"/>
                <a:gd name="T5" fmla="*/ 0 h 265"/>
                <a:gd name="T6" fmla="*/ 0 w 265"/>
                <a:gd name="T7" fmla="*/ 132 h 265"/>
                <a:gd name="T8" fmla="*/ 133 w 265"/>
                <a:gd name="T9" fmla="*/ 265 h 265"/>
                <a:gd name="T10" fmla="*/ 133 w 265"/>
                <a:gd name="T11" fmla="*/ 37 h 265"/>
                <a:gd name="T12" fmla="*/ 228 w 265"/>
                <a:gd name="T13" fmla="*/ 132 h 265"/>
                <a:gd name="T14" fmla="*/ 133 w 265"/>
                <a:gd name="T15" fmla="*/ 228 h 265"/>
                <a:gd name="T16" fmla="*/ 38 w 265"/>
                <a:gd name="T17" fmla="*/ 132 h 265"/>
                <a:gd name="T18" fmla="*/ 133 w 265"/>
                <a:gd name="T19" fmla="*/ 37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" h="265">
                  <a:moveTo>
                    <a:pt x="133" y="265"/>
                  </a:moveTo>
                  <a:cubicBezTo>
                    <a:pt x="206" y="265"/>
                    <a:pt x="265" y="206"/>
                    <a:pt x="265" y="132"/>
                  </a:cubicBezTo>
                  <a:cubicBezTo>
                    <a:pt x="265" y="59"/>
                    <a:pt x="206" y="0"/>
                    <a:pt x="133" y="0"/>
                  </a:cubicBezTo>
                  <a:cubicBezTo>
                    <a:pt x="60" y="0"/>
                    <a:pt x="0" y="59"/>
                    <a:pt x="0" y="132"/>
                  </a:cubicBezTo>
                  <a:cubicBezTo>
                    <a:pt x="0" y="206"/>
                    <a:pt x="60" y="265"/>
                    <a:pt x="133" y="265"/>
                  </a:cubicBezTo>
                  <a:close/>
                  <a:moveTo>
                    <a:pt x="133" y="37"/>
                  </a:moveTo>
                  <a:cubicBezTo>
                    <a:pt x="185" y="37"/>
                    <a:pt x="228" y="80"/>
                    <a:pt x="228" y="132"/>
                  </a:cubicBezTo>
                  <a:cubicBezTo>
                    <a:pt x="228" y="185"/>
                    <a:pt x="185" y="228"/>
                    <a:pt x="133" y="228"/>
                  </a:cubicBezTo>
                  <a:cubicBezTo>
                    <a:pt x="80" y="228"/>
                    <a:pt x="38" y="185"/>
                    <a:pt x="38" y="132"/>
                  </a:cubicBezTo>
                  <a:cubicBezTo>
                    <a:pt x="38" y="80"/>
                    <a:pt x="80" y="37"/>
                    <a:pt x="133" y="37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58" name="Freeform 51"/>
            <p:cNvSpPr>
              <a:spLocks noEditPoints="1"/>
            </p:cNvSpPr>
            <p:nvPr/>
          </p:nvSpPr>
          <p:spPr bwMode="auto">
            <a:xfrm>
              <a:off x="9358461" y="2771165"/>
              <a:ext cx="261630" cy="118090"/>
            </a:xfrm>
            <a:custGeom>
              <a:avLst/>
              <a:gdLst>
                <a:gd name="T0" fmla="*/ 19 w 554"/>
                <a:gd name="T1" fmla="*/ 251 h 251"/>
                <a:gd name="T2" fmla="*/ 535 w 554"/>
                <a:gd name="T3" fmla="*/ 251 h 251"/>
                <a:gd name="T4" fmla="*/ 554 w 554"/>
                <a:gd name="T5" fmla="*/ 232 h 251"/>
                <a:gd name="T6" fmla="*/ 554 w 554"/>
                <a:gd name="T7" fmla="*/ 157 h 251"/>
                <a:gd name="T8" fmla="*/ 396 w 554"/>
                <a:gd name="T9" fmla="*/ 0 h 251"/>
                <a:gd name="T10" fmla="*/ 158 w 554"/>
                <a:gd name="T11" fmla="*/ 0 h 251"/>
                <a:gd name="T12" fmla="*/ 0 w 554"/>
                <a:gd name="T13" fmla="*/ 157 h 251"/>
                <a:gd name="T14" fmla="*/ 0 w 554"/>
                <a:gd name="T15" fmla="*/ 232 h 251"/>
                <a:gd name="T16" fmla="*/ 19 w 554"/>
                <a:gd name="T17" fmla="*/ 251 h 251"/>
                <a:gd name="T18" fmla="*/ 37 w 554"/>
                <a:gd name="T19" fmla="*/ 157 h 251"/>
                <a:gd name="T20" fmla="*/ 158 w 554"/>
                <a:gd name="T21" fmla="*/ 37 h 251"/>
                <a:gd name="T22" fmla="*/ 396 w 554"/>
                <a:gd name="T23" fmla="*/ 37 h 251"/>
                <a:gd name="T24" fmla="*/ 517 w 554"/>
                <a:gd name="T25" fmla="*/ 157 h 251"/>
                <a:gd name="T26" fmla="*/ 517 w 554"/>
                <a:gd name="T27" fmla="*/ 213 h 251"/>
                <a:gd name="T28" fmla="*/ 37 w 554"/>
                <a:gd name="T29" fmla="*/ 213 h 251"/>
                <a:gd name="T30" fmla="*/ 37 w 554"/>
                <a:gd name="T31" fmla="*/ 157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4" h="251">
                  <a:moveTo>
                    <a:pt x="19" y="251"/>
                  </a:moveTo>
                  <a:cubicBezTo>
                    <a:pt x="535" y="251"/>
                    <a:pt x="535" y="251"/>
                    <a:pt x="535" y="251"/>
                  </a:cubicBezTo>
                  <a:cubicBezTo>
                    <a:pt x="546" y="251"/>
                    <a:pt x="554" y="242"/>
                    <a:pt x="554" y="232"/>
                  </a:cubicBezTo>
                  <a:cubicBezTo>
                    <a:pt x="554" y="157"/>
                    <a:pt x="554" y="157"/>
                    <a:pt x="554" y="157"/>
                  </a:cubicBezTo>
                  <a:cubicBezTo>
                    <a:pt x="554" y="70"/>
                    <a:pt x="483" y="0"/>
                    <a:pt x="396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71" y="0"/>
                    <a:pt x="0" y="70"/>
                    <a:pt x="0" y="157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0" y="242"/>
                    <a:pt x="8" y="251"/>
                    <a:pt x="19" y="251"/>
                  </a:cubicBezTo>
                  <a:close/>
                  <a:moveTo>
                    <a:pt x="37" y="157"/>
                  </a:moveTo>
                  <a:cubicBezTo>
                    <a:pt x="37" y="91"/>
                    <a:pt x="91" y="37"/>
                    <a:pt x="158" y="37"/>
                  </a:cubicBezTo>
                  <a:cubicBezTo>
                    <a:pt x="396" y="37"/>
                    <a:pt x="396" y="37"/>
                    <a:pt x="396" y="37"/>
                  </a:cubicBezTo>
                  <a:cubicBezTo>
                    <a:pt x="463" y="37"/>
                    <a:pt x="517" y="91"/>
                    <a:pt x="517" y="157"/>
                  </a:cubicBezTo>
                  <a:cubicBezTo>
                    <a:pt x="517" y="213"/>
                    <a:pt x="517" y="213"/>
                    <a:pt x="517" y="213"/>
                  </a:cubicBezTo>
                  <a:cubicBezTo>
                    <a:pt x="37" y="213"/>
                    <a:pt x="37" y="213"/>
                    <a:pt x="37" y="213"/>
                  </a:cubicBezTo>
                  <a:lnTo>
                    <a:pt x="37" y="157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9436848" y="4682999"/>
              <a:ext cx="102820" cy="234144"/>
            </a:xfrm>
            <a:custGeom>
              <a:avLst/>
              <a:gdLst>
                <a:gd name="T0" fmla="*/ 109 w 216"/>
                <a:gd name="T1" fmla="*/ 99 h 494"/>
                <a:gd name="T2" fmla="*/ 155 w 216"/>
                <a:gd name="T3" fmla="*/ 115 h 494"/>
                <a:gd name="T4" fmla="*/ 171 w 216"/>
                <a:gd name="T5" fmla="*/ 157 h 494"/>
                <a:gd name="T6" fmla="*/ 189 w 216"/>
                <a:gd name="T7" fmla="*/ 158 h 494"/>
                <a:gd name="T8" fmla="*/ 208 w 216"/>
                <a:gd name="T9" fmla="*/ 158 h 494"/>
                <a:gd name="T10" fmla="*/ 181 w 216"/>
                <a:gd name="T11" fmla="*/ 89 h 494"/>
                <a:gd name="T12" fmla="*/ 125 w 216"/>
                <a:gd name="T13" fmla="*/ 63 h 494"/>
                <a:gd name="T14" fmla="*/ 125 w 216"/>
                <a:gd name="T15" fmla="*/ 0 h 494"/>
                <a:gd name="T16" fmla="*/ 87 w 216"/>
                <a:gd name="T17" fmla="*/ 0 h 494"/>
                <a:gd name="T18" fmla="*/ 88 w 216"/>
                <a:gd name="T19" fmla="*/ 65 h 494"/>
                <a:gd name="T20" fmla="*/ 13 w 216"/>
                <a:gd name="T21" fmla="*/ 134 h 494"/>
                <a:gd name="T22" fmla="*/ 55 w 216"/>
                <a:gd name="T23" fmla="*/ 246 h 494"/>
                <a:gd name="T24" fmla="*/ 107 w 216"/>
                <a:gd name="T25" fmla="*/ 267 h 494"/>
                <a:gd name="T26" fmla="*/ 153 w 216"/>
                <a:gd name="T27" fmla="*/ 287 h 494"/>
                <a:gd name="T28" fmla="*/ 166 w 216"/>
                <a:gd name="T29" fmla="*/ 350 h 494"/>
                <a:gd name="T30" fmla="*/ 109 w 216"/>
                <a:gd name="T31" fmla="*/ 395 h 494"/>
                <a:gd name="T32" fmla="*/ 63 w 216"/>
                <a:gd name="T33" fmla="*/ 380 h 494"/>
                <a:gd name="T34" fmla="*/ 44 w 216"/>
                <a:gd name="T35" fmla="*/ 333 h 494"/>
                <a:gd name="T36" fmla="*/ 7 w 216"/>
                <a:gd name="T37" fmla="*/ 334 h 494"/>
                <a:gd name="T38" fmla="*/ 39 w 216"/>
                <a:gd name="T39" fmla="*/ 408 h 494"/>
                <a:gd name="T40" fmla="*/ 90 w 216"/>
                <a:gd name="T41" fmla="*/ 430 h 494"/>
                <a:gd name="T42" fmla="*/ 91 w 216"/>
                <a:gd name="T43" fmla="*/ 494 h 494"/>
                <a:gd name="T44" fmla="*/ 128 w 216"/>
                <a:gd name="T45" fmla="*/ 494 h 494"/>
                <a:gd name="T46" fmla="*/ 128 w 216"/>
                <a:gd name="T47" fmla="*/ 429 h 494"/>
                <a:gd name="T48" fmla="*/ 201 w 216"/>
                <a:gd name="T49" fmla="*/ 363 h 494"/>
                <a:gd name="T50" fmla="*/ 178 w 216"/>
                <a:gd name="T51" fmla="*/ 259 h 494"/>
                <a:gd name="T52" fmla="*/ 116 w 216"/>
                <a:gd name="T53" fmla="*/ 231 h 494"/>
                <a:gd name="T54" fmla="*/ 76 w 216"/>
                <a:gd name="T55" fmla="*/ 215 h 494"/>
                <a:gd name="T56" fmla="*/ 49 w 216"/>
                <a:gd name="T57" fmla="*/ 145 h 494"/>
                <a:gd name="T58" fmla="*/ 109 w 216"/>
                <a:gd name="T59" fmla="*/ 9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16" h="494">
                  <a:moveTo>
                    <a:pt x="109" y="99"/>
                  </a:moveTo>
                  <a:cubicBezTo>
                    <a:pt x="128" y="99"/>
                    <a:pt x="144" y="104"/>
                    <a:pt x="155" y="115"/>
                  </a:cubicBezTo>
                  <a:cubicBezTo>
                    <a:pt x="171" y="131"/>
                    <a:pt x="171" y="157"/>
                    <a:pt x="171" y="157"/>
                  </a:cubicBezTo>
                  <a:cubicBezTo>
                    <a:pt x="189" y="158"/>
                    <a:pt x="189" y="158"/>
                    <a:pt x="189" y="158"/>
                  </a:cubicBezTo>
                  <a:cubicBezTo>
                    <a:pt x="208" y="158"/>
                    <a:pt x="208" y="158"/>
                    <a:pt x="208" y="158"/>
                  </a:cubicBezTo>
                  <a:cubicBezTo>
                    <a:pt x="208" y="157"/>
                    <a:pt x="209" y="117"/>
                    <a:pt x="181" y="89"/>
                  </a:cubicBezTo>
                  <a:cubicBezTo>
                    <a:pt x="167" y="74"/>
                    <a:pt x="148" y="66"/>
                    <a:pt x="125" y="63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53" y="72"/>
                    <a:pt x="24" y="98"/>
                    <a:pt x="13" y="134"/>
                  </a:cubicBezTo>
                  <a:cubicBezTo>
                    <a:pt x="0" y="178"/>
                    <a:pt x="16" y="220"/>
                    <a:pt x="55" y="246"/>
                  </a:cubicBezTo>
                  <a:cubicBezTo>
                    <a:pt x="71" y="257"/>
                    <a:pt x="89" y="262"/>
                    <a:pt x="107" y="267"/>
                  </a:cubicBezTo>
                  <a:cubicBezTo>
                    <a:pt x="124" y="272"/>
                    <a:pt x="141" y="276"/>
                    <a:pt x="153" y="287"/>
                  </a:cubicBezTo>
                  <a:cubicBezTo>
                    <a:pt x="170" y="302"/>
                    <a:pt x="175" y="326"/>
                    <a:pt x="166" y="350"/>
                  </a:cubicBezTo>
                  <a:cubicBezTo>
                    <a:pt x="158" y="372"/>
                    <a:pt x="137" y="394"/>
                    <a:pt x="109" y="395"/>
                  </a:cubicBezTo>
                  <a:cubicBezTo>
                    <a:pt x="92" y="395"/>
                    <a:pt x="74" y="389"/>
                    <a:pt x="63" y="380"/>
                  </a:cubicBezTo>
                  <a:cubicBezTo>
                    <a:pt x="51" y="369"/>
                    <a:pt x="45" y="354"/>
                    <a:pt x="44" y="333"/>
                  </a:cubicBezTo>
                  <a:cubicBezTo>
                    <a:pt x="7" y="334"/>
                    <a:pt x="7" y="334"/>
                    <a:pt x="7" y="334"/>
                  </a:cubicBezTo>
                  <a:cubicBezTo>
                    <a:pt x="7" y="365"/>
                    <a:pt x="18" y="391"/>
                    <a:pt x="39" y="408"/>
                  </a:cubicBezTo>
                  <a:cubicBezTo>
                    <a:pt x="53" y="420"/>
                    <a:pt x="70" y="428"/>
                    <a:pt x="90" y="430"/>
                  </a:cubicBezTo>
                  <a:cubicBezTo>
                    <a:pt x="91" y="494"/>
                    <a:pt x="91" y="494"/>
                    <a:pt x="91" y="494"/>
                  </a:cubicBezTo>
                  <a:cubicBezTo>
                    <a:pt x="128" y="494"/>
                    <a:pt x="128" y="494"/>
                    <a:pt x="128" y="494"/>
                  </a:cubicBezTo>
                  <a:cubicBezTo>
                    <a:pt x="128" y="429"/>
                    <a:pt x="128" y="429"/>
                    <a:pt x="128" y="429"/>
                  </a:cubicBezTo>
                  <a:cubicBezTo>
                    <a:pt x="160" y="422"/>
                    <a:pt x="188" y="398"/>
                    <a:pt x="201" y="363"/>
                  </a:cubicBezTo>
                  <a:cubicBezTo>
                    <a:pt x="216" y="324"/>
                    <a:pt x="207" y="285"/>
                    <a:pt x="178" y="259"/>
                  </a:cubicBezTo>
                  <a:cubicBezTo>
                    <a:pt x="159" y="243"/>
                    <a:pt x="137" y="237"/>
                    <a:pt x="116" y="231"/>
                  </a:cubicBezTo>
                  <a:cubicBezTo>
                    <a:pt x="101" y="227"/>
                    <a:pt x="87" y="223"/>
                    <a:pt x="76" y="215"/>
                  </a:cubicBezTo>
                  <a:cubicBezTo>
                    <a:pt x="51" y="199"/>
                    <a:pt x="41" y="172"/>
                    <a:pt x="49" y="145"/>
                  </a:cubicBezTo>
                  <a:cubicBezTo>
                    <a:pt x="56" y="123"/>
                    <a:pt x="77" y="100"/>
                    <a:pt x="109" y="99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9292290" y="4603593"/>
              <a:ext cx="391936" cy="392954"/>
            </a:xfrm>
            <a:custGeom>
              <a:avLst/>
              <a:gdLst>
                <a:gd name="T0" fmla="*/ 415 w 829"/>
                <a:gd name="T1" fmla="*/ 0 h 830"/>
                <a:gd name="T2" fmla="*/ 0 w 829"/>
                <a:gd name="T3" fmla="*/ 415 h 830"/>
                <a:gd name="T4" fmla="*/ 415 w 829"/>
                <a:gd name="T5" fmla="*/ 830 h 830"/>
                <a:gd name="T6" fmla="*/ 829 w 829"/>
                <a:gd name="T7" fmla="*/ 415 h 830"/>
                <a:gd name="T8" fmla="*/ 415 w 829"/>
                <a:gd name="T9" fmla="*/ 0 h 830"/>
                <a:gd name="T10" fmla="*/ 415 w 829"/>
                <a:gd name="T11" fmla="*/ 793 h 830"/>
                <a:gd name="T12" fmla="*/ 37 w 829"/>
                <a:gd name="T13" fmla="*/ 415 h 830"/>
                <a:gd name="T14" fmla="*/ 415 w 829"/>
                <a:gd name="T15" fmla="*/ 37 h 830"/>
                <a:gd name="T16" fmla="*/ 792 w 829"/>
                <a:gd name="T17" fmla="*/ 415 h 830"/>
                <a:gd name="T18" fmla="*/ 415 w 829"/>
                <a:gd name="T19" fmla="*/ 793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9" h="830">
                  <a:moveTo>
                    <a:pt x="415" y="0"/>
                  </a:moveTo>
                  <a:cubicBezTo>
                    <a:pt x="186" y="0"/>
                    <a:pt x="0" y="186"/>
                    <a:pt x="0" y="415"/>
                  </a:cubicBezTo>
                  <a:cubicBezTo>
                    <a:pt x="0" y="644"/>
                    <a:pt x="186" y="830"/>
                    <a:pt x="415" y="830"/>
                  </a:cubicBezTo>
                  <a:cubicBezTo>
                    <a:pt x="643" y="830"/>
                    <a:pt x="829" y="644"/>
                    <a:pt x="829" y="415"/>
                  </a:cubicBezTo>
                  <a:cubicBezTo>
                    <a:pt x="829" y="186"/>
                    <a:pt x="643" y="0"/>
                    <a:pt x="415" y="0"/>
                  </a:cubicBezTo>
                  <a:close/>
                  <a:moveTo>
                    <a:pt x="415" y="793"/>
                  </a:moveTo>
                  <a:cubicBezTo>
                    <a:pt x="206" y="793"/>
                    <a:pt x="37" y="623"/>
                    <a:pt x="37" y="415"/>
                  </a:cubicBezTo>
                  <a:cubicBezTo>
                    <a:pt x="37" y="207"/>
                    <a:pt x="206" y="37"/>
                    <a:pt x="415" y="37"/>
                  </a:cubicBezTo>
                  <a:cubicBezTo>
                    <a:pt x="623" y="37"/>
                    <a:pt x="792" y="207"/>
                    <a:pt x="792" y="415"/>
                  </a:cubicBezTo>
                  <a:cubicBezTo>
                    <a:pt x="792" y="623"/>
                    <a:pt x="623" y="793"/>
                    <a:pt x="415" y="793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61" name="Freeform 54"/>
            <p:cNvSpPr/>
            <p:nvPr/>
          </p:nvSpPr>
          <p:spPr bwMode="auto">
            <a:xfrm>
              <a:off x="9404271" y="3225200"/>
              <a:ext cx="170009" cy="1236889"/>
            </a:xfrm>
            <a:custGeom>
              <a:avLst/>
              <a:gdLst>
                <a:gd name="T0" fmla="*/ 161 w 360"/>
                <a:gd name="T1" fmla="*/ 0 h 2611"/>
                <a:gd name="T2" fmla="*/ 161 w 360"/>
                <a:gd name="T3" fmla="*/ 2547 h 2611"/>
                <a:gd name="T4" fmla="*/ 27 w 360"/>
                <a:gd name="T5" fmla="*/ 2413 h 2611"/>
                <a:gd name="T6" fmla="*/ 0 w 360"/>
                <a:gd name="T7" fmla="*/ 2439 h 2611"/>
                <a:gd name="T8" fmla="*/ 167 w 360"/>
                <a:gd name="T9" fmla="*/ 2606 h 2611"/>
                <a:gd name="T10" fmla="*/ 180 w 360"/>
                <a:gd name="T11" fmla="*/ 2611 h 2611"/>
                <a:gd name="T12" fmla="*/ 193 w 360"/>
                <a:gd name="T13" fmla="*/ 2606 h 2611"/>
                <a:gd name="T14" fmla="*/ 360 w 360"/>
                <a:gd name="T15" fmla="*/ 2439 h 2611"/>
                <a:gd name="T16" fmla="*/ 333 w 360"/>
                <a:gd name="T17" fmla="*/ 2413 h 2611"/>
                <a:gd name="T18" fmla="*/ 199 w 360"/>
                <a:gd name="T19" fmla="*/ 2547 h 2611"/>
                <a:gd name="T20" fmla="*/ 199 w 360"/>
                <a:gd name="T21" fmla="*/ 0 h 2611"/>
                <a:gd name="T22" fmla="*/ 161 w 360"/>
                <a:gd name="T23" fmla="*/ 0 h 2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0" h="2611">
                  <a:moveTo>
                    <a:pt x="161" y="0"/>
                  </a:moveTo>
                  <a:cubicBezTo>
                    <a:pt x="161" y="2547"/>
                    <a:pt x="161" y="2547"/>
                    <a:pt x="161" y="2547"/>
                  </a:cubicBezTo>
                  <a:cubicBezTo>
                    <a:pt x="27" y="2413"/>
                    <a:pt x="27" y="2413"/>
                    <a:pt x="27" y="2413"/>
                  </a:cubicBezTo>
                  <a:cubicBezTo>
                    <a:pt x="0" y="2439"/>
                    <a:pt x="0" y="2439"/>
                    <a:pt x="0" y="2439"/>
                  </a:cubicBezTo>
                  <a:cubicBezTo>
                    <a:pt x="167" y="2606"/>
                    <a:pt x="167" y="2606"/>
                    <a:pt x="167" y="2606"/>
                  </a:cubicBezTo>
                  <a:cubicBezTo>
                    <a:pt x="170" y="2609"/>
                    <a:pt x="175" y="2611"/>
                    <a:pt x="180" y="2611"/>
                  </a:cubicBezTo>
                  <a:cubicBezTo>
                    <a:pt x="185" y="2611"/>
                    <a:pt x="190" y="2609"/>
                    <a:pt x="193" y="2606"/>
                  </a:cubicBezTo>
                  <a:cubicBezTo>
                    <a:pt x="360" y="2439"/>
                    <a:pt x="360" y="2439"/>
                    <a:pt x="360" y="2439"/>
                  </a:cubicBezTo>
                  <a:cubicBezTo>
                    <a:pt x="333" y="2413"/>
                    <a:pt x="333" y="2413"/>
                    <a:pt x="333" y="2413"/>
                  </a:cubicBezTo>
                  <a:cubicBezTo>
                    <a:pt x="199" y="2547"/>
                    <a:pt x="199" y="2547"/>
                    <a:pt x="199" y="2547"/>
                  </a:cubicBezTo>
                  <a:cubicBezTo>
                    <a:pt x="199" y="0"/>
                    <a:pt x="199" y="0"/>
                    <a:pt x="199" y="0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9408335" y="2862495"/>
            <a:ext cx="1410467" cy="3087959"/>
            <a:chOff x="9800280" y="2685651"/>
            <a:chExt cx="1505646" cy="3296336"/>
          </a:xfrm>
        </p:grpSpPr>
        <p:sp>
          <p:nvSpPr>
            <p:cNvPr id="76" name="Freeform 69"/>
            <p:cNvSpPr/>
            <p:nvPr/>
          </p:nvSpPr>
          <p:spPr bwMode="auto">
            <a:xfrm>
              <a:off x="10334738" y="5800780"/>
              <a:ext cx="314567" cy="162883"/>
            </a:xfrm>
            <a:custGeom>
              <a:avLst/>
              <a:gdLst>
                <a:gd name="T0" fmla="*/ 264 w 664"/>
                <a:gd name="T1" fmla="*/ 256 h 345"/>
                <a:gd name="T2" fmla="*/ 252 w 664"/>
                <a:gd name="T3" fmla="*/ 260 h 345"/>
                <a:gd name="T4" fmla="*/ 103 w 664"/>
                <a:gd name="T5" fmla="*/ 260 h 345"/>
                <a:gd name="T6" fmla="*/ 0 w 664"/>
                <a:gd name="T7" fmla="*/ 345 h 345"/>
                <a:gd name="T8" fmla="*/ 342 w 664"/>
                <a:gd name="T9" fmla="*/ 345 h 345"/>
                <a:gd name="T10" fmla="*/ 532 w 664"/>
                <a:gd name="T11" fmla="*/ 203 h 345"/>
                <a:gd name="T12" fmla="*/ 551 w 664"/>
                <a:gd name="T13" fmla="*/ 202 h 345"/>
                <a:gd name="T14" fmla="*/ 562 w 664"/>
                <a:gd name="T15" fmla="*/ 218 h 345"/>
                <a:gd name="T16" fmla="*/ 565 w 664"/>
                <a:gd name="T17" fmla="*/ 345 h 345"/>
                <a:gd name="T18" fmla="*/ 599 w 664"/>
                <a:gd name="T19" fmla="*/ 345 h 345"/>
                <a:gd name="T20" fmla="*/ 590 w 664"/>
                <a:gd name="T21" fmla="*/ 0 h 345"/>
                <a:gd name="T22" fmla="*/ 264 w 664"/>
                <a:gd name="T23" fmla="*/ 25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64" h="345">
                  <a:moveTo>
                    <a:pt x="264" y="256"/>
                  </a:moveTo>
                  <a:cubicBezTo>
                    <a:pt x="260" y="258"/>
                    <a:pt x="256" y="260"/>
                    <a:pt x="252" y="260"/>
                  </a:cubicBezTo>
                  <a:cubicBezTo>
                    <a:pt x="103" y="260"/>
                    <a:pt x="103" y="260"/>
                    <a:pt x="103" y="260"/>
                  </a:cubicBezTo>
                  <a:cubicBezTo>
                    <a:pt x="52" y="260"/>
                    <a:pt x="9" y="297"/>
                    <a:pt x="0" y="345"/>
                  </a:cubicBezTo>
                  <a:cubicBezTo>
                    <a:pt x="342" y="345"/>
                    <a:pt x="342" y="345"/>
                    <a:pt x="342" y="345"/>
                  </a:cubicBezTo>
                  <a:cubicBezTo>
                    <a:pt x="532" y="203"/>
                    <a:pt x="532" y="203"/>
                    <a:pt x="532" y="203"/>
                  </a:cubicBezTo>
                  <a:cubicBezTo>
                    <a:pt x="538" y="199"/>
                    <a:pt x="545" y="199"/>
                    <a:pt x="551" y="202"/>
                  </a:cubicBezTo>
                  <a:cubicBezTo>
                    <a:pt x="558" y="205"/>
                    <a:pt x="562" y="211"/>
                    <a:pt x="562" y="218"/>
                  </a:cubicBezTo>
                  <a:cubicBezTo>
                    <a:pt x="565" y="345"/>
                    <a:pt x="565" y="345"/>
                    <a:pt x="565" y="345"/>
                  </a:cubicBezTo>
                  <a:cubicBezTo>
                    <a:pt x="599" y="345"/>
                    <a:pt x="599" y="345"/>
                    <a:pt x="599" y="345"/>
                  </a:cubicBezTo>
                  <a:cubicBezTo>
                    <a:pt x="614" y="296"/>
                    <a:pt x="664" y="110"/>
                    <a:pt x="590" y="0"/>
                  </a:cubicBezTo>
                  <a:lnTo>
                    <a:pt x="264" y="256"/>
                  </a:lnTo>
                  <a:close/>
                </a:path>
              </a:pathLst>
            </a:custGeom>
            <a:solidFill>
              <a:srgbClr val="FF8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7" name="Freeform 70"/>
            <p:cNvSpPr/>
            <p:nvPr/>
          </p:nvSpPr>
          <p:spPr bwMode="auto">
            <a:xfrm>
              <a:off x="9818604" y="3107110"/>
              <a:ext cx="298279" cy="159829"/>
            </a:xfrm>
            <a:custGeom>
              <a:avLst/>
              <a:gdLst>
                <a:gd name="T0" fmla="*/ 631 w 631"/>
                <a:gd name="T1" fmla="*/ 224 h 338"/>
                <a:gd name="T2" fmla="*/ 561 w 631"/>
                <a:gd name="T3" fmla="*/ 65 h 338"/>
                <a:gd name="T4" fmla="*/ 335 w 631"/>
                <a:gd name="T5" fmla="*/ 33 h 338"/>
                <a:gd name="T6" fmla="*/ 38 w 631"/>
                <a:gd name="T7" fmla="*/ 57 h 338"/>
                <a:gd name="T8" fmla="*/ 38 w 631"/>
                <a:gd name="T9" fmla="*/ 57 h 338"/>
                <a:gd name="T10" fmla="*/ 11 w 631"/>
                <a:gd name="T11" fmla="*/ 68 h 338"/>
                <a:gd name="T12" fmla="*/ 0 w 631"/>
                <a:gd name="T13" fmla="*/ 96 h 338"/>
                <a:gd name="T14" fmla="*/ 33 w 631"/>
                <a:gd name="T15" fmla="*/ 133 h 338"/>
                <a:gd name="T16" fmla="*/ 371 w 631"/>
                <a:gd name="T17" fmla="*/ 177 h 338"/>
                <a:gd name="T18" fmla="*/ 387 w 631"/>
                <a:gd name="T19" fmla="*/ 190 h 338"/>
                <a:gd name="T20" fmla="*/ 431 w 631"/>
                <a:gd name="T21" fmla="*/ 338 h 338"/>
                <a:gd name="T22" fmla="*/ 631 w 631"/>
                <a:gd name="T23" fmla="*/ 22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31" h="338">
                  <a:moveTo>
                    <a:pt x="631" y="224"/>
                  </a:moveTo>
                  <a:cubicBezTo>
                    <a:pt x="619" y="168"/>
                    <a:pt x="603" y="103"/>
                    <a:pt x="561" y="65"/>
                  </a:cubicBezTo>
                  <a:cubicBezTo>
                    <a:pt x="504" y="14"/>
                    <a:pt x="407" y="0"/>
                    <a:pt x="335" y="33"/>
                  </a:cubicBezTo>
                  <a:cubicBezTo>
                    <a:pt x="285" y="56"/>
                    <a:pt x="146" y="59"/>
                    <a:pt x="38" y="57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28" y="57"/>
                    <a:pt x="18" y="61"/>
                    <a:pt x="11" y="68"/>
                  </a:cubicBezTo>
                  <a:cubicBezTo>
                    <a:pt x="4" y="75"/>
                    <a:pt x="0" y="85"/>
                    <a:pt x="0" y="96"/>
                  </a:cubicBezTo>
                  <a:cubicBezTo>
                    <a:pt x="0" y="115"/>
                    <a:pt x="14" y="131"/>
                    <a:pt x="33" y="133"/>
                  </a:cubicBezTo>
                  <a:cubicBezTo>
                    <a:pt x="371" y="177"/>
                    <a:pt x="371" y="177"/>
                    <a:pt x="371" y="177"/>
                  </a:cubicBezTo>
                  <a:cubicBezTo>
                    <a:pt x="379" y="178"/>
                    <a:pt x="385" y="183"/>
                    <a:pt x="387" y="190"/>
                  </a:cubicBezTo>
                  <a:cubicBezTo>
                    <a:pt x="431" y="338"/>
                    <a:pt x="431" y="338"/>
                    <a:pt x="431" y="338"/>
                  </a:cubicBezTo>
                  <a:lnTo>
                    <a:pt x="631" y="224"/>
                  </a:ln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8" name="Freeform 71"/>
            <p:cNvSpPr/>
            <p:nvPr/>
          </p:nvSpPr>
          <p:spPr bwMode="auto">
            <a:xfrm>
              <a:off x="9940766" y="3071479"/>
              <a:ext cx="53955" cy="37667"/>
            </a:xfrm>
            <a:custGeom>
              <a:avLst/>
              <a:gdLst>
                <a:gd name="T0" fmla="*/ 44 w 114"/>
                <a:gd name="T1" fmla="*/ 79 h 79"/>
                <a:gd name="T2" fmla="*/ 60 w 114"/>
                <a:gd name="T3" fmla="*/ 73 h 79"/>
                <a:gd name="T4" fmla="*/ 114 w 114"/>
                <a:gd name="T5" fmla="*/ 57 h 79"/>
                <a:gd name="T6" fmla="*/ 11 w 114"/>
                <a:gd name="T7" fmla="*/ 7 h 79"/>
                <a:gd name="T8" fmla="*/ 1 w 114"/>
                <a:gd name="T9" fmla="*/ 19 h 79"/>
                <a:gd name="T10" fmla="*/ 44 w 114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79">
                  <a:moveTo>
                    <a:pt x="44" y="79"/>
                  </a:moveTo>
                  <a:cubicBezTo>
                    <a:pt x="50" y="77"/>
                    <a:pt x="56" y="75"/>
                    <a:pt x="60" y="73"/>
                  </a:cubicBezTo>
                  <a:cubicBezTo>
                    <a:pt x="77" y="66"/>
                    <a:pt x="95" y="61"/>
                    <a:pt x="114" y="57"/>
                  </a:cubicBezTo>
                  <a:cubicBezTo>
                    <a:pt x="67" y="22"/>
                    <a:pt x="24" y="0"/>
                    <a:pt x="11" y="7"/>
                  </a:cubicBezTo>
                  <a:cubicBezTo>
                    <a:pt x="1" y="13"/>
                    <a:pt x="1" y="17"/>
                    <a:pt x="1" y="19"/>
                  </a:cubicBezTo>
                  <a:cubicBezTo>
                    <a:pt x="0" y="25"/>
                    <a:pt x="4" y="42"/>
                    <a:pt x="44" y="79"/>
                  </a:cubicBez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9" name="Freeform 72"/>
            <p:cNvSpPr/>
            <p:nvPr/>
          </p:nvSpPr>
          <p:spPr bwMode="auto">
            <a:xfrm>
              <a:off x="10809133" y="5800780"/>
              <a:ext cx="314567" cy="162883"/>
            </a:xfrm>
            <a:custGeom>
              <a:avLst/>
              <a:gdLst>
                <a:gd name="T0" fmla="*/ 264 w 664"/>
                <a:gd name="T1" fmla="*/ 256 h 345"/>
                <a:gd name="T2" fmla="*/ 252 w 664"/>
                <a:gd name="T3" fmla="*/ 260 h 345"/>
                <a:gd name="T4" fmla="*/ 103 w 664"/>
                <a:gd name="T5" fmla="*/ 260 h 345"/>
                <a:gd name="T6" fmla="*/ 0 w 664"/>
                <a:gd name="T7" fmla="*/ 345 h 345"/>
                <a:gd name="T8" fmla="*/ 342 w 664"/>
                <a:gd name="T9" fmla="*/ 345 h 345"/>
                <a:gd name="T10" fmla="*/ 532 w 664"/>
                <a:gd name="T11" fmla="*/ 203 h 345"/>
                <a:gd name="T12" fmla="*/ 551 w 664"/>
                <a:gd name="T13" fmla="*/ 202 h 345"/>
                <a:gd name="T14" fmla="*/ 562 w 664"/>
                <a:gd name="T15" fmla="*/ 218 h 345"/>
                <a:gd name="T16" fmla="*/ 565 w 664"/>
                <a:gd name="T17" fmla="*/ 345 h 345"/>
                <a:gd name="T18" fmla="*/ 599 w 664"/>
                <a:gd name="T19" fmla="*/ 345 h 345"/>
                <a:gd name="T20" fmla="*/ 590 w 664"/>
                <a:gd name="T21" fmla="*/ 0 h 345"/>
                <a:gd name="T22" fmla="*/ 264 w 664"/>
                <a:gd name="T23" fmla="*/ 25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64" h="345">
                  <a:moveTo>
                    <a:pt x="264" y="256"/>
                  </a:moveTo>
                  <a:cubicBezTo>
                    <a:pt x="261" y="258"/>
                    <a:pt x="257" y="260"/>
                    <a:pt x="252" y="260"/>
                  </a:cubicBezTo>
                  <a:cubicBezTo>
                    <a:pt x="103" y="260"/>
                    <a:pt x="103" y="260"/>
                    <a:pt x="103" y="260"/>
                  </a:cubicBezTo>
                  <a:cubicBezTo>
                    <a:pt x="52" y="260"/>
                    <a:pt x="9" y="297"/>
                    <a:pt x="0" y="345"/>
                  </a:cubicBezTo>
                  <a:cubicBezTo>
                    <a:pt x="342" y="345"/>
                    <a:pt x="342" y="345"/>
                    <a:pt x="342" y="345"/>
                  </a:cubicBezTo>
                  <a:cubicBezTo>
                    <a:pt x="532" y="203"/>
                    <a:pt x="532" y="203"/>
                    <a:pt x="532" y="203"/>
                  </a:cubicBezTo>
                  <a:cubicBezTo>
                    <a:pt x="538" y="199"/>
                    <a:pt x="545" y="199"/>
                    <a:pt x="551" y="202"/>
                  </a:cubicBezTo>
                  <a:cubicBezTo>
                    <a:pt x="558" y="205"/>
                    <a:pt x="562" y="211"/>
                    <a:pt x="562" y="218"/>
                  </a:cubicBezTo>
                  <a:cubicBezTo>
                    <a:pt x="565" y="345"/>
                    <a:pt x="565" y="345"/>
                    <a:pt x="565" y="345"/>
                  </a:cubicBezTo>
                  <a:cubicBezTo>
                    <a:pt x="599" y="345"/>
                    <a:pt x="599" y="345"/>
                    <a:pt x="599" y="345"/>
                  </a:cubicBezTo>
                  <a:cubicBezTo>
                    <a:pt x="614" y="296"/>
                    <a:pt x="664" y="110"/>
                    <a:pt x="590" y="0"/>
                  </a:cubicBezTo>
                  <a:lnTo>
                    <a:pt x="264" y="256"/>
                  </a:lnTo>
                  <a:close/>
                </a:path>
              </a:pathLst>
            </a:custGeom>
            <a:solidFill>
              <a:srgbClr val="FF8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0" name="Freeform 73"/>
            <p:cNvSpPr/>
            <p:nvPr/>
          </p:nvSpPr>
          <p:spPr bwMode="auto">
            <a:xfrm>
              <a:off x="10891593" y="5344709"/>
              <a:ext cx="197495" cy="560927"/>
            </a:xfrm>
            <a:custGeom>
              <a:avLst/>
              <a:gdLst>
                <a:gd name="T0" fmla="*/ 402 w 417"/>
                <a:gd name="T1" fmla="*/ 926 h 1184"/>
                <a:gd name="T2" fmla="*/ 417 w 417"/>
                <a:gd name="T3" fmla="*/ 0 h 1184"/>
                <a:gd name="T4" fmla="*/ 93 w 417"/>
                <a:gd name="T5" fmla="*/ 0 h 1184"/>
                <a:gd name="T6" fmla="*/ 214 w 417"/>
                <a:gd name="T7" fmla="*/ 933 h 1184"/>
                <a:gd name="T8" fmla="*/ 210 w 417"/>
                <a:gd name="T9" fmla="*/ 948 h 1184"/>
                <a:gd name="T10" fmla="*/ 0 w 417"/>
                <a:gd name="T11" fmla="*/ 1184 h 1184"/>
                <a:gd name="T12" fmla="*/ 72 w 417"/>
                <a:gd name="T13" fmla="*/ 1184 h 1184"/>
                <a:gd name="T14" fmla="*/ 402 w 417"/>
                <a:gd name="T15" fmla="*/ 926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7" h="1184">
                  <a:moveTo>
                    <a:pt x="402" y="926"/>
                  </a:moveTo>
                  <a:cubicBezTo>
                    <a:pt x="417" y="0"/>
                    <a:pt x="417" y="0"/>
                    <a:pt x="417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214" y="933"/>
                    <a:pt x="214" y="933"/>
                    <a:pt x="214" y="933"/>
                  </a:cubicBezTo>
                  <a:cubicBezTo>
                    <a:pt x="215" y="938"/>
                    <a:pt x="213" y="944"/>
                    <a:pt x="210" y="948"/>
                  </a:cubicBezTo>
                  <a:cubicBezTo>
                    <a:pt x="0" y="1184"/>
                    <a:pt x="0" y="1184"/>
                    <a:pt x="0" y="1184"/>
                  </a:cubicBezTo>
                  <a:cubicBezTo>
                    <a:pt x="72" y="1184"/>
                    <a:pt x="72" y="1184"/>
                    <a:pt x="72" y="1184"/>
                  </a:cubicBezTo>
                  <a:lnTo>
                    <a:pt x="402" y="926"/>
                  </a:ln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1" name="Freeform 74"/>
            <p:cNvSpPr/>
            <p:nvPr/>
          </p:nvSpPr>
          <p:spPr bwMode="auto">
            <a:xfrm>
              <a:off x="10678827" y="3161065"/>
              <a:ext cx="284026" cy="311513"/>
            </a:xfrm>
            <a:custGeom>
              <a:avLst/>
              <a:gdLst>
                <a:gd name="T0" fmla="*/ 600 w 600"/>
                <a:gd name="T1" fmla="*/ 348 h 656"/>
                <a:gd name="T2" fmla="*/ 486 w 600"/>
                <a:gd name="T3" fmla="*/ 336 h 656"/>
                <a:gd name="T4" fmla="*/ 468 w 600"/>
                <a:gd name="T5" fmla="*/ 320 h 656"/>
                <a:gd name="T6" fmla="*/ 418 w 600"/>
                <a:gd name="T7" fmla="*/ 0 h 656"/>
                <a:gd name="T8" fmla="*/ 316 w 600"/>
                <a:gd name="T9" fmla="*/ 82 h 656"/>
                <a:gd name="T10" fmla="*/ 102 w 600"/>
                <a:gd name="T11" fmla="*/ 164 h 656"/>
                <a:gd name="T12" fmla="*/ 102 w 600"/>
                <a:gd name="T13" fmla="*/ 318 h 656"/>
                <a:gd name="T14" fmla="*/ 96 w 600"/>
                <a:gd name="T15" fmla="*/ 331 h 656"/>
                <a:gd name="T16" fmla="*/ 82 w 600"/>
                <a:gd name="T17" fmla="*/ 336 h 656"/>
                <a:gd name="T18" fmla="*/ 0 w 600"/>
                <a:gd name="T19" fmla="*/ 337 h 656"/>
                <a:gd name="T20" fmla="*/ 114 w 600"/>
                <a:gd name="T21" fmla="*/ 656 h 656"/>
                <a:gd name="T22" fmla="*/ 600 w 600"/>
                <a:gd name="T23" fmla="*/ 348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00" h="656">
                  <a:moveTo>
                    <a:pt x="600" y="348"/>
                  </a:moveTo>
                  <a:cubicBezTo>
                    <a:pt x="534" y="338"/>
                    <a:pt x="487" y="336"/>
                    <a:pt x="486" y="336"/>
                  </a:cubicBezTo>
                  <a:cubicBezTo>
                    <a:pt x="477" y="336"/>
                    <a:pt x="469" y="329"/>
                    <a:pt x="468" y="320"/>
                  </a:cubicBezTo>
                  <a:cubicBezTo>
                    <a:pt x="418" y="0"/>
                    <a:pt x="418" y="0"/>
                    <a:pt x="418" y="0"/>
                  </a:cubicBezTo>
                  <a:cubicBezTo>
                    <a:pt x="388" y="31"/>
                    <a:pt x="354" y="59"/>
                    <a:pt x="316" y="82"/>
                  </a:cubicBezTo>
                  <a:cubicBezTo>
                    <a:pt x="266" y="114"/>
                    <a:pt x="186" y="150"/>
                    <a:pt x="102" y="164"/>
                  </a:cubicBezTo>
                  <a:cubicBezTo>
                    <a:pt x="102" y="318"/>
                    <a:pt x="102" y="318"/>
                    <a:pt x="102" y="318"/>
                  </a:cubicBezTo>
                  <a:cubicBezTo>
                    <a:pt x="102" y="323"/>
                    <a:pt x="100" y="328"/>
                    <a:pt x="96" y="331"/>
                  </a:cubicBezTo>
                  <a:cubicBezTo>
                    <a:pt x="92" y="335"/>
                    <a:pt x="87" y="336"/>
                    <a:pt x="82" y="336"/>
                  </a:cubicBezTo>
                  <a:cubicBezTo>
                    <a:pt x="60" y="335"/>
                    <a:pt x="32" y="335"/>
                    <a:pt x="0" y="337"/>
                  </a:cubicBezTo>
                  <a:cubicBezTo>
                    <a:pt x="114" y="656"/>
                    <a:pt x="114" y="656"/>
                    <a:pt x="114" y="656"/>
                  </a:cubicBezTo>
                  <a:lnTo>
                    <a:pt x="600" y="348"/>
                  </a:ln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2" name="Freeform 75"/>
            <p:cNvSpPr/>
            <p:nvPr/>
          </p:nvSpPr>
          <p:spPr bwMode="auto">
            <a:xfrm>
              <a:off x="10653377" y="3093876"/>
              <a:ext cx="104856" cy="58027"/>
            </a:xfrm>
            <a:custGeom>
              <a:avLst/>
              <a:gdLst>
                <a:gd name="T0" fmla="*/ 126 w 221"/>
                <a:gd name="T1" fmla="*/ 110 h 123"/>
                <a:gd name="T2" fmla="*/ 221 w 221"/>
                <a:gd name="T3" fmla="*/ 0 h 123"/>
                <a:gd name="T4" fmla="*/ 0 w 221"/>
                <a:gd name="T5" fmla="*/ 24 h 123"/>
                <a:gd name="T6" fmla="*/ 126 w 221"/>
                <a:gd name="T7" fmla="*/ 11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" h="123">
                  <a:moveTo>
                    <a:pt x="126" y="110"/>
                  </a:moveTo>
                  <a:cubicBezTo>
                    <a:pt x="200" y="96"/>
                    <a:pt x="217" y="33"/>
                    <a:pt x="221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5" y="59"/>
                    <a:pt x="52" y="123"/>
                    <a:pt x="126" y="110"/>
                  </a:cubicBezTo>
                  <a:close/>
                </a:path>
              </a:pathLst>
            </a:custGeom>
            <a:solidFill>
              <a:srgbClr val="FF8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3" name="Freeform 76"/>
            <p:cNvSpPr>
              <a:spLocks noEditPoints="1"/>
            </p:cNvSpPr>
            <p:nvPr/>
          </p:nvSpPr>
          <p:spPr bwMode="auto">
            <a:xfrm>
              <a:off x="10551575" y="2841408"/>
              <a:ext cx="406188" cy="407206"/>
            </a:xfrm>
            <a:custGeom>
              <a:avLst/>
              <a:gdLst>
                <a:gd name="T0" fmla="*/ 687 w 858"/>
                <a:gd name="T1" fmla="*/ 617 h 860"/>
                <a:gd name="T2" fmla="*/ 698 w 858"/>
                <a:gd name="T3" fmla="*/ 599 h 860"/>
                <a:gd name="T4" fmla="*/ 731 w 858"/>
                <a:gd name="T5" fmla="*/ 556 h 860"/>
                <a:gd name="T6" fmla="*/ 853 w 858"/>
                <a:gd name="T7" fmla="*/ 389 h 860"/>
                <a:gd name="T8" fmla="*/ 829 w 858"/>
                <a:gd name="T9" fmla="*/ 335 h 860"/>
                <a:gd name="T10" fmla="*/ 743 w 858"/>
                <a:gd name="T11" fmla="*/ 315 h 860"/>
                <a:gd name="T12" fmla="*/ 735 w 858"/>
                <a:gd name="T13" fmla="*/ 314 h 860"/>
                <a:gd name="T14" fmla="*/ 442 w 858"/>
                <a:gd name="T15" fmla="*/ 15 h 860"/>
                <a:gd name="T16" fmla="*/ 430 w 858"/>
                <a:gd name="T17" fmla="*/ 14 h 860"/>
                <a:gd name="T18" fmla="*/ 76 w 858"/>
                <a:gd name="T19" fmla="*/ 79 h 860"/>
                <a:gd name="T20" fmla="*/ 19 w 858"/>
                <a:gd name="T21" fmla="*/ 229 h 860"/>
                <a:gd name="T22" fmla="*/ 0 w 858"/>
                <a:gd name="T23" fmla="*/ 229 h 860"/>
                <a:gd name="T24" fmla="*/ 19 w 858"/>
                <a:gd name="T25" fmla="*/ 230 h 860"/>
                <a:gd name="T26" fmla="*/ 17 w 858"/>
                <a:gd name="T27" fmla="*/ 258 h 860"/>
                <a:gd name="T28" fmla="*/ 17 w 858"/>
                <a:gd name="T29" fmla="*/ 285 h 860"/>
                <a:gd name="T30" fmla="*/ 20 w 858"/>
                <a:gd name="T31" fmla="*/ 324 h 860"/>
                <a:gd name="T32" fmla="*/ 139 w 858"/>
                <a:gd name="T33" fmla="*/ 744 h 860"/>
                <a:gd name="T34" fmla="*/ 563 w 858"/>
                <a:gd name="T35" fmla="*/ 727 h 860"/>
                <a:gd name="T36" fmla="*/ 687 w 858"/>
                <a:gd name="T37" fmla="*/ 617 h 860"/>
                <a:gd name="T38" fmla="*/ 402 w 858"/>
                <a:gd name="T39" fmla="*/ 286 h 860"/>
                <a:gd name="T40" fmla="*/ 431 w 858"/>
                <a:gd name="T41" fmla="*/ 324 h 860"/>
                <a:gd name="T42" fmla="*/ 402 w 858"/>
                <a:gd name="T43" fmla="*/ 362 h 860"/>
                <a:gd name="T44" fmla="*/ 372 w 858"/>
                <a:gd name="T45" fmla="*/ 324 h 860"/>
                <a:gd name="T46" fmla="*/ 402 w 858"/>
                <a:gd name="T47" fmla="*/ 286 h 860"/>
                <a:gd name="T48" fmla="*/ 122 w 858"/>
                <a:gd name="T49" fmla="*/ 342 h 860"/>
                <a:gd name="T50" fmla="*/ 92 w 858"/>
                <a:gd name="T51" fmla="*/ 304 h 860"/>
                <a:gd name="T52" fmla="*/ 122 w 858"/>
                <a:gd name="T53" fmla="*/ 266 h 860"/>
                <a:gd name="T54" fmla="*/ 152 w 858"/>
                <a:gd name="T55" fmla="*/ 304 h 860"/>
                <a:gd name="T56" fmla="*/ 122 w 858"/>
                <a:gd name="T57" fmla="*/ 342 h 860"/>
                <a:gd name="T58" fmla="*/ 213 w 858"/>
                <a:gd name="T59" fmla="*/ 357 h 860"/>
                <a:gd name="T60" fmla="*/ 222 w 858"/>
                <a:gd name="T61" fmla="*/ 393 h 860"/>
                <a:gd name="T62" fmla="*/ 206 w 858"/>
                <a:gd name="T63" fmla="*/ 415 h 860"/>
                <a:gd name="T64" fmla="*/ 227 w 858"/>
                <a:gd name="T65" fmla="*/ 434 h 860"/>
                <a:gd name="T66" fmla="*/ 226 w 858"/>
                <a:gd name="T67" fmla="*/ 471 h 860"/>
                <a:gd name="T68" fmla="*/ 169 w 858"/>
                <a:gd name="T69" fmla="*/ 420 h 860"/>
                <a:gd name="T70" fmla="*/ 213 w 858"/>
                <a:gd name="T71" fmla="*/ 357 h 860"/>
                <a:gd name="T72" fmla="*/ 348 w 858"/>
                <a:gd name="T73" fmla="*/ 679 h 860"/>
                <a:gd name="T74" fmla="*/ 321 w 858"/>
                <a:gd name="T75" fmla="*/ 682 h 860"/>
                <a:gd name="T76" fmla="*/ 171 w 858"/>
                <a:gd name="T77" fmla="*/ 546 h 860"/>
                <a:gd name="T78" fmla="*/ 174 w 858"/>
                <a:gd name="T79" fmla="*/ 531 h 860"/>
                <a:gd name="T80" fmla="*/ 187 w 858"/>
                <a:gd name="T81" fmla="*/ 523 h 860"/>
                <a:gd name="T82" fmla="*/ 454 w 858"/>
                <a:gd name="T83" fmla="*/ 494 h 860"/>
                <a:gd name="T84" fmla="*/ 468 w 858"/>
                <a:gd name="T85" fmla="*/ 498 h 860"/>
                <a:gd name="T86" fmla="*/ 475 w 858"/>
                <a:gd name="T87" fmla="*/ 511 h 860"/>
                <a:gd name="T88" fmla="*/ 348 w 858"/>
                <a:gd name="T89" fmla="*/ 679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58" h="860">
                  <a:moveTo>
                    <a:pt x="687" y="617"/>
                  </a:moveTo>
                  <a:cubicBezTo>
                    <a:pt x="690" y="613"/>
                    <a:pt x="693" y="607"/>
                    <a:pt x="698" y="599"/>
                  </a:cubicBezTo>
                  <a:cubicBezTo>
                    <a:pt x="710" y="578"/>
                    <a:pt x="719" y="563"/>
                    <a:pt x="731" y="556"/>
                  </a:cubicBezTo>
                  <a:cubicBezTo>
                    <a:pt x="732" y="556"/>
                    <a:pt x="858" y="485"/>
                    <a:pt x="853" y="389"/>
                  </a:cubicBezTo>
                  <a:cubicBezTo>
                    <a:pt x="852" y="365"/>
                    <a:pt x="844" y="347"/>
                    <a:pt x="829" y="335"/>
                  </a:cubicBezTo>
                  <a:cubicBezTo>
                    <a:pt x="797" y="308"/>
                    <a:pt x="743" y="315"/>
                    <a:pt x="743" y="315"/>
                  </a:cubicBezTo>
                  <a:cubicBezTo>
                    <a:pt x="735" y="314"/>
                    <a:pt x="735" y="314"/>
                    <a:pt x="735" y="314"/>
                  </a:cubicBezTo>
                  <a:cubicBezTo>
                    <a:pt x="496" y="246"/>
                    <a:pt x="446" y="34"/>
                    <a:pt x="442" y="15"/>
                  </a:cubicBezTo>
                  <a:cubicBezTo>
                    <a:pt x="438" y="14"/>
                    <a:pt x="434" y="14"/>
                    <a:pt x="430" y="14"/>
                  </a:cubicBezTo>
                  <a:cubicBezTo>
                    <a:pt x="255" y="0"/>
                    <a:pt x="139" y="21"/>
                    <a:pt x="76" y="79"/>
                  </a:cubicBezTo>
                  <a:cubicBezTo>
                    <a:pt x="38" y="114"/>
                    <a:pt x="19" y="163"/>
                    <a:pt x="19" y="229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19" y="230"/>
                    <a:pt x="19" y="230"/>
                    <a:pt x="19" y="230"/>
                  </a:cubicBezTo>
                  <a:cubicBezTo>
                    <a:pt x="17" y="258"/>
                    <a:pt x="17" y="258"/>
                    <a:pt x="17" y="258"/>
                  </a:cubicBezTo>
                  <a:cubicBezTo>
                    <a:pt x="16" y="275"/>
                    <a:pt x="16" y="275"/>
                    <a:pt x="17" y="285"/>
                  </a:cubicBezTo>
                  <a:cubicBezTo>
                    <a:pt x="17" y="291"/>
                    <a:pt x="18" y="302"/>
                    <a:pt x="20" y="324"/>
                  </a:cubicBezTo>
                  <a:cubicBezTo>
                    <a:pt x="29" y="474"/>
                    <a:pt x="46" y="643"/>
                    <a:pt x="139" y="744"/>
                  </a:cubicBezTo>
                  <a:cubicBezTo>
                    <a:pt x="246" y="860"/>
                    <a:pt x="451" y="797"/>
                    <a:pt x="563" y="727"/>
                  </a:cubicBezTo>
                  <a:cubicBezTo>
                    <a:pt x="610" y="697"/>
                    <a:pt x="652" y="660"/>
                    <a:pt x="687" y="617"/>
                  </a:cubicBezTo>
                  <a:close/>
                  <a:moveTo>
                    <a:pt x="402" y="286"/>
                  </a:moveTo>
                  <a:cubicBezTo>
                    <a:pt x="418" y="286"/>
                    <a:pt x="431" y="303"/>
                    <a:pt x="431" y="324"/>
                  </a:cubicBezTo>
                  <a:cubicBezTo>
                    <a:pt x="431" y="345"/>
                    <a:pt x="418" y="362"/>
                    <a:pt x="402" y="362"/>
                  </a:cubicBezTo>
                  <a:cubicBezTo>
                    <a:pt x="385" y="362"/>
                    <a:pt x="372" y="345"/>
                    <a:pt x="372" y="324"/>
                  </a:cubicBezTo>
                  <a:cubicBezTo>
                    <a:pt x="372" y="303"/>
                    <a:pt x="385" y="286"/>
                    <a:pt x="402" y="286"/>
                  </a:cubicBezTo>
                  <a:close/>
                  <a:moveTo>
                    <a:pt x="122" y="342"/>
                  </a:moveTo>
                  <a:cubicBezTo>
                    <a:pt x="105" y="342"/>
                    <a:pt x="92" y="325"/>
                    <a:pt x="92" y="304"/>
                  </a:cubicBezTo>
                  <a:cubicBezTo>
                    <a:pt x="92" y="283"/>
                    <a:pt x="105" y="266"/>
                    <a:pt x="122" y="266"/>
                  </a:cubicBezTo>
                  <a:cubicBezTo>
                    <a:pt x="138" y="266"/>
                    <a:pt x="152" y="283"/>
                    <a:pt x="152" y="304"/>
                  </a:cubicBezTo>
                  <a:cubicBezTo>
                    <a:pt x="152" y="325"/>
                    <a:pt x="138" y="342"/>
                    <a:pt x="122" y="342"/>
                  </a:cubicBezTo>
                  <a:close/>
                  <a:moveTo>
                    <a:pt x="213" y="357"/>
                  </a:moveTo>
                  <a:cubicBezTo>
                    <a:pt x="222" y="393"/>
                    <a:pt x="222" y="393"/>
                    <a:pt x="222" y="393"/>
                  </a:cubicBezTo>
                  <a:cubicBezTo>
                    <a:pt x="212" y="395"/>
                    <a:pt x="205" y="406"/>
                    <a:pt x="206" y="415"/>
                  </a:cubicBezTo>
                  <a:cubicBezTo>
                    <a:pt x="207" y="425"/>
                    <a:pt x="217" y="434"/>
                    <a:pt x="227" y="434"/>
                  </a:cubicBezTo>
                  <a:cubicBezTo>
                    <a:pt x="226" y="471"/>
                    <a:pt x="226" y="471"/>
                    <a:pt x="226" y="471"/>
                  </a:cubicBezTo>
                  <a:cubicBezTo>
                    <a:pt x="198" y="471"/>
                    <a:pt x="172" y="448"/>
                    <a:pt x="169" y="420"/>
                  </a:cubicBezTo>
                  <a:cubicBezTo>
                    <a:pt x="166" y="392"/>
                    <a:pt x="185" y="363"/>
                    <a:pt x="213" y="357"/>
                  </a:cubicBezTo>
                  <a:close/>
                  <a:moveTo>
                    <a:pt x="348" y="679"/>
                  </a:moveTo>
                  <a:cubicBezTo>
                    <a:pt x="338" y="681"/>
                    <a:pt x="330" y="682"/>
                    <a:pt x="321" y="682"/>
                  </a:cubicBezTo>
                  <a:cubicBezTo>
                    <a:pt x="233" y="682"/>
                    <a:pt x="185" y="596"/>
                    <a:pt x="171" y="546"/>
                  </a:cubicBezTo>
                  <a:cubicBezTo>
                    <a:pt x="170" y="541"/>
                    <a:pt x="171" y="535"/>
                    <a:pt x="174" y="531"/>
                  </a:cubicBezTo>
                  <a:cubicBezTo>
                    <a:pt x="177" y="526"/>
                    <a:pt x="182" y="523"/>
                    <a:pt x="187" y="523"/>
                  </a:cubicBezTo>
                  <a:cubicBezTo>
                    <a:pt x="454" y="494"/>
                    <a:pt x="454" y="494"/>
                    <a:pt x="454" y="494"/>
                  </a:cubicBezTo>
                  <a:cubicBezTo>
                    <a:pt x="459" y="493"/>
                    <a:pt x="464" y="495"/>
                    <a:pt x="468" y="498"/>
                  </a:cubicBezTo>
                  <a:cubicBezTo>
                    <a:pt x="472" y="501"/>
                    <a:pt x="475" y="506"/>
                    <a:pt x="475" y="511"/>
                  </a:cubicBezTo>
                  <a:cubicBezTo>
                    <a:pt x="476" y="561"/>
                    <a:pt x="452" y="660"/>
                    <a:pt x="348" y="679"/>
                  </a:cubicBez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4" name="Freeform 77"/>
            <p:cNvSpPr/>
            <p:nvPr/>
          </p:nvSpPr>
          <p:spPr bwMode="auto">
            <a:xfrm>
              <a:off x="10417197" y="5344709"/>
              <a:ext cx="306423" cy="560927"/>
            </a:xfrm>
            <a:custGeom>
              <a:avLst/>
              <a:gdLst>
                <a:gd name="T0" fmla="*/ 214 w 648"/>
                <a:gd name="T1" fmla="*/ 937 h 1184"/>
                <a:gd name="T2" fmla="*/ 209 w 648"/>
                <a:gd name="T3" fmla="*/ 948 h 1184"/>
                <a:gd name="T4" fmla="*/ 0 w 648"/>
                <a:gd name="T5" fmla="*/ 1184 h 1184"/>
                <a:gd name="T6" fmla="*/ 72 w 648"/>
                <a:gd name="T7" fmla="*/ 1184 h 1184"/>
                <a:gd name="T8" fmla="*/ 404 w 648"/>
                <a:gd name="T9" fmla="*/ 924 h 1184"/>
                <a:gd name="T10" fmla="*/ 648 w 648"/>
                <a:gd name="T11" fmla="*/ 0 h 1184"/>
                <a:gd name="T12" fmla="*/ 297 w 648"/>
                <a:gd name="T13" fmla="*/ 0 h 1184"/>
                <a:gd name="T14" fmla="*/ 214 w 648"/>
                <a:gd name="T15" fmla="*/ 937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8" h="1184">
                  <a:moveTo>
                    <a:pt x="214" y="937"/>
                  </a:moveTo>
                  <a:cubicBezTo>
                    <a:pt x="214" y="941"/>
                    <a:pt x="212" y="945"/>
                    <a:pt x="209" y="948"/>
                  </a:cubicBezTo>
                  <a:cubicBezTo>
                    <a:pt x="0" y="1184"/>
                    <a:pt x="0" y="1184"/>
                    <a:pt x="0" y="1184"/>
                  </a:cubicBezTo>
                  <a:cubicBezTo>
                    <a:pt x="72" y="1184"/>
                    <a:pt x="72" y="1184"/>
                    <a:pt x="72" y="1184"/>
                  </a:cubicBezTo>
                  <a:cubicBezTo>
                    <a:pt x="404" y="924"/>
                    <a:pt x="404" y="924"/>
                    <a:pt x="404" y="924"/>
                  </a:cubicBezTo>
                  <a:cubicBezTo>
                    <a:pt x="648" y="0"/>
                    <a:pt x="648" y="0"/>
                    <a:pt x="648" y="0"/>
                  </a:cubicBezTo>
                  <a:cubicBezTo>
                    <a:pt x="297" y="0"/>
                    <a:pt x="297" y="0"/>
                    <a:pt x="297" y="0"/>
                  </a:cubicBezTo>
                  <a:lnTo>
                    <a:pt x="214" y="937"/>
                  </a:ln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5" name="Freeform 78"/>
            <p:cNvSpPr/>
            <p:nvPr/>
          </p:nvSpPr>
          <p:spPr bwMode="auto">
            <a:xfrm>
              <a:off x="10752124" y="4025360"/>
              <a:ext cx="346125" cy="101802"/>
            </a:xfrm>
            <a:custGeom>
              <a:avLst/>
              <a:gdLst>
                <a:gd name="T0" fmla="*/ 245 w 731"/>
                <a:gd name="T1" fmla="*/ 92 h 215"/>
                <a:gd name="T2" fmla="*/ 242 w 731"/>
                <a:gd name="T3" fmla="*/ 92 h 215"/>
                <a:gd name="T4" fmla="*/ 224 w 731"/>
                <a:gd name="T5" fmla="*/ 78 h 215"/>
                <a:gd name="T6" fmla="*/ 203 w 731"/>
                <a:gd name="T7" fmla="*/ 0 h 215"/>
                <a:gd name="T8" fmla="*/ 127 w 731"/>
                <a:gd name="T9" fmla="*/ 10 h 215"/>
                <a:gd name="T10" fmla="*/ 0 w 731"/>
                <a:gd name="T11" fmla="*/ 56 h 215"/>
                <a:gd name="T12" fmla="*/ 29 w 731"/>
                <a:gd name="T13" fmla="*/ 215 h 215"/>
                <a:gd name="T14" fmla="*/ 731 w 731"/>
                <a:gd name="T15" fmla="*/ 87 h 215"/>
                <a:gd name="T16" fmla="*/ 719 w 731"/>
                <a:gd name="T17" fmla="*/ 24 h 215"/>
                <a:gd name="T18" fmla="*/ 245 w 731"/>
                <a:gd name="T19" fmla="*/ 92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1" h="215">
                  <a:moveTo>
                    <a:pt x="245" y="92"/>
                  </a:moveTo>
                  <a:cubicBezTo>
                    <a:pt x="244" y="92"/>
                    <a:pt x="243" y="92"/>
                    <a:pt x="242" y="92"/>
                  </a:cubicBezTo>
                  <a:cubicBezTo>
                    <a:pt x="234" y="92"/>
                    <a:pt x="226" y="86"/>
                    <a:pt x="224" y="78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27" y="10"/>
                    <a:pt x="127" y="10"/>
                    <a:pt x="127" y="10"/>
                  </a:cubicBezTo>
                  <a:cubicBezTo>
                    <a:pt x="86" y="28"/>
                    <a:pt x="43" y="44"/>
                    <a:pt x="0" y="56"/>
                  </a:cubicBezTo>
                  <a:cubicBezTo>
                    <a:pt x="29" y="215"/>
                    <a:pt x="29" y="215"/>
                    <a:pt x="29" y="215"/>
                  </a:cubicBezTo>
                  <a:cubicBezTo>
                    <a:pt x="731" y="87"/>
                    <a:pt x="731" y="87"/>
                    <a:pt x="731" y="87"/>
                  </a:cubicBezTo>
                  <a:cubicBezTo>
                    <a:pt x="719" y="24"/>
                    <a:pt x="719" y="24"/>
                    <a:pt x="719" y="24"/>
                  </a:cubicBezTo>
                  <a:lnTo>
                    <a:pt x="245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6" name="Freeform 79"/>
            <p:cNvSpPr/>
            <p:nvPr/>
          </p:nvSpPr>
          <p:spPr bwMode="auto">
            <a:xfrm>
              <a:off x="9999811" y="3229272"/>
              <a:ext cx="1287790" cy="823575"/>
            </a:xfrm>
            <a:custGeom>
              <a:avLst/>
              <a:gdLst>
                <a:gd name="T0" fmla="*/ 2698 w 2719"/>
                <a:gd name="T1" fmla="*/ 1332 h 1739"/>
                <a:gd name="T2" fmla="*/ 2464 w 2719"/>
                <a:gd name="T3" fmla="*/ 432 h 1739"/>
                <a:gd name="T4" fmla="*/ 2088 w 2719"/>
                <a:gd name="T5" fmla="*/ 213 h 1739"/>
                <a:gd name="T6" fmla="*/ 1548 w 2719"/>
                <a:gd name="T7" fmla="*/ 556 h 1739"/>
                <a:gd name="T8" fmla="*/ 1538 w 2719"/>
                <a:gd name="T9" fmla="*/ 559 h 1739"/>
                <a:gd name="T10" fmla="*/ 1532 w 2719"/>
                <a:gd name="T11" fmla="*/ 558 h 1739"/>
                <a:gd name="T12" fmla="*/ 1520 w 2719"/>
                <a:gd name="T13" fmla="*/ 546 h 1739"/>
                <a:gd name="T14" fmla="*/ 1395 w 2719"/>
                <a:gd name="T15" fmla="*/ 195 h 1739"/>
                <a:gd name="T16" fmla="*/ 1002 w 2719"/>
                <a:gd name="T17" fmla="*/ 283 h 1739"/>
                <a:gd name="T18" fmla="*/ 606 w 2719"/>
                <a:gd name="T19" fmla="*/ 480 h 1739"/>
                <a:gd name="T20" fmla="*/ 660 w 2719"/>
                <a:gd name="T21" fmla="*/ 565 h 1739"/>
                <a:gd name="T22" fmla="*/ 628 w 2719"/>
                <a:gd name="T23" fmla="*/ 585 h 1739"/>
                <a:gd name="T24" fmla="*/ 262 w 2719"/>
                <a:gd name="T25" fmla="*/ 0 h 1739"/>
                <a:gd name="T26" fmla="*/ 0 w 2719"/>
                <a:gd name="T27" fmla="*/ 149 h 1739"/>
                <a:gd name="T28" fmla="*/ 275 w 2719"/>
                <a:gd name="T29" fmla="*/ 837 h 1739"/>
                <a:gd name="T30" fmla="*/ 558 w 2719"/>
                <a:gd name="T31" fmla="*/ 971 h 1739"/>
                <a:gd name="T32" fmla="*/ 1040 w 2719"/>
                <a:gd name="T33" fmla="*/ 817 h 1739"/>
                <a:gd name="T34" fmla="*/ 1090 w 2719"/>
                <a:gd name="T35" fmla="*/ 617 h 1739"/>
                <a:gd name="T36" fmla="*/ 1154 w 2719"/>
                <a:gd name="T37" fmla="*/ 469 h 1739"/>
                <a:gd name="T38" fmla="*/ 1189 w 2719"/>
                <a:gd name="T39" fmla="*/ 484 h 1739"/>
                <a:gd name="T40" fmla="*/ 1125 w 2719"/>
                <a:gd name="T41" fmla="*/ 632 h 1739"/>
                <a:gd name="T42" fmla="*/ 1087 w 2719"/>
                <a:gd name="T43" fmla="*/ 997 h 1739"/>
                <a:gd name="T44" fmla="*/ 1239 w 2719"/>
                <a:gd name="T45" fmla="*/ 1739 h 1739"/>
                <a:gd name="T46" fmla="*/ 1542 w 2719"/>
                <a:gd name="T47" fmla="*/ 1739 h 1739"/>
                <a:gd name="T48" fmla="*/ 1500 w 2719"/>
                <a:gd name="T49" fmla="*/ 1724 h 1739"/>
                <a:gd name="T50" fmla="*/ 1449 w 2719"/>
                <a:gd name="T51" fmla="*/ 1651 h 1739"/>
                <a:gd name="T52" fmla="*/ 1429 w 2719"/>
                <a:gd name="T53" fmla="*/ 1555 h 1739"/>
                <a:gd name="T54" fmla="*/ 1468 w 2719"/>
                <a:gd name="T55" fmla="*/ 1446 h 1739"/>
                <a:gd name="T56" fmla="*/ 1478 w 2719"/>
                <a:gd name="T57" fmla="*/ 1380 h 1739"/>
                <a:gd name="T58" fmla="*/ 1484 w 2719"/>
                <a:gd name="T59" fmla="*/ 1371 h 1739"/>
                <a:gd name="T60" fmla="*/ 1389 w 2719"/>
                <a:gd name="T61" fmla="*/ 850 h 1739"/>
                <a:gd name="T62" fmla="*/ 1392 w 2719"/>
                <a:gd name="T63" fmla="*/ 836 h 1739"/>
                <a:gd name="T64" fmla="*/ 1404 w 2719"/>
                <a:gd name="T65" fmla="*/ 828 h 1739"/>
                <a:gd name="T66" fmla="*/ 2143 w 2719"/>
                <a:gd name="T67" fmla="*/ 693 h 1739"/>
                <a:gd name="T68" fmla="*/ 2164 w 2719"/>
                <a:gd name="T69" fmla="*/ 708 h 1739"/>
                <a:gd name="T70" fmla="*/ 2263 w 2719"/>
                <a:gd name="T71" fmla="*/ 1246 h 1739"/>
                <a:gd name="T72" fmla="*/ 2279 w 2719"/>
                <a:gd name="T73" fmla="*/ 1243 h 1739"/>
                <a:gd name="T74" fmla="*/ 2322 w 2719"/>
                <a:gd name="T75" fmla="*/ 550 h 1739"/>
                <a:gd name="T76" fmla="*/ 2359 w 2719"/>
                <a:gd name="T77" fmla="*/ 552 h 1739"/>
                <a:gd name="T78" fmla="*/ 2317 w 2719"/>
                <a:gd name="T79" fmla="*/ 1234 h 1739"/>
                <a:gd name="T80" fmla="*/ 2453 w 2719"/>
                <a:gd name="T81" fmla="*/ 1202 h 1739"/>
                <a:gd name="T82" fmla="*/ 2462 w 2719"/>
                <a:gd name="T83" fmla="*/ 1238 h 1739"/>
                <a:gd name="T84" fmla="*/ 1756 w 2719"/>
                <a:gd name="T85" fmla="*/ 1404 h 1739"/>
                <a:gd name="T86" fmla="*/ 1845 w 2719"/>
                <a:gd name="T87" fmla="*/ 1732 h 1739"/>
                <a:gd name="T88" fmla="*/ 2463 w 2719"/>
                <a:gd name="T89" fmla="*/ 1644 h 1739"/>
                <a:gd name="T90" fmla="*/ 2698 w 2719"/>
                <a:gd name="T91" fmla="*/ 1332 h 1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19" h="1739">
                  <a:moveTo>
                    <a:pt x="2698" y="1332"/>
                  </a:moveTo>
                  <a:cubicBezTo>
                    <a:pt x="2658" y="1043"/>
                    <a:pt x="2529" y="586"/>
                    <a:pt x="2464" y="432"/>
                  </a:cubicBezTo>
                  <a:cubicBezTo>
                    <a:pt x="2409" y="300"/>
                    <a:pt x="2227" y="240"/>
                    <a:pt x="2088" y="213"/>
                  </a:cubicBezTo>
                  <a:cubicBezTo>
                    <a:pt x="1548" y="556"/>
                    <a:pt x="1548" y="556"/>
                    <a:pt x="1548" y="556"/>
                  </a:cubicBezTo>
                  <a:cubicBezTo>
                    <a:pt x="1545" y="558"/>
                    <a:pt x="1541" y="559"/>
                    <a:pt x="1538" y="559"/>
                  </a:cubicBezTo>
                  <a:cubicBezTo>
                    <a:pt x="1536" y="559"/>
                    <a:pt x="1534" y="558"/>
                    <a:pt x="1532" y="558"/>
                  </a:cubicBezTo>
                  <a:cubicBezTo>
                    <a:pt x="1526" y="556"/>
                    <a:pt x="1522" y="552"/>
                    <a:pt x="1520" y="546"/>
                  </a:cubicBezTo>
                  <a:cubicBezTo>
                    <a:pt x="1395" y="195"/>
                    <a:pt x="1395" y="195"/>
                    <a:pt x="1395" y="195"/>
                  </a:cubicBezTo>
                  <a:cubicBezTo>
                    <a:pt x="1276" y="203"/>
                    <a:pt x="1122" y="229"/>
                    <a:pt x="1002" y="283"/>
                  </a:cubicBezTo>
                  <a:cubicBezTo>
                    <a:pt x="799" y="375"/>
                    <a:pt x="656" y="452"/>
                    <a:pt x="606" y="480"/>
                  </a:cubicBezTo>
                  <a:cubicBezTo>
                    <a:pt x="660" y="565"/>
                    <a:pt x="660" y="565"/>
                    <a:pt x="660" y="565"/>
                  </a:cubicBezTo>
                  <a:cubicBezTo>
                    <a:pt x="628" y="585"/>
                    <a:pt x="628" y="585"/>
                    <a:pt x="628" y="585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75" y="837"/>
                    <a:pt x="275" y="837"/>
                    <a:pt x="275" y="837"/>
                  </a:cubicBezTo>
                  <a:cubicBezTo>
                    <a:pt x="320" y="949"/>
                    <a:pt x="444" y="1007"/>
                    <a:pt x="558" y="971"/>
                  </a:cubicBezTo>
                  <a:cubicBezTo>
                    <a:pt x="1040" y="817"/>
                    <a:pt x="1040" y="817"/>
                    <a:pt x="1040" y="817"/>
                  </a:cubicBezTo>
                  <a:cubicBezTo>
                    <a:pt x="1046" y="748"/>
                    <a:pt x="1062" y="681"/>
                    <a:pt x="1090" y="617"/>
                  </a:cubicBezTo>
                  <a:cubicBezTo>
                    <a:pt x="1154" y="469"/>
                    <a:pt x="1154" y="469"/>
                    <a:pt x="1154" y="469"/>
                  </a:cubicBezTo>
                  <a:cubicBezTo>
                    <a:pt x="1189" y="484"/>
                    <a:pt x="1189" y="484"/>
                    <a:pt x="1189" y="484"/>
                  </a:cubicBezTo>
                  <a:cubicBezTo>
                    <a:pt x="1125" y="632"/>
                    <a:pt x="1125" y="632"/>
                    <a:pt x="1125" y="632"/>
                  </a:cubicBezTo>
                  <a:cubicBezTo>
                    <a:pt x="1074" y="747"/>
                    <a:pt x="1061" y="873"/>
                    <a:pt x="1087" y="997"/>
                  </a:cubicBezTo>
                  <a:cubicBezTo>
                    <a:pt x="1239" y="1739"/>
                    <a:pt x="1239" y="1739"/>
                    <a:pt x="1239" y="1739"/>
                  </a:cubicBezTo>
                  <a:cubicBezTo>
                    <a:pt x="1542" y="1739"/>
                    <a:pt x="1542" y="1739"/>
                    <a:pt x="1542" y="1739"/>
                  </a:cubicBezTo>
                  <a:cubicBezTo>
                    <a:pt x="1527" y="1737"/>
                    <a:pt x="1513" y="1732"/>
                    <a:pt x="1500" y="1724"/>
                  </a:cubicBezTo>
                  <a:cubicBezTo>
                    <a:pt x="1473" y="1708"/>
                    <a:pt x="1455" y="1682"/>
                    <a:pt x="1449" y="1651"/>
                  </a:cubicBezTo>
                  <a:cubicBezTo>
                    <a:pt x="1429" y="1555"/>
                    <a:pt x="1429" y="1555"/>
                    <a:pt x="1429" y="1555"/>
                  </a:cubicBezTo>
                  <a:cubicBezTo>
                    <a:pt x="1421" y="1513"/>
                    <a:pt x="1437" y="1472"/>
                    <a:pt x="1468" y="1446"/>
                  </a:cubicBezTo>
                  <a:cubicBezTo>
                    <a:pt x="1466" y="1430"/>
                    <a:pt x="1465" y="1404"/>
                    <a:pt x="1478" y="1380"/>
                  </a:cubicBezTo>
                  <a:cubicBezTo>
                    <a:pt x="1479" y="1377"/>
                    <a:pt x="1482" y="1374"/>
                    <a:pt x="1484" y="1371"/>
                  </a:cubicBezTo>
                  <a:cubicBezTo>
                    <a:pt x="1389" y="850"/>
                    <a:pt x="1389" y="850"/>
                    <a:pt x="1389" y="850"/>
                  </a:cubicBezTo>
                  <a:cubicBezTo>
                    <a:pt x="1388" y="845"/>
                    <a:pt x="1389" y="840"/>
                    <a:pt x="1392" y="836"/>
                  </a:cubicBezTo>
                  <a:cubicBezTo>
                    <a:pt x="1395" y="832"/>
                    <a:pt x="1399" y="829"/>
                    <a:pt x="1404" y="828"/>
                  </a:cubicBezTo>
                  <a:cubicBezTo>
                    <a:pt x="2143" y="693"/>
                    <a:pt x="2143" y="693"/>
                    <a:pt x="2143" y="693"/>
                  </a:cubicBezTo>
                  <a:cubicBezTo>
                    <a:pt x="2152" y="691"/>
                    <a:pt x="2162" y="698"/>
                    <a:pt x="2164" y="708"/>
                  </a:cubicBezTo>
                  <a:cubicBezTo>
                    <a:pt x="2263" y="1246"/>
                    <a:pt x="2263" y="1246"/>
                    <a:pt x="2263" y="1246"/>
                  </a:cubicBezTo>
                  <a:cubicBezTo>
                    <a:pt x="2279" y="1243"/>
                    <a:pt x="2279" y="1243"/>
                    <a:pt x="2279" y="1243"/>
                  </a:cubicBezTo>
                  <a:cubicBezTo>
                    <a:pt x="2322" y="550"/>
                    <a:pt x="2322" y="550"/>
                    <a:pt x="2322" y="550"/>
                  </a:cubicBezTo>
                  <a:cubicBezTo>
                    <a:pt x="2359" y="552"/>
                    <a:pt x="2359" y="552"/>
                    <a:pt x="2359" y="552"/>
                  </a:cubicBezTo>
                  <a:cubicBezTo>
                    <a:pt x="2317" y="1234"/>
                    <a:pt x="2317" y="1234"/>
                    <a:pt x="2317" y="1234"/>
                  </a:cubicBezTo>
                  <a:cubicBezTo>
                    <a:pt x="2453" y="1202"/>
                    <a:pt x="2453" y="1202"/>
                    <a:pt x="2453" y="1202"/>
                  </a:cubicBezTo>
                  <a:cubicBezTo>
                    <a:pt x="2462" y="1238"/>
                    <a:pt x="2462" y="1238"/>
                    <a:pt x="2462" y="1238"/>
                  </a:cubicBezTo>
                  <a:cubicBezTo>
                    <a:pt x="1756" y="1404"/>
                    <a:pt x="1756" y="1404"/>
                    <a:pt x="1756" y="1404"/>
                  </a:cubicBezTo>
                  <a:cubicBezTo>
                    <a:pt x="1845" y="1732"/>
                    <a:pt x="1845" y="1732"/>
                    <a:pt x="1845" y="1732"/>
                  </a:cubicBezTo>
                  <a:cubicBezTo>
                    <a:pt x="2463" y="1644"/>
                    <a:pt x="2463" y="1644"/>
                    <a:pt x="2463" y="1644"/>
                  </a:cubicBezTo>
                  <a:cubicBezTo>
                    <a:pt x="2613" y="1622"/>
                    <a:pt x="2719" y="1482"/>
                    <a:pt x="2698" y="1332"/>
                  </a:cubicBezTo>
                  <a:close/>
                </a:path>
              </a:pathLst>
            </a:custGeom>
            <a:solidFill>
              <a:srgbClr val="C3DF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7" name="Freeform 80"/>
            <p:cNvSpPr/>
            <p:nvPr/>
          </p:nvSpPr>
          <p:spPr bwMode="auto">
            <a:xfrm>
              <a:off x="10489476" y="2702958"/>
              <a:ext cx="686143" cy="685125"/>
            </a:xfrm>
            <a:custGeom>
              <a:avLst/>
              <a:gdLst>
                <a:gd name="T0" fmla="*/ 113 w 1451"/>
                <a:gd name="T1" fmla="*/ 580 h 1447"/>
                <a:gd name="T2" fmla="*/ 113 w 1451"/>
                <a:gd name="T3" fmla="*/ 548 h 1447"/>
                <a:gd name="T4" fmla="*/ 115 w 1451"/>
                <a:gd name="T5" fmla="*/ 520 h 1447"/>
                <a:gd name="T6" fmla="*/ 115 w 1451"/>
                <a:gd name="T7" fmla="*/ 520 h 1447"/>
                <a:gd name="T8" fmla="*/ 184 w 1451"/>
                <a:gd name="T9" fmla="*/ 344 h 1447"/>
                <a:gd name="T10" fmla="*/ 566 w 1451"/>
                <a:gd name="T11" fmla="*/ 269 h 1447"/>
                <a:gd name="T12" fmla="*/ 840 w 1451"/>
                <a:gd name="T13" fmla="*/ 192 h 1447"/>
                <a:gd name="T14" fmla="*/ 877 w 1451"/>
                <a:gd name="T15" fmla="*/ 196 h 1447"/>
                <a:gd name="T16" fmla="*/ 840 w 1451"/>
                <a:gd name="T17" fmla="*/ 256 h 1447"/>
                <a:gd name="T18" fmla="*/ 614 w 1451"/>
                <a:gd name="T19" fmla="*/ 309 h 1447"/>
                <a:gd name="T20" fmla="*/ 875 w 1451"/>
                <a:gd name="T21" fmla="*/ 569 h 1447"/>
                <a:gd name="T22" fmla="*/ 986 w 1451"/>
                <a:gd name="T23" fmla="*/ 598 h 1447"/>
                <a:gd name="T24" fmla="*/ 1024 w 1451"/>
                <a:gd name="T25" fmla="*/ 679 h 1447"/>
                <a:gd name="T26" fmla="*/ 881 w 1451"/>
                <a:gd name="T27" fmla="*/ 881 h 1447"/>
                <a:gd name="T28" fmla="*/ 863 w 1451"/>
                <a:gd name="T29" fmla="*/ 910 h 1447"/>
                <a:gd name="T30" fmla="*/ 850 w 1451"/>
                <a:gd name="T31" fmla="*/ 931 h 1447"/>
                <a:gd name="T32" fmla="*/ 902 w 1451"/>
                <a:gd name="T33" fmla="*/ 1268 h 1447"/>
                <a:gd name="T34" fmla="*/ 1410 w 1451"/>
                <a:gd name="T35" fmla="*/ 1447 h 1447"/>
                <a:gd name="T36" fmla="*/ 1426 w 1451"/>
                <a:gd name="T37" fmla="*/ 1274 h 1447"/>
                <a:gd name="T38" fmla="*/ 1303 w 1451"/>
                <a:gd name="T39" fmla="*/ 1177 h 1447"/>
                <a:gd name="T40" fmla="*/ 1096 w 1451"/>
                <a:gd name="T41" fmla="*/ 777 h 1447"/>
                <a:gd name="T42" fmla="*/ 1096 w 1451"/>
                <a:gd name="T43" fmla="*/ 580 h 1447"/>
                <a:gd name="T44" fmla="*/ 535 w 1451"/>
                <a:gd name="T45" fmla="*/ 0 h 1447"/>
                <a:gd name="T46" fmla="*/ 30 w 1451"/>
                <a:gd name="T47" fmla="*/ 470 h 1447"/>
                <a:gd name="T48" fmla="*/ 56 w 1451"/>
                <a:gd name="T49" fmla="*/ 691 h 1447"/>
                <a:gd name="T50" fmla="*/ 0 w 1451"/>
                <a:gd name="T51" fmla="*/ 925 h 1447"/>
                <a:gd name="T52" fmla="*/ 155 w 1451"/>
                <a:gd name="T53" fmla="*/ 892 h 1447"/>
                <a:gd name="T54" fmla="*/ 115 w 1451"/>
                <a:gd name="T55" fmla="*/ 618 h 1447"/>
                <a:gd name="T56" fmla="*/ 113 w 1451"/>
                <a:gd name="T57" fmla="*/ 580 h 1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51" h="1447">
                  <a:moveTo>
                    <a:pt x="113" y="580"/>
                  </a:moveTo>
                  <a:cubicBezTo>
                    <a:pt x="112" y="568"/>
                    <a:pt x="112" y="568"/>
                    <a:pt x="113" y="548"/>
                  </a:cubicBezTo>
                  <a:cubicBezTo>
                    <a:pt x="115" y="520"/>
                    <a:pt x="115" y="520"/>
                    <a:pt x="115" y="520"/>
                  </a:cubicBezTo>
                  <a:cubicBezTo>
                    <a:pt x="115" y="520"/>
                    <a:pt x="115" y="520"/>
                    <a:pt x="115" y="520"/>
                  </a:cubicBezTo>
                  <a:cubicBezTo>
                    <a:pt x="115" y="445"/>
                    <a:pt x="138" y="386"/>
                    <a:pt x="184" y="344"/>
                  </a:cubicBezTo>
                  <a:cubicBezTo>
                    <a:pt x="255" y="278"/>
                    <a:pt x="380" y="254"/>
                    <a:pt x="566" y="269"/>
                  </a:cubicBezTo>
                  <a:cubicBezTo>
                    <a:pt x="824" y="290"/>
                    <a:pt x="839" y="193"/>
                    <a:pt x="840" y="192"/>
                  </a:cubicBezTo>
                  <a:cubicBezTo>
                    <a:pt x="877" y="196"/>
                    <a:pt x="877" y="196"/>
                    <a:pt x="877" y="196"/>
                  </a:cubicBezTo>
                  <a:cubicBezTo>
                    <a:pt x="877" y="199"/>
                    <a:pt x="873" y="228"/>
                    <a:pt x="840" y="256"/>
                  </a:cubicBezTo>
                  <a:cubicBezTo>
                    <a:pt x="795" y="294"/>
                    <a:pt x="719" y="312"/>
                    <a:pt x="614" y="309"/>
                  </a:cubicBezTo>
                  <a:cubicBezTo>
                    <a:pt x="625" y="352"/>
                    <a:pt x="681" y="513"/>
                    <a:pt x="875" y="569"/>
                  </a:cubicBezTo>
                  <a:cubicBezTo>
                    <a:pt x="891" y="568"/>
                    <a:pt x="947" y="566"/>
                    <a:pt x="986" y="598"/>
                  </a:cubicBezTo>
                  <a:cubicBezTo>
                    <a:pt x="1009" y="617"/>
                    <a:pt x="1022" y="644"/>
                    <a:pt x="1024" y="679"/>
                  </a:cubicBezTo>
                  <a:cubicBezTo>
                    <a:pt x="1030" y="799"/>
                    <a:pt x="883" y="881"/>
                    <a:pt x="881" y="881"/>
                  </a:cubicBezTo>
                  <a:cubicBezTo>
                    <a:pt x="878" y="884"/>
                    <a:pt x="868" y="901"/>
                    <a:pt x="863" y="910"/>
                  </a:cubicBezTo>
                  <a:cubicBezTo>
                    <a:pt x="858" y="918"/>
                    <a:pt x="854" y="926"/>
                    <a:pt x="850" y="931"/>
                  </a:cubicBezTo>
                  <a:cubicBezTo>
                    <a:pt x="902" y="1268"/>
                    <a:pt x="902" y="1268"/>
                    <a:pt x="902" y="1268"/>
                  </a:cubicBezTo>
                  <a:cubicBezTo>
                    <a:pt x="974" y="1272"/>
                    <a:pt x="1269" y="1299"/>
                    <a:pt x="1410" y="1447"/>
                  </a:cubicBezTo>
                  <a:cubicBezTo>
                    <a:pt x="1426" y="1410"/>
                    <a:pt x="1451" y="1336"/>
                    <a:pt x="1426" y="1274"/>
                  </a:cubicBezTo>
                  <a:cubicBezTo>
                    <a:pt x="1408" y="1229"/>
                    <a:pt x="1367" y="1196"/>
                    <a:pt x="1303" y="1177"/>
                  </a:cubicBezTo>
                  <a:cubicBezTo>
                    <a:pt x="1090" y="1113"/>
                    <a:pt x="1092" y="1008"/>
                    <a:pt x="1096" y="777"/>
                  </a:cubicBezTo>
                  <a:cubicBezTo>
                    <a:pt x="1097" y="720"/>
                    <a:pt x="1098" y="655"/>
                    <a:pt x="1096" y="580"/>
                  </a:cubicBezTo>
                  <a:cubicBezTo>
                    <a:pt x="1084" y="101"/>
                    <a:pt x="784" y="0"/>
                    <a:pt x="535" y="0"/>
                  </a:cubicBezTo>
                  <a:cubicBezTo>
                    <a:pt x="334" y="0"/>
                    <a:pt x="34" y="125"/>
                    <a:pt x="30" y="470"/>
                  </a:cubicBezTo>
                  <a:cubicBezTo>
                    <a:pt x="29" y="566"/>
                    <a:pt x="44" y="635"/>
                    <a:pt x="56" y="691"/>
                  </a:cubicBezTo>
                  <a:cubicBezTo>
                    <a:pt x="77" y="785"/>
                    <a:pt x="91" y="848"/>
                    <a:pt x="0" y="925"/>
                  </a:cubicBezTo>
                  <a:cubicBezTo>
                    <a:pt x="33" y="936"/>
                    <a:pt x="105" y="951"/>
                    <a:pt x="155" y="892"/>
                  </a:cubicBezTo>
                  <a:cubicBezTo>
                    <a:pt x="130" y="805"/>
                    <a:pt x="121" y="708"/>
                    <a:pt x="115" y="618"/>
                  </a:cubicBezTo>
                  <a:cubicBezTo>
                    <a:pt x="114" y="597"/>
                    <a:pt x="113" y="586"/>
                    <a:pt x="113" y="580"/>
                  </a:cubicBezTo>
                  <a:close/>
                </a:path>
              </a:pathLst>
            </a:custGeom>
            <a:solidFill>
              <a:srgbClr val="465A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8" name="Freeform 81"/>
            <p:cNvSpPr/>
            <p:nvPr/>
          </p:nvSpPr>
          <p:spPr bwMode="auto">
            <a:xfrm>
              <a:off x="10690025" y="3871640"/>
              <a:ext cx="153720" cy="165937"/>
            </a:xfrm>
            <a:custGeom>
              <a:avLst/>
              <a:gdLst>
                <a:gd name="T0" fmla="*/ 8 w 324"/>
                <a:gd name="T1" fmla="*/ 192 h 350"/>
                <a:gd name="T2" fmla="*/ 27 w 324"/>
                <a:gd name="T3" fmla="*/ 288 h 350"/>
                <a:gd name="T4" fmla="*/ 61 w 324"/>
                <a:gd name="T5" fmla="*/ 337 h 350"/>
                <a:gd name="T6" fmla="*/ 119 w 324"/>
                <a:gd name="T7" fmla="*/ 345 h 350"/>
                <a:gd name="T8" fmla="*/ 245 w 324"/>
                <a:gd name="T9" fmla="*/ 299 h 350"/>
                <a:gd name="T10" fmla="*/ 250 w 324"/>
                <a:gd name="T11" fmla="*/ 297 h 350"/>
                <a:gd name="T12" fmla="*/ 324 w 324"/>
                <a:gd name="T13" fmla="*/ 288 h 350"/>
                <a:gd name="T14" fmla="*/ 261 w 324"/>
                <a:gd name="T15" fmla="*/ 55 h 350"/>
                <a:gd name="T16" fmla="*/ 242 w 324"/>
                <a:gd name="T17" fmla="*/ 57 h 350"/>
                <a:gd name="T18" fmla="*/ 229 w 324"/>
                <a:gd name="T19" fmla="*/ 54 h 350"/>
                <a:gd name="T20" fmla="*/ 101 w 324"/>
                <a:gd name="T21" fmla="*/ 9 h 350"/>
                <a:gd name="T22" fmla="*/ 53 w 324"/>
                <a:gd name="T23" fmla="*/ 42 h 350"/>
                <a:gd name="T24" fmla="*/ 46 w 324"/>
                <a:gd name="T25" fmla="*/ 71 h 350"/>
                <a:gd name="T26" fmla="*/ 47 w 324"/>
                <a:gd name="T27" fmla="*/ 71 h 350"/>
                <a:gd name="T28" fmla="*/ 133 w 324"/>
                <a:gd name="T29" fmla="*/ 44 h 350"/>
                <a:gd name="T30" fmla="*/ 144 w 324"/>
                <a:gd name="T31" fmla="*/ 80 h 350"/>
                <a:gd name="T32" fmla="*/ 58 w 324"/>
                <a:gd name="T33" fmla="*/ 106 h 350"/>
                <a:gd name="T34" fmla="*/ 8 w 324"/>
                <a:gd name="T35" fmla="*/ 192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4" h="350">
                  <a:moveTo>
                    <a:pt x="8" y="192"/>
                  </a:moveTo>
                  <a:cubicBezTo>
                    <a:pt x="27" y="288"/>
                    <a:pt x="27" y="288"/>
                    <a:pt x="27" y="288"/>
                  </a:cubicBezTo>
                  <a:cubicBezTo>
                    <a:pt x="31" y="308"/>
                    <a:pt x="43" y="326"/>
                    <a:pt x="61" y="337"/>
                  </a:cubicBezTo>
                  <a:cubicBezTo>
                    <a:pt x="79" y="347"/>
                    <a:pt x="99" y="350"/>
                    <a:pt x="119" y="345"/>
                  </a:cubicBezTo>
                  <a:cubicBezTo>
                    <a:pt x="162" y="333"/>
                    <a:pt x="205" y="317"/>
                    <a:pt x="245" y="299"/>
                  </a:cubicBezTo>
                  <a:cubicBezTo>
                    <a:pt x="247" y="298"/>
                    <a:pt x="248" y="297"/>
                    <a:pt x="250" y="297"/>
                  </a:cubicBezTo>
                  <a:cubicBezTo>
                    <a:pt x="324" y="288"/>
                    <a:pt x="324" y="288"/>
                    <a:pt x="324" y="288"/>
                  </a:cubicBezTo>
                  <a:cubicBezTo>
                    <a:pt x="261" y="55"/>
                    <a:pt x="261" y="55"/>
                    <a:pt x="261" y="55"/>
                  </a:cubicBezTo>
                  <a:cubicBezTo>
                    <a:pt x="242" y="57"/>
                    <a:pt x="242" y="57"/>
                    <a:pt x="242" y="57"/>
                  </a:cubicBezTo>
                  <a:cubicBezTo>
                    <a:pt x="237" y="58"/>
                    <a:pt x="233" y="56"/>
                    <a:pt x="229" y="54"/>
                  </a:cubicBezTo>
                  <a:cubicBezTo>
                    <a:pt x="206" y="38"/>
                    <a:pt x="138" y="0"/>
                    <a:pt x="101" y="9"/>
                  </a:cubicBezTo>
                  <a:cubicBezTo>
                    <a:pt x="77" y="16"/>
                    <a:pt x="61" y="26"/>
                    <a:pt x="53" y="42"/>
                  </a:cubicBezTo>
                  <a:cubicBezTo>
                    <a:pt x="47" y="52"/>
                    <a:pt x="46" y="62"/>
                    <a:pt x="46" y="71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44" y="80"/>
                    <a:pt x="144" y="80"/>
                    <a:pt x="144" y="80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22" y="117"/>
                    <a:pt x="0" y="154"/>
                    <a:pt x="8" y="192"/>
                  </a:cubicBez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89" name="Freeform 82"/>
            <p:cNvSpPr/>
            <p:nvPr/>
          </p:nvSpPr>
          <p:spPr bwMode="auto">
            <a:xfrm>
              <a:off x="10676791" y="3576415"/>
              <a:ext cx="376666" cy="304387"/>
            </a:xfrm>
            <a:custGeom>
              <a:avLst/>
              <a:gdLst>
                <a:gd name="T0" fmla="*/ 121 w 797"/>
                <a:gd name="T1" fmla="*/ 596 h 642"/>
                <a:gd name="T2" fmla="*/ 273 w 797"/>
                <a:gd name="T3" fmla="*/ 642 h 642"/>
                <a:gd name="T4" fmla="*/ 301 w 797"/>
                <a:gd name="T5" fmla="*/ 639 h 642"/>
                <a:gd name="T6" fmla="*/ 797 w 797"/>
                <a:gd name="T7" fmla="*/ 522 h 642"/>
                <a:gd name="T8" fmla="*/ 702 w 797"/>
                <a:gd name="T9" fmla="*/ 0 h 642"/>
                <a:gd name="T10" fmla="*/ 0 w 797"/>
                <a:gd name="T11" fmla="*/ 128 h 642"/>
                <a:gd name="T12" fmla="*/ 88 w 797"/>
                <a:gd name="T13" fmla="*/ 609 h 642"/>
                <a:gd name="T14" fmla="*/ 121 w 797"/>
                <a:gd name="T15" fmla="*/ 596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7" h="642">
                  <a:moveTo>
                    <a:pt x="121" y="596"/>
                  </a:moveTo>
                  <a:cubicBezTo>
                    <a:pt x="174" y="583"/>
                    <a:pt x="250" y="628"/>
                    <a:pt x="273" y="642"/>
                  </a:cubicBezTo>
                  <a:cubicBezTo>
                    <a:pt x="301" y="639"/>
                    <a:pt x="301" y="639"/>
                    <a:pt x="301" y="639"/>
                  </a:cubicBezTo>
                  <a:cubicBezTo>
                    <a:pt x="797" y="522"/>
                    <a:pt x="797" y="522"/>
                    <a:pt x="797" y="522"/>
                  </a:cubicBezTo>
                  <a:cubicBezTo>
                    <a:pt x="702" y="0"/>
                    <a:pt x="702" y="0"/>
                    <a:pt x="702" y="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88" y="609"/>
                    <a:pt x="88" y="609"/>
                    <a:pt x="88" y="609"/>
                  </a:cubicBezTo>
                  <a:cubicBezTo>
                    <a:pt x="98" y="604"/>
                    <a:pt x="108" y="599"/>
                    <a:pt x="121" y="5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0" name="Freeform 83"/>
            <p:cNvSpPr>
              <a:spLocks noEditPoints="1"/>
            </p:cNvSpPr>
            <p:nvPr/>
          </p:nvSpPr>
          <p:spPr bwMode="auto">
            <a:xfrm>
              <a:off x="10442648" y="4071171"/>
              <a:ext cx="834773" cy="1256232"/>
            </a:xfrm>
            <a:custGeom>
              <a:avLst/>
              <a:gdLst>
                <a:gd name="T0" fmla="*/ 672 w 1764"/>
                <a:gd name="T1" fmla="*/ 159 h 2652"/>
                <a:gd name="T2" fmla="*/ 669 w 1764"/>
                <a:gd name="T3" fmla="*/ 159 h 2652"/>
                <a:gd name="T4" fmla="*/ 658 w 1764"/>
                <a:gd name="T5" fmla="*/ 156 h 2652"/>
                <a:gd name="T6" fmla="*/ 651 w 1764"/>
                <a:gd name="T7" fmla="*/ 144 h 2652"/>
                <a:gd name="T8" fmla="*/ 624 w 1764"/>
                <a:gd name="T9" fmla="*/ 0 h 2652"/>
                <a:gd name="T10" fmla="*/ 305 w 1764"/>
                <a:gd name="T11" fmla="*/ 0 h 2652"/>
                <a:gd name="T12" fmla="*/ 0 w 1764"/>
                <a:gd name="T13" fmla="*/ 2652 h 2652"/>
                <a:gd name="T14" fmla="*/ 1764 w 1764"/>
                <a:gd name="T15" fmla="*/ 2652 h 2652"/>
                <a:gd name="T16" fmla="*/ 1330 w 1764"/>
                <a:gd name="T17" fmla="*/ 39 h 2652"/>
                <a:gd name="T18" fmla="*/ 672 w 1764"/>
                <a:gd name="T19" fmla="*/ 159 h 2652"/>
                <a:gd name="T20" fmla="*/ 1179 w 1764"/>
                <a:gd name="T21" fmla="*/ 1210 h 2652"/>
                <a:gd name="T22" fmla="*/ 422 w 1764"/>
                <a:gd name="T23" fmla="*/ 393 h 2652"/>
                <a:gd name="T24" fmla="*/ 453 w 1764"/>
                <a:gd name="T25" fmla="*/ 372 h 2652"/>
                <a:gd name="T26" fmla="*/ 1203 w 1764"/>
                <a:gd name="T27" fmla="*/ 1181 h 2652"/>
                <a:gd name="T28" fmla="*/ 1179 w 1764"/>
                <a:gd name="T29" fmla="*/ 1210 h 2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64" h="2652">
                  <a:moveTo>
                    <a:pt x="672" y="159"/>
                  </a:moveTo>
                  <a:cubicBezTo>
                    <a:pt x="671" y="159"/>
                    <a:pt x="670" y="159"/>
                    <a:pt x="669" y="159"/>
                  </a:cubicBezTo>
                  <a:cubicBezTo>
                    <a:pt x="665" y="159"/>
                    <a:pt x="661" y="158"/>
                    <a:pt x="658" y="156"/>
                  </a:cubicBezTo>
                  <a:cubicBezTo>
                    <a:pt x="654" y="153"/>
                    <a:pt x="651" y="149"/>
                    <a:pt x="651" y="144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77" y="139"/>
                    <a:pt x="65" y="1243"/>
                    <a:pt x="0" y="2652"/>
                  </a:cubicBezTo>
                  <a:cubicBezTo>
                    <a:pt x="1764" y="2652"/>
                    <a:pt x="1764" y="2652"/>
                    <a:pt x="1764" y="2652"/>
                  </a:cubicBezTo>
                  <a:cubicBezTo>
                    <a:pt x="1740" y="2437"/>
                    <a:pt x="1532" y="605"/>
                    <a:pt x="1330" y="39"/>
                  </a:cubicBezTo>
                  <a:lnTo>
                    <a:pt x="672" y="159"/>
                  </a:lnTo>
                  <a:close/>
                  <a:moveTo>
                    <a:pt x="1179" y="1210"/>
                  </a:moveTo>
                  <a:cubicBezTo>
                    <a:pt x="890" y="975"/>
                    <a:pt x="635" y="700"/>
                    <a:pt x="422" y="393"/>
                  </a:cubicBezTo>
                  <a:cubicBezTo>
                    <a:pt x="453" y="372"/>
                    <a:pt x="453" y="372"/>
                    <a:pt x="453" y="372"/>
                  </a:cubicBezTo>
                  <a:cubicBezTo>
                    <a:pt x="663" y="676"/>
                    <a:pt x="916" y="948"/>
                    <a:pt x="1203" y="1181"/>
                  </a:cubicBezTo>
                  <a:lnTo>
                    <a:pt x="1179" y="1210"/>
                  </a:lnTo>
                  <a:close/>
                </a:path>
              </a:pathLst>
            </a:custGeom>
            <a:solidFill>
              <a:srgbClr val="899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1" name="Oval 84"/>
            <p:cNvSpPr>
              <a:spLocks noChangeArrowheads="1"/>
            </p:cNvSpPr>
            <p:nvPr/>
          </p:nvSpPr>
          <p:spPr bwMode="auto">
            <a:xfrm>
              <a:off x="10595350" y="2967642"/>
              <a:ext cx="28504" cy="35631"/>
            </a:xfrm>
            <a:prstGeom prst="ellipse">
              <a:avLst/>
            </a:pr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2" name="Oval 85"/>
            <p:cNvSpPr>
              <a:spLocks noChangeArrowheads="1"/>
            </p:cNvSpPr>
            <p:nvPr/>
          </p:nvSpPr>
          <p:spPr bwMode="auto">
            <a:xfrm>
              <a:off x="10727692" y="2976804"/>
              <a:ext cx="28504" cy="35631"/>
            </a:xfrm>
            <a:prstGeom prst="ellipse">
              <a:avLst/>
            </a:pr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3" name="Freeform 86"/>
            <p:cNvSpPr>
              <a:spLocks noEditPoints="1"/>
            </p:cNvSpPr>
            <p:nvPr/>
          </p:nvSpPr>
          <p:spPr bwMode="auto">
            <a:xfrm>
              <a:off x="10633017" y="3074533"/>
              <a:ext cx="144558" cy="89585"/>
            </a:xfrm>
            <a:custGeom>
              <a:avLst/>
              <a:gdLst>
                <a:gd name="T0" fmla="*/ 284 w 306"/>
                <a:gd name="T1" fmla="*/ 1 h 189"/>
                <a:gd name="T2" fmla="*/ 17 w 306"/>
                <a:gd name="T3" fmla="*/ 30 h 189"/>
                <a:gd name="T4" fmla="*/ 4 w 306"/>
                <a:gd name="T5" fmla="*/ 38 h 189"/>
                <a:gd name="T6" fmla="*/ 1 w 306"/>
                <a:gd name="T7" fmla="*/ 53 h 189"/>
                <a:gd name="T8" fmla="*/ 151 w 306"/>
                <a:gd name="T9" fmla="*/ 189 h 189"/>
                <a:gd name="T10" fmla="*/ 178 w 306"/>
                <a:gd name="T11" fmla="*/ 186 h 189"/>
                <a:gd name="T12" fmla="*/ 305 w 306"/>
                <a:gd name="T13" fmla="*/ 18 h 189"/>
                <a:gd name="T14" fmla="*/ 298 w 306"/>
                <a:gd name="T15" fmla="*/ 5 h 189"/>
                <a:gd name="T16" fmla="*/ 284 w 306"/>
                <a:gd name="T17" fmla="*/ 1 h 189"/>
                <a:gd name="T18" fmla="*/ 171 w 306"/>
                <a:gd name="T19" fmla="*/ 150 h 189"/>
                <a:gd name="T20" fmla="*/ 45 w 306"/>
                <a:gd name="T21" fmla="*/ 64 h 189"/>
                <a:gd name="T22" fmla="*/ 266 w 306"/>
                <a:gd name="T23" fmla="*/ 40 h 189"/>
                <a:gd name="T24" fmla="*/ 171 w 306"/>
                <a:gd name="T25" fmla="*/ 15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189">
                  <a:moveTo>
                    <a:pt x="284" y="1"/>
                  </a:moveTo>
                  <a:cubicBezTo>
                    <a:pt x="17" y="30"/>
                    <a:pt x="17" y="30"/>
                    <a:pt x="17" y="30"/>
                  </a:cubicBezTo>
                  <a:cubicBezTo>
                    <a:pt x="12" y="30"/>
                    <a:pt x="7" y="33"/>
                    <a:pt x="4" y="38"/>
                  </a:cubicBezTo>
                  <a:cubicBezTo>
                    <a:pt x="1" y="42"/>
                    <a:pt x="0" y="48"/>
                    <a:pt x="1" y="53"/>
                  </a:cubicBezTo>
                  <a:cubicBezTo>
                    <a:pt x="15" y="103"/>
                    <a:pt x="63" y="189"/>
                    <a:pt x="151" y="189"/>
                  </a:cubicBezTo>
                  <a:cubicBezTo>
                    <a:pt x="160" y="189"/>
                    <a:pt x="168" y="188"/>
                    <a:pt x="178" y="186"/>
                  </a:cubicBezTo>
                  <a:cubicBezTo>
                    <a:pt x="282" y="167"/>
                    <a:pt x="306" y="68"/>
                    <a:pt x="305" y="18"/>
                  </a:cubicBezTo>
                  <a:cubicBezTo>
                    <a:pt x="305" y="13"/>
                    <a:pt x="302" y="8"/>
                    <a:pt x="298" y="5"/>
                  </a:cubicBezTo>
                  <a:cubicBezTo>
                    <a:pt x="294" y="2"/>
                    <a:pt x="289" y="0"/>
                    <a:pt x="284" y="1"/>
                  </a:cubicBezTo>
                  <a:close/>
                  <a:moveTo>
                    <a:pt x="171" y="150"/>
                  </a:moveTo>
                  <a:cubicBezTo>
                    <a:pt x="97" y="163"/>
                    <a:pt x="60" y="99"/>
                    <a:pt x="45" y="64"/>
                  </a:cubicBezTo>
                  <a:cubicBezTo>
                    <a:pt x="266" y="40"/>
                    <a:pt x="266" y="40"/>
                    <a:pt x="266" y="40"/>
                  </a:cubicBezTo>
                  <a:cubicBezTo>
                    <a:pt x="262" y="73"/>
                    <a:pt x="245" y="136"/>
                    <a:pt x="171" y="150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4" name="Freeform 87"/>
            <p:cNvSpPr/>
            <p:nvPr/>
          </p:nvSpPr>
          <p:spPr bwMode="auto">
            <a:xfrm>
              <a:off x="10630981" y="3010398"/>
              <a:ext cx="28504" cy="53955"/>
            </a:xfrm>
            <a:custGeom>
              <a:avLst/>
              <a:gdLst>
                <a:gd name="T0" fmla="*/ 60 w 61"/>
                <a:gd name="T1" fmla="*/ 114 h 114"/>
                <a:gd name="T2" fmla="*/ 61 w 61"/>
                <a:gd name="T3" fmla="*/ 77 h 114"/>
                <a:gd name="T4" fmla="*/ 40 w 61"/>
                <a:gd name="T5" fmla="*/ 58 h 114"/>
                <a:gd name="T6" fmla="*/ 56 w 61"/>
                <a:gd name="T7" fmla="*/ 36 h 114"/>
                <a:gd name="T8" fmla="*/ 47 w 61"/>
                <a:gd name="T9" fmla="*/ 0 h 114"/>
                <a:gd name="T10" fmla="*/ 3 w 61"/>
                <a:gd name="T11" fmla="*/ 63 h 114"/>
                <a:gd name="T12" fmla="*/ 60 w 61"/>
                <a:gd name="T13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114">
                  <a:moveTo>
                    <a:pt x="60" y="114"/>
                  </a:moveTo>
                  <a:cubicBezTo>
                    <a:pt x="61" y="77"/>
                    <a:pt x="61" y="77"/>
                    <a:pt x="61" y="77"/>
                  </a:cubicBezTo>
                  <a:cubicBezTo>
                    <a:pt x="51" y="77"/>
                    <a:pt x="41" y="68"/>
                    <a:pt x="40" y="58"/>
                  </a:cubicBezTo>
                  <a:cubicBezTo>
                    <a:pt x="39" y="49"/>
                    <a:pt x="46" y="38"/>
                    <a:pt x="56" y="3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19" y="6"/>
                    <a:pt x="0" y="35"/>
                    <a:pt x="3" y="63"/>
                  </a:cubicBezTo>
                  <a:cubicBezTo>
                    <a:pt x="6" y="91"/>
                    <a:pt x="32" y="114"/>
                    <a:pt x="60" y="114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5" name="Freeform 88"/>
            <p:cNvSpPr>
              <a:spLocks noEditPoints="1"/>
            </p:cNvSpPr>
            <p:nvPr/>
          </p:nvSpPr>
          <p:spPr bwMode="auto">
            <a:xfrm>
              <a:off x="9800280" y="2685651"/>
              <a:ext cx="1505646" cy="3296336"/>
            </a:xfrm>
            <a:custGeom>
              <a:avLst/>
              <a:gdLst>
                <a:gd name="T0" fmla="*/ 2769 w 3181"/>
                <a:gd name="T1" fmla="*/ 1178 h 6960"/>
                <a:gd name="T2" fmla="*/ 1475 w 3181"/>
                <a:gd name="T3" fmla="*/ 736 h 6960"/>
                <a:gd name="T4" fmla="*/ 1455 w 3181"/>
                <a:gd name="T5" fmla="*/ 962 h 6960"/>
                <a:gd name="T6" fmla="*/ 2551 w 3181"/>
                <a:gd name="T7" fmla="*/ 814 h 6960"/>
                <a:gd name="T8" fmla="*/ 2305 w 3181"/>
                <a:gd name="T9" fmla="*/ 968 h 6960"/>
                <a:gd name="T10" fmla="*/ 2330 w 3181"/>
                <a:gd name="T11" fmla="*/ 606 h 6960"/>
                <a:gd name="T12" fmla="*/ 2021 w 3181"/>
                <a:gd name="T13" fmla="*/ 306 h 6960"/>
                <a:gd name="T14" fmla="*/ 1568 w 3181"/>
                <a:gd name="T15" fmla="*/ 617 h 6960"/>
                <a:gd name="T16" fmla="*/ 1700 w 3181"/>
                <a:gd name="T17" fmla="*/ 1098 h 6960"/>
                <a:gd name="T18" fmla="*/ 1009 w 3181"/>
                <a:gd name="T19" fmla="*/ 1597 h 6960"/>
                <a:gd name="T20" fmla="*/ 261 w 3181"/>
                <a:gd name="T21" fmla="*/ 831 h 6960"/>
                <a:gd name="T22" fmla="*/ 66 w 3181"/>
                <a:gd name="T23" fmla="*/ 1060 h 6960"/>
                <a:gd name="T24" fmla="*/ 662 w 3181"/>
                <a:gd name="T25" fmla="*/ 2000 h 6960"/>
                <a:gd name="T26" fmla="*/ 1627 w 3181"/>
                <a:gd name="T27" fmla="*/ 2906 h 6960"/>
                <a:gd name="T28" fmla="*/ 1481 w 3181"/>
                <a:gd name="T29" fmla="*/ 6542 h 6960"/>
                <a:gd name="T30" fmla="*/ 1477 w 3181"/>
                <a:gd name="T31" fmla="*/ 6960 h 6960"/>
                <a:gd name="T32" fmla="*/ 1741 w 3181"/>
                <a:gd name="T33" fmla="*/ 6960 h 6960"/>
                <a:gd name="T34" fmla="*/ 2481 w 3181"/>
                <a:gd name="T35" fmla="*/ 6544 h 6960"/>
                <a:gd name="T36" fmla="*/ 2479 w 3181"/>
                <a:gd name="T37" fmla="*/ 6960 h 6960"/>
                <a:gd name="T38" fmla="*/ 2743 w 3181"/>
                <a:gd name="T39" fmla="*/ 6960 h 6960"/>
                <a:gd name="T40" fmla="*/ 3155 w 3181"/>
                <a:gd name="T41" fmla="*/ 5608 h 6960"/>
                <a:gd name="T42" fmla="*/ 2767 w 3181"/>
                <a:gd name="T43" fmla="*/ 2847 h 6960"/>
                <a:gd name="T44" fmla="*/ 1605 w 3181"/>
                <a:gd name="T45" fmla="*/ 614 h 6960"/>
                <a:gd name="T46" fmla="*/ 1664 w 3181"/>
                <a:gd name="T47" fmla="*/ 408 h 6960"/>
                <a:gd name="T48" fmla="*/ 2417 w 3181"/>
                <a:gd name="T49" fmla="*/ 664 h 6960"/>
                <a:gd name="T50" fmla="*/ 2151 w 3181"/>
                <a:gd name="T51" fmla="*/ 1056 h 6960"/>
                <a:gd name="T52" fmla="*/ 1957 w 3181"/>
                <a:gd name="T53" fmla="*/ 1169 h 6960"/>
                <a:gd name="T54" fmla="*/ 2455 w 3181"/>
                <a:gd name="T55" fmla="*/ 1353 h 6960"/>
                <a:gd name="T56" fmla="*/ 411 w 3181"/>
                <a:gd name="T57" fmla="*/ 873 h 6960"/>
                <a:gd name="T58" fmla="*/ 425 w 3181"/>
                <a:gd name="T59" fmla="*/ 1080 h 6960"/>
                <a:gd name="T60" fmla="*/ 76 w 3181"/>
                <a:gd name="T61" fmla="*/ 947 h 6960"/>
                <a:gd name="T62" fmla="*/ 469 w 3181"/>
                <a:gd name="T63" fmla="*/ 1228 h 6960"/>
                <a:gd name="T64" fmla="*/ 1680 w 3181"/>
                <a:gd name="T65" fmla="*/ 6779 h 6960"/>
                <a:gd name="T66" fmla="*/ 1381 w 3181"/>
                <a:gd name="T67" fmla="*/ 6837 h 6960"/>
                <a:gd name="T68" fmla="*/ 1375 w 3181"/>
                <a:gd name="T69" fmla="*/ 6799 h 6960"/>
                <a:gd name="T70" fmla="*/ 1951 w 3181"/>
                <a:gd name="T71" fmla="*/ 5615 h 6960"/>
                <a:gd name="T72" fmla="*/ 2722 w 3181"/>
                <a:gd name="T73" fmla="*/ 5615 h 6960"/>
                <a:gd name="T74" fmla="*/ 2730 w 3181"/>
                <a:gd name="T75" fmla="*/ 6922 h 6960"/>
                <a:gd name="T76" fmla="*/ 2473 w 3181"/>
                <a:gd name="T77" fmla="*/ 6922 h 6960"/>
                <a:gd name="T78" fmla="*/ 2721 w 3181"/>
                <a:gd name="T79" fmla="*/ 6577 h 6960"/>
                <a:gd name="T80" fmla="*/ 1980 w 3181"/>
                <a:gd name="T81" fmla="*/ 2925 h 6960"/>
                <a:gd name="T82" fmla="*/ 2686 w 3181"/>
                <a:gd name="T83" fmla="*/ 2964 h 6960"/>
                <a:gd name="T84" fmla="*/ 1933 w 3181"/>
                <a:gd name="T85" fmla="*/ 2547 h 6960"/>
                <a:gd name="T86" fmla="*/ 2204 w 3181"/>
                <a:gd name="T87" fmla="*/ 2793 h 6960"/>
                <a:gd name="T88" fmla="*/ 1907 w 3181"/>
                <a:gd name="T89" fmla="*/ 2793 h 6960"/>
                <a:gd name="T90" fmla="*/ 1851 w 3181"/>
                <a:gd name="T91" fmla="*/ 2010 h 6960"/>
                <a:gd name="T92" fmla="*/ 1972 w 3181"/>
                <a:gd name="T93" fmla="*/ 2478 h 6960"/>
                <a:gd name="T94" fmla="*/ 2138 w 3181"/>
                <a:gd name="T95" fmla="*/ 2839 h 6960"/>
                <a:gd name="T96" fmla="*/ 2730 w 3181"/>
                <a:gd name="T97" fmla="*/ 2853 h 6960"/>
                <a:gd name="T98" fmla="*/ 2884 w 3181"/>
                <a:gd name="T99" fmla="*/ 2387 h 6960"/>
                <a:gd name="T100" fmla="*/ 2701 w 3181"/>
                <a:gd name="T101" fmla="*/ 2392 h 6960"/>
                <a:gd name="T102" fmla="*/ 1814 w 3181"/>
                <a:gd name="T103" fmla="*/ 1985 h 6960"/>
                <a:gd name="T104" fmla="*/ 1851 w 3181"/>
                <a:gd name="T105" fmla="*/ 2704 h 6960"/>
                <a:gd name="T106" fmla="*/ 1509 w 3181"/>
                <a:gd name="T107" fmla="*/ 2146 h 6960"/>
                <a:gd name="T108" fmla="*/ 1462 w 3181"/>
                <a:gd name="T109" fmla="*/ 1966 h 6960"/>
                <a:gd name="T110" fmla="*/ 1050 w 3181"/>
                <a:gd name="T111" fmla="*/ 1734 h 6960"/>
                <a:gd name="T112" fmla="*/ 1942 w 3181"/>
                <a:gd name="T113" fmla="*/ 1695 h 6960"/>
                <a:gd name="T114" fmla="*/ 2886 w 3181"/>
                <a:gd name="T115" fmla="*/ 1581 h 6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181" h="6960">
                  <a:moveTo>
                    <a:pt x="3157" y="2476"/>
                  </a:moveTo>
                  <a:cubicBezTo>
                    <a:pt x="3116" y="2179"/>
                    <a:pt x="2987" y="1726"/>
                    <a:pt x="2920" y="1566"/>
                  </a:cubicBezTo>
                  <a:cubicBezTo>
                    <a:pt x="2913" y="1548"/>
                    <a:pt x="2902" y="1532"/>
                    <a:pt x="2891" y="1516"/>
                  </a:cubicBezTo>
                  <a:cubicBezTo>
                    <a:pt x="2907" y="1484"/>
                    <a:pt x="2951" y="1385"/>
                    <a:pt x="2916" y="1297"/>
                  </a:cubicBezTo>
                  <a:cubicBezTo>
                    <a:pt x="2894" y="1241"/>
                    <a:pt x="2844" y="1201"/>
                    <a:pt x="2769" y="1178"/>
                  </a:cubicBezTo>
                  <a:cubicBezTo>
                    <a:pt x="2583" y="1123"/>
                    <a:pt x="2584" y="1045"/>
                    <a:pt x="2588" y="815"/>
                  </a:cubicBezTo>
                  <a:cubicBezTo>
                    <a:pt x="2589" y="757"/>
                    <a:pt x="2590" y="692"/>
                    <a:pt x="2588" y="616"/>
                  </a:cubicBezTo>
                  <a:cubicBezTo>
                    <a:pt x="2576" y="107"/>
                    <a:pt x="2256" y="0"/>
                    <a:pt x="1990" y="0"/>
                  </a:cubicBezTo>
                  <a:cubicBezTo>
                    <a:pt x="1774" y="0"/>
                    <a:pt x="1452" y="135"/>
                    <a:pt x="1447" y="507"/>
                  </a:cubicBezTo>
                  <a:cubicBezTo>
                    <a:pt x="1446" y="607"/>
                    <a:pt x="1462" y="679"/>
                    <a:pt x="1475" y="736"/>
                  </a:cubicBezTo>
                  <a:cubicBezTo>
                    <a:pt x="1496" y="833"/>
                    <a:pt x="1506" y="878"/>
                    <a:pt x="1414" y="947"/>
                  </a:cubicBezTo>
                  <a:cubicBezTo>
                    <a:pt x="1437" y="977"/>
                    <a:pt x="1437" y="977"/>
                    <a:pt x="1437" y="977"/>
                  </a:cubicBezTo>
                  <a:cubicBezTo>
                    <a:pt x="1443" y="972"/>
                    <a:pt x="1449" y="967"/>
                    <a:pt x="1455" y="962"/>
                  </a:cubicBezTo>
                  <a:cubicBezTo>
                    <a:pt x="1445" y="958"/>
                    <a:pt x="1438" y="955"/>
                    <a:pt x="1438" y="955"/>
                  </a:cubicBezTo>
                  <a:cubicBezTo>
                    <a:pt x="1438" y="955"/>
                    <a:pt x="1445" y="958"/>
                    <a:pt x="1455" y="962"/>
                  </a:cubicBezTo>
                  <a:cubicBezTo>
                    <a:pt x="1546" y="885"/>
                    <a:pt x="1532" y="822"/>
                    <a:pt x="1511" y="728"/>
                  </a:cubicBezTo>
                  <a:cubicBezTo>
                    <a:pt x="1499" y="672"/>
                    <a:pt x="1484" y="603"/>
                    <a:pt x="1485" y="507"/>
                  </a:cubicBezTo>
                  <a:cubicBezTo>
                    <a:pt x="1489" y="162"/>
                    <a:pt x="1789" y="37"/>
                    <a:pt x="1990" y="37"/>
                  </a:cubicBezTo>
                  <a:cubicBezTo>
                    <a:pt x="2239" y="37"/>
                    <a:pt x="2539" y="138"/>
                    <a:pt x="2551" y="617"/>
                  </a:cubicBezTo>
                  <a:cubicBezTo>
                    <a:pt x="2553" y="692"/>
                    <a:pt x="2552" y="757"/>
                    <a:pt x="2551" y="814"/>
                  </a:cubicBezTo>
                  <a:cubicBezTo>
                    <a:pt x="2547" y="1045"/>
                    <a:pt x="2545" y="1150"/>
                    <a:pt x="2758" y="1214"/>
                  </a:cubicBezTo>
                  <a:cubicBezTo>
                    <a:pt x="2822" y="1233"/>
                    <a:pt x="2863" y="1266"/>
                    <a:pt x="2881" y="1311"/>
                  </a:cubicBezTo>
                  <a:cubicBezTo>
                    <a:pt x="2906" y="1373"/>
                    <a:pt x="2881" y="1447"/>
                    <a:pt x="2865" y="1484"/>
                  </a:cubicBezTo>
                  <a:cubicBezTo>
                    <a:pt x="2724" y="1336"/>
                    <a:pt x="2429" y="1309"/>
                    <a:pt x="2357" y="1305"/>
                  </a:cubicBezTo>
                  <a:cubicBezTo>
                    <a:pt x="2305" y="968"/>
                    <a:pt x="2305" y="968"/>
                    <a:pt x="2305" y="968"/>
                  </a:cubicBezTo>
                  <a:cubicBezTo>
                    <a:pt x="2309" y="963"/>
                    <a:pt x="2313" y="955"/>
                    <a:pt x="2318" y="947"/>
                  </a:cubicBezTo>
                  <a:cubicBezTo>
                    <a:pt x="2323" y="938"/>
                    <a:pt x="2333" y="921"/>
                    <a:pt x="2336" y="918"/>
                  </a:cubicBezTo>
                  <a:cubicBezTo>
                    <a:pt x="2338" y="918"/>
                    <a:pt x="2485" y="836"/>
                    <a:pt x="2479" y="716"/>
                  </a:cubicBezTo>
                  <a:cubicBezTo>
                    <a:pt x="2477" y="681"/>
                    <a:pt x="2464" y="654"/>
                    <a:pt x="2441" y="635"/>
                  </a:cubicBezTo>
                  <a:cubicBezTo>
                    <a:pt x="2402" y="603"/>
                    <a:pt x="2346" y="605"/>
                    <a:pt x="2330" y="606"/>
                  </a:cubicBezTo>
                  <a:cubicBezTo>
                    <a:pt x="2136" y="550"/>
                    <a:pt x="2080" y="389"/>
                    <a:pt x="2069" y="346"/>
                  </a:cubicBezTo>
                  <a:cubicBezTo>
                    <a:pt x="2174" y="349"/>
                    <a:pt x="2250" y="331"/>
                    <a:pt x="2295" y="293"/>
                  </a:cubicBezTo>
                  <a:cubicBezTo>
                    <a:pt x="2328" y="265"/>
                    <a:pt x="2332" y="236"/>
                    <a:pt x="2332" y="233"/>
                  </a:cubicBezTo>
                  <a:cubicBezTo>
                    <a:pt x="2295" y="229"/>
                    <a:pt x="2295" y="229"/>
                    <a:pt x="2295" y="229"/>
                  </a:cubicBezTo>
                  <a:cubicBezTo>
                    <a:pt x="2294" y="230"/>
                    <a:pt x="2279" y="327"/>
                    <a:pt x="2021" y="306"/>
                  </a:cubicBezTo>
                  <a:cubicBezTo>
                    <a:pt x="1835" y="291"/>
                    <a:pt x="1710" y="315"/>
                    <a:pt x="1639" y="381"/>
                  </a:cubicBezTo>
                  <a:cubicBezTo>
                    <a:pt x="1593" y="423"/>
                    <a:pt x="1570" y="482"/>
                    <a:pt x="1570" y="557"/>
                  </a:cubicBezTo>
                  <a:cubicBezTo>
                    <a:pt x="1570" y="557"/>
                    <a:pt x="1570" y="557"/>
                    <a:pt x="1570" y="557"/>
                  </a:cubicBezTo>
                  <a:cubicBezTo>
                    <a:pt x="1568" y="585"/>
                    <a:pt x="1568" y="585"/>
                    <a:pt x="1568" y="585"/>
                  </a:cubicBezTo>
                  <a:cubicBezTo>
                    <a:pt x="1567" y="605"/>
                    <a:pt x="1567" y="605"/>
                    <a:pt x="1568" y="617"/>
                  </a:cubicBezTo>
                  <a:cubicBezTo>
                    <a:pt x="1568" y="623"/>
                    <a:pt x="1569" y="634"/>
                    <a:pt x="1570" y="655"/>
                  </a:cubicBezTo>
                  <a:cubicBezTo>
                    <a:pt x="1576" y="745"/>
                    <a:pt x="1585" y="842"/>
                    <a:pt x="1610" y="929"/>
                  </a:cubicBezTo>
                  <a:cubicBezTo>
                    <a:pt x="1616" y="922"/>
                    <a:pt x="1622" y="914"/>
                    <a:pt x="1627" y="905"/>
                  </a:cubicBezTo>
                  <a:cubicBezTo>
                    <a:pt x="1622" y="914"/>
                    <a:pt x="1616" y="922"/>
                    <a:pt x="1610" y="929"/>
                  </a:cubicBezTo>
                  <a:cubicBezTo>
                    <a:pt x="1629" y="993"/>
                    <a:pt x="1657" y="1052"/>
                    <a:pt x="1700" y="1098"/>
                  </a:cubicBezTo>
                  <a:cubicBezTo>
                    <a:pt x="1752" y="1155"/>
                    <a:pt x="1820" y="1175"/>
                    <a:pt x="1889" y="1175"/>
                  </a:cubicBezTo>
                  <a:cubicBezTo>
                    <a:pt x="1900" y="1175"/>
                    <a:pt x="1910" y="1174"/>
                    <a:pt x="1920" y="1174"/>
                  </a:cubicBezTo>
                  <a:cubicBezTo>
                    <a:pt x="1920" y="1303"/>
                    <a:pt x="1920" y="1303"/>
                    <a:pt x="1920" y="1303"/>
                  </a:cubicBezTo>
                  <a:cubicBezTo>
                    <a:pt x="1823" y="1302"/>
                    <a:pt x="1591" y="1316"/>
                    <a:pt x="1409" y="1398"/>
                  </a:cubicBezTo>
                  <a:cubicBezTo>
                    <a:pt x="1202" y="1491"/>
                    <a:pt x="1058" y="1570"/>
                    <a:pt x="1009" y="1597"/>
                  </a:cubicBezTo>
                  <a:cubicBezTo>
                    <a:pt x="708" y="1117"/>
                    <a:pt x="708" y="1117"/>
                    <a:pt x="708" y="1117"/>
                  </a:cubicBezTo>
                  <a:cubicBezTo>
                    <a:pt x="695" y="1053"/>
                    <a:pt x="677" y="976"/>
                    <a:pt x="624" y="927"/>
                  </a:cubicBezTo>
                  <a:cubicBezTo>
                    <a:pt x="582" y="889"/>
                    <a:pt x="523" y="869"/>
                    <a:pt x="464" y="868"/>
                  </a:cubicBezTo>
                  <a:cubicBezTo>
                    <a:pt x="429" y="838"/>
                    <a:pt x="336" y="764"/>
                    <a:pt x="289" y="791"/>
                  </a:cubicBezTo>
                  <a:cubicBezTo>
                    <a:pt x="268" y="803"/>
                    <a:pt x="262" y="820"/>
                    <a:pt x="261" y="831"/>
                  </a:cubicBezTo>
                  <a:cubicBezTo>
                    <a:pt x="258" y="852"/>
                    <a:pt x="270" y="875"/>
                    <a:pt x="295" y="903"/>
                  </a:cubicBezTo>
                  <a:cubicBezTo>
                    <a:pt x="245" y="909"/>
                    <a:pt x="170" y="911"/>
                    <a:pt x="77" y="910"/>
                  </a:cubicBezTo>
                  <a:cubicBezTo>
                    <a:pt x="55" y="910"/>
                    <a:pt x="37" y="917"/>
                    <a:pt x="23" y="932"/>
                  </a:cubicBezTo>
                  <a:cubicBezTo>
                    <a:pt x="8" y="946"/>
                    <a:pt x="0" y="965"/>
                    <a:pt x="0" y="986"/>
                  </a:cubicBezTo>
                  <a:cubicBezTo>
                    <a:pt x="0" y="1023"/>
                    <a:pt x="29" y="1056"/>
                    <a:pt x="66" y="1060"/>
                  </a:cubicBezTo>
                  <a:cubicBezTo>
                    <a:pt x="392" y="1103"/>
                    <a:pt x="392" y="1103"/>
                    <a:pt x="392" y="1103"/>
                  </a:cubicBezTo>
                  <a:cubicBezTo>
                    <a:pt x="436" y="1247"/>
                    <a:pt x="436" y="1247"/>
                    <a:pt x="436" y="1247"/>
                  </a:cubicBezTo>
                  <a:cubicBezTo>
                    <a:pt x="389" y="1274"/>
                    <a:pt x="389" y="1274"/>
                    <a:pt x="389" y="1274"/>
                  </a:cubicBezTo>
                  <a:cubicBezTo>
                    <a:pt x="381" y="1278"/>
                    <a:pt x="378" y="1288"/>
                    <a:pt x="381" y="1297"/>
                  </a:cubicBezTo>
                  <a:cubicBezTo>
                    <a:pt x="662" y="2000"/>
                    <a:pt x="662" y="2000"/>
                    <a:pt x="662" y="2000"/>
                  </a:cubicBezTo>
                  <a:cubicBezTo>
                    <a:pt x="704" y="2104"/>
                    <a:pt x="804" y="2168"/>
                    <a:pt x="911" y="2168"/>
                  </a:cubicBezTo>
                  <a:cubicBezTo>
                    <a:pt x="937" y="2168"/>
                    <a:pt x="965" y="2164"/>
                    <a:pt x="991" y="2155"/>
                  </a:cubicBezTo>
                  <a:cubicBezTo>
                    <a:pt x="1459" y="2006"/>
                    <a:pt x="1459" y="2006"/>
                    <a:pt x="1459" y="2006"/>
                  </a:cubicBezTo>
                  <a:cubicBezTo>
                    <a:pt x="1458" y="2055"/>
                    <a:pt x="1462" y="2104"/>
                    <a:pt x="1472" y="2153"/>
                  </a:cubicBezTo>
                  <a:cubicBezTo>
                    <a:pt x="1627" y="2906"/>
                    <a:pt x="1627" y="2906"/>
                    <a:pt x="1627" y="2906"/>
                  </a:cubicBezTo>
                  <a:cubicBezTo>
                    <a:pt x="1612" y="2978"/>
                    <a:pt x="1385" y="4123"/>
                    <a:pt x="1318" y="5595"/>
                  </a:cubicBezTo>
                  <a:cubicBezTo>
                    <a:pt x="1317" y="5600"/>
                    <a:pt x="1319" y="5605"/>
                    <a:pt x="1323" y="5609"/>
                  </a:cubicBezTo>
                  <a:cubicBezTo>
                    <a:pt x="1326" y="5613"/>
                    <a:pt x="1331" y="5615"/>
                    <a:pt x="1336" y="5615"/>
                  </a:cubicBezTo>
                  <a:cubicBezTo>
                    <a:pt x="1563" y="5615"/>
                    <a:pt x="1563" y="5615"/>
                    <a:pt x="1563" y="5615"/>
                  </a:cubicBezTo>
                  <a:cubicBezTo>
                    <a:pt x="1481" y="6542"/>
                    <a:pt x="1481" y="6542"/>
                    <a:pt x="1481" y="6542"/>
                  </a:cubicBezTo>
                  <a:cubicBezTo>
                    <a:pt x="1253" y="6799"/>
                    <a:pt x="1253" y="6799"/>
                    <a:pt x="1253" y="6799"/>
                  </a:cubicBezTo>
                  <a:cubicBezTo>
                    <a:pt x="1232" y="6799"/>
                    <a:pt x="1232" y="6799"/>
                    <a:pt x="1232" y="6799"/>
                  </a:cubicBezTo>
                  <a:cubicBezTo>
                    <a:pt x="1154" y="6799"/>
                    <a:pt x="1090" y="6863"/>
                    <a:pt x="1090" y="6941"/>
                  </a:cubicBezTo>
                  <a:cubicBezTo>
                    <a:pt x="1090" y="6951"/>
                    <a:pt x="1099" y="6960"/>
                    <a:pt x="1109" y="6960"/>
                  </a:cubicBezTo>
                  <a:cubicBezTo>
                    <a:pt x="1477" y="6960"/>
                    <a:pt x="1477" y="6960"/>
                    <a:pt x="1477" y="6960"/>
                  </a:cubicBezTo>
                  <a:cubicBezTo>
                    <a:pt x="1481" y="6960"/>
                    <a:pt x="1485" y="6958"/>
                    <a:pt x="1488" y="6956"/>
                  </a:cubicBezTo>
                  <a:cubicBezTo>
                    <a:pt x="1654" y="6832"/>
                    <a:pt x="1654" y="6832"/>
                    <a:pt x="1654" y="6832"/>
                  </a:cubicBezTo>
                  <a:cubicBezTo>
                    <a:pt x="1657" y="6942"/>
                    <a:pt x="1657" y="6942"/>
                    <a:pt x="1657" y="6942"/>
                  </a:cubicBezTo>
                  <a:cubicBezTo>
                    <a:pt x="1657" y="6952"/>
                    <a:pt x="1665" y="6960"/>
                    <a:pt x="1675" y="6960"/>
                  </a:cubicBezTo>
                  <a:cubicBezTo>
                    <a:pt x="1741" y="6960"/>
                    <a:pt x="1741" y="6960"/>
                    <a:pt x="1741" y="6960"/>
                  </a:cubicBezTo>
                  <a:cubicBezTo>
                    <a:pt x="1749" y="6960"/>
                    <a:pt x="1756" y="6955"/>
                    <a:pt x="1759" y="6947"/>
                  </a:cubicBezTo>
                  <a:cubicBezTo>
                    <a:pt x="1763" y="6937"/>
                    <a:pt x="1850" y="6689"/>
                    <a:pt x="1743" y="6547"/>
                  </a:cubicBezTo>
                  <a:cubicBezTo>
                    <a:pt x="1990" y="5615"/>
                    <a:pt x="1990" y="5615"/>
                    <a:pt x="1990" y="5615"/>
                  </a:cubicBezTo>
                  <a:cubicBezTo>
                    <a:pt x="2360" y="5615"/>
                    <a:pt x="2360" y="5615"/>
                    <a:pt x="2360" y="5615"/>
                  </a:cubicBezTo>
                  <a:cubicBezTo>
                    <a:pt x="2481" y="6544"/>
                    <a:pt x="2481" y="6544"/>
                    <a:pt x="2481" y="6544"/>
                  </a:cubicBezTo>
                  <a:cubicBezTo>
                    <a:pt x="2255" y="6799"/>
                    <a:pt x="2255" y="6799"/>
                    <a:pt x="2255" y="6799"/>
                  </a:cubicBezTo>
                  <a:cubicBezTo>
                    <a:pt x="2234" y="6799"/>
                    <a:pt x="2234" y="6799"/>
                    <a:pt x="2234" y="6799"/>
                  </a:cubicBezTo>
                  <a:cubicBezTo>
                    <a:pt x="2156" y="6799"/>
                    <a:pt x="2092" y="6863"/>
                    <a:pt x="2092" y="6941"/>
                  </a:cubicBezTo>
                  <a:cubicBezTo>
                    <a:pt x="2092" y="6951"/>
                    <a:pt x="2101" y="6960"/>
                    <a:pt x="2111" y="6960"/>
                  </a:cubicBezTo>
                  <a:cubicBezTo>
                    <a:pt x="2479" y="6960"/>
                    <a:pt x="2479" y="6960"/>
                    <a:pt x="2479" y="6960"/>
                  </a:cubicBezTo>
                  <a:cubicBezTo>
                    <a:pt x="2483" y="6960"/>
                    <a:pt x="2487" y="6958"/>
                    <a:pt x="2490" y="6956"/>
                  </a:cubicBezTo>
                  <a:cubicBezTo>
                    <a:pt x="2656" y="6832"/>
                    <a:pt x="2656" y="6832"/>
                    <a:pt x="2656" y="6832"/>
                  </a:cubicBezTo>
                  <a:cubicBezTo>
                    <a:pt x="2659" y="6942"/>
                    <a:pt x="2659" y="6942"/>
                    <a:pt x="2659" y="6942"/>
                  </a:cubicBezTo>
                  <a:cubicBezTo>
                    <a:pt x="2659" y="6952"/>
                    <a:pt x="2667" y="6960"/>
                    <a:pt x="2678" y="6960"/>
                  </a:cubicBezTo>
                  <a:cubicBezTo>
                    <a:pt x="2743" y="6960"/>
                    <a:pt x="2743" y="6960"/>
                    <a:pt x="2743" y="6960"/>
                  </a:cubicBezTo>
                  <a:cubicBezTo>
                    <a:pt x="2751" y="6960"/>
                    <a:pt x="2758" y="6955"/>
                    <a:pt x="2761" y="6947"/>
                  </a:cubicBezTo>
                  <a:cubicBezTo>
                    <a:pt x="2765" y="6937"/>
                    <a:pt x="2853" y="6686"/>
                    <a:pt x="2744" y="6545"/>
                  </a:cubicBezTo>
                  <a:cubicBezTo>
                    <a:pt x="2759" y="5615"/>
                    <a:pt x="2759" y="5615"/>
                    <a:pt x="2759" y="5615"/>
                  </a:cubicBezTo>
                  <a:cubicBezTo>
                    <a:pt x="3141" y="5615"/>
                    <a:pt x="3141" y="5615"/>
                    <a:pt x="3141" y="5615"/>
                  </a:cubicBezTo>
                  <a:cubicBezTo>
                    <a:pt x="3146" y="5615"/>
                    <a:pt x="3151" y="5612"/>
                    <a:pt x="3155" y="5608"/>
                  </a:cubicBezTo>
                  <a:cubicBezTo>
                    <a:pt x="3158" y="5605"/>
                    <a:pt x="3160" y="5599"/>
                    <a:pt x="3159" y="5594"/>
                  </a:cubicBezTo>
                  <a:cubicBezTo>
                    <a:pt x="3157" y="5574"/>
                    <a:pt x="2938" y="3568"/>
                    <a:pt x="2723" y="2957"/>
                  </a:cubicBezTo>
                  <a:cubicBezTo>
                    <a:pt x="2767" y="2949"/>
                    <a:pt x="2767" y="2949"/>
                    <a:pt x="2767" y="2949"/>
                  </a:cubicBezTo>
                  <a:cubicBezTo>
                    <a:pt x="2777" y="2947"/>
                    <a:pt x="2784" y="2937"/>
                    <a:pt x="2782" y="2927"/>
                  </a:cubicBezTo>
                  <a:cubicBezTo>
                    <a:pt x="2767" y="2847"/>
                    <a:pt x="2767" y="2847"/>
                    <a:pt x="2767" y="2847"/>
                  </a:cubicBezTo>
                  <a:cubicBezTo>
                    <a:pt x="2890" y="2830"/>
                    <a:pt x="2890" y="2830"/>
                    <a:pt x="2890" y="2830"/>
                  </a:cubicBezTo>
                  <a:cubicBezTo>
                    <a:pt x="3061" y="2805"/>
                    <a:pt x="3181" y="2647"/>
                    <a:pt x="3157" y="2476"/>
                  </a:cubicBezTo>
                  <a:close/>
                  <a:moveTo>
                    <a:pt x="1727" y="1073"/>
                  </a:moveTo>
                  <a:cubicBezTo>
                    <a:pt x="1634" y="972"/>
                    <a:pt x="1617" y="803"/>
                    <a:pt x="1608" y="653"/>
                  </a:cubicBezTo>
                  <a:cubicBezTo>
                    <a:pt x="1606" y="631"/>
                    <a:pt x="1605" y="620"/>
                    <a:pt x="1605" y="614"/>
                  </a:cubicBezTo>
                  <a:cubicBezTo>
                    <a:pt x="1604" y="604"/>
                    <a:pt x="1604" y="604"/>
                    <a:pt x="1605" y="587"/>
                  </a:cubicBezTo>
                  <a:cubicBezTo>
                    <a:pt x="1607" y="559"/>
                    <a:pt x="1607" y="559"/>
                    <a:pt x="1607" y="559"/>
                  </a:cubicBezTo>
                  <a:cubicBezTo>
                    <a:pt x="1588" y="558"/>
                    <a:pt x="1588" y="558"/>
                    <a:pt x="1588" y="558"/>
                  </a:cubicBezTo>
                  <a:cubicBezTo>
                    <a:pt x="1607" y="558"/>
                    <a:pt x="1607" y="558"/>
                    <a:pt x="1607" y="558"/>
                  </a:cubicBezTo>
                  <a:cubicBezTo>
                    <a:pt x="1607" y="492"/>
                    <a:pt x="1626" y="443"/>
                    <a:pt x="1664" y="408"/>
                  </a:cubicBezTo>
                  <a:cubicBezTo>
                    <a:pt x="1727" y="350"/>
                    <a:pt x="1843" y="329"/>
                    <a:pt x="2018" y="343"/>
                  </a:cubicBezTo>
                  <a:cubicBezTo>
                    <a:pt x="2022" y="343"/>
                    <a:pt x="2026" y="343"/>
                    <a:pt x="2030" y="344"/>
                  </a:cubicBezTo>
                  <a:cubicBezTo>
                    <a:pt x="2034" y="363"/>
                    <a:pt x="2084" y="575"/>
                    <a:pt x="2323" y="643"/>
                  </a:cubicBezTo>
                  <a:cubicBezTo>
                    <a:pt x="2331" y="644"/>
                    <a:pt x="2331" y="644"/>
                    <a:pt x="2331" y="644"/>
                  </a:cubicBezTo>
                  <a:cubicBezTo>
                    <a:pt x="2331" y="644"/>
                    <a:pt x="2385" y="637"/>
                    <a:pt x="2417" y="664"/>
                  </a:cubicBezTo>
                  <a:cubicBezTo>
                    <a:pt x="2432" y="676"/>
                    <a:pt x="2440" y="694"/>
                    <a:pt x="2441" y="718"/>
                  </a:cubicBezTo>
                  <a:cubicBezTo>
                    <a:pt x="2446" y="814"/>
                    <a:pt x="2320" y="885"/>
                    <a:pt x="2319" y="885"/>
                  </a:cubicBezTo>
                  <a:cubicBezTo>
                    <a:pt x="2307" y="892"/>
                    <a:pt x="2298" y="907"/>
                    <a:pt x="2286" y="928"/>
                  </a:cubicBezTo>
                  <a:cubicBezTo>
                    <a:pt x="2281" y="936"/>
                    <a:pt x="2278" y="942"/>
                    <a:pt x="2275" y="946"/>
                  </a:cubicBezTo>
                  <a:cubicBezTo>
                    <a:pt x="2240" y="989"/>
                    <a:pt x="2198" y="1026"/>
                    <a:pt x="2151" y="1056"/>
                  </a:cubicBezTo>
                  <a:cubicBezTo>
                    <a:pt x="2039" y="1126"/>
                    <a:pt x="1834" y="1189"/>
                    <a:pt x="1727" y="1073"/>
                  </a:cubicBezTo>
                  <a:close/>
                  <a:moveTo>
                    <a:pt x="1937" y="1341"/>
                  </a:moveTo>
                  <a:cubicBezTo>
                    <a:pt x="1942" y="1341"/>
                    <a:pt x="1947" y="1340"/>
                    <a:pt x="1951" y="1336"/>
                  </a:cubicBezTo>
                  <a:cubicBezTo>
                    <a:pt x="1955" y="1333"/>
                    <a:pt x="1957" y="1328"/>
                    <a:pt x="1957" y="1323"/>
                  </a:cubicBezTo>
                  <a:cubicBezTo>
                    <a:pt x="1957" y="1169"/>
                    <a:pt x="1957" y="1169"/>
                    <a:pt x="1957" y="1169"/>
                  </a:cubicBezTo>
                  <a:cubicBezTo>
                    <a:pt x="2041" y="1155"/>
                    <a:pt x="2121" y="1119"/>
                    <a:pt x="2171" y="1087"/>
                  </a:cubicBezTo>
                  <a:cubicBezTo>
                    <a:pt x="2209" y="1064"/>
                    <a:pt x="2243" y="1036"/>
                    <a:pt x="2273" y="1005"/>
                  </a:cubicBezTo>
                  <a:cubicBezTo>
                    <a:pt x="2323" y="1325"/>
                    <a:pt x="2323" y="1325"/>
                    <a:pt x="2323" y="1325"/>
                  </a:cubicBezTo>
                  <a:cubicBezTo>
                    <a:pt x="2324" y="1334"/>
                    <a:pt x="2332" y="1341"/>
                    <a:pt x="2341" y="1341"/>
                  </a:cubicBezTo>
                  <a:cubicBezTo>
                    <a:pt x="2342" y="1341"/>
                    <a:pt x="2389" y="1343"/>
                    <a:pt x="2455" y="1353"/>
                  </a:cubicBezTo>
                  <a:cubicBezTo>
                    <a:pt x="1969" y="1661"/>
                    <a:pt x="1969" y="1661"/>
                    <a:pt x="1969" y="1661"/>
                  </a:cubicBezTo>
                  <a:cubicBezTo>
                    <a:pt x="1855" y="1342"/>
                    <a:pt x="1855" y="1342"/>
                    <a:pt x="1855" y="1342"/>
                  </a:cubicBezTo>
                  <a:cubicBezTo>
                    <a:pt x="1887" y="1340"/>
                    <a:pt x="1915" y="1340"/>
                    <a:pt x="1937" y="1341"/>
                  </a:cubicBezTo>
                  <a:close/>
                  <a:moveTo>
                    <a:pt x="308" y="823"/>
                  </a:moveTo>
                  <a:cubicBezTo>
                    <a:pt x="321" y="816"/>
                    <a:pt x="364" y="838"/>
                    <a:pt x="411" y="873"/>
                  </a:cubicBezTo>
                  <a:cubicBezTo>
                    <a:pt x="392" y="877"/>
                    <a:pt x="374" y="882"/>
                    <a:pt x="357" y="889"/>
                  </a:cubicBezTo>
                  <a:cubicBezTo>
                    <a:pt x="353" y="891"/>
                    <a:pt x="347" y="893"/>
                    <a:pt x="341" y="895"/>
                  </a:cubicBezTo>
                  <a:cubicBezTo>
                    <a:pt x="301" y="858"/>
                    <a:pt x="297" y="841"/>
                    <a:pt x="298" y="835"/>
                  </a:cubicBezTo>
                  <a:cubicBezTo>
                    <a:pt x="298" y="833"/>
                    <a:pt x="298" y="829"/>
                    <a:pt x="308" y="823"/>
                  </a:cubicBezTo>
                  <a:close/>
                  <a:moveTo>
                    <a:pt x="425" y="1080"/>
                  </a:moveTo>
                  <a:cubicBezTo>
                    <a:pt x="423" y="1073"/>
                    <a:pt x="417" y="1068"/>
                    <a:pt x="409" y="1067"/>
                  </a:cubicBezTo>
                  <a:cubicBezTo>
                    <a:pt x="71" y="1023"/>
                    <a:pt x="71" y="1023"/>
                    <a:pt x="71" y="1023"/>
                  </a:cubicBezTo>
                  <a:cubicBezTo>
                    <a:pt x="52" y="1021"/>
                    <a:pt x="38" y="1005"/>
                    <a:pt x="38" y="986"/>
                  </a:cubicBezTo>
                  <a:cubicBezTo>
                    <a:pt x="38" y="975"/>
                    <a:pt x="42" y="965"/>
                    <a:pt x="49" y="958"/>
                  </a:cubicBezTo>
                  <a:cubicBezTo>
                    <a:pt x="56" y="951"/>
                    <a:pt x="66" y="947"/>
                    <a:pt x="76" y="947"/>
                  </a:cubicBezTo>
                  <a:cubicBezTo>
                    <a:pt x="76" y="947"/>
                    <a:pt x="76" y="947"/>
                    <a:pt x="76" y="947"/>
                  </a:cubicBezTo>
                  <a:cubicBezTo>
                    <a:pt x="184" y="949"/>
                    <a:pt x="323" y="946"/>
                    <a:pt x="373" y="923"/>
                  </a:cubicBezTo>
                  <a:cubicBezTo>
                    <a:pt x="445" y="890"/>
                    <a:pt x="542" y="904"/>
                    <a:pt x="599" y="955"/>
                  </a:cubicBezTo>
                  <a:cubicBezTo>
                    <a:pt x="641" y="993"/>
                    <a:pt x="657" y="1058"/>
                    <a:pt x="669" y="1114"/>
                  </a:cubicBezTo>
                  <a:cubicBezTo>
                    <a:pt x="469" y="1228"/>
                    <a:pt x="469" y="1228"/>
                    <a:pt x="469" y="1228"/>
                  </a:cubicBezTo>
                  <a:lnTo>
                    <a:pt x="425" y="1080"/>
                  </a:lnTo>
                  <a:close/>
                  <a:moveTo>
                    <a:pt x="1728" y="6922"/>
                  </a:moveTo>
                  <a:cubicBezTo>
                    <a:pt x="1694" y="6922"/>
                    <a:pt x="1694" y="6922"/>
                    <a:pt x="1694" y="6922"/>
                  </a:cubicBezTo>
                  <a:cubicBezTo>
                    <a:pt x="1691" y="6795"/>
                    <a:pt x="1691" y="6795"/>
                    <a:pt x="1691" y="6795"/>
                  </a:cubicBezTo>
                  <a:cubicBezTo>
                    <a:pt x="1691" y="6788"/>
                    <a:pt x="1687" y="6782"/>
                    <a:pt x="1680" y="6779"/>
                  </a:cubicBezTo>
                  <a:cubicBezTo>
                    <a:pt x="1674" y="6776"/>
                    <a:pt x="1667" y="6776"/>
                    <a:pt x="1661" y="6780"/>
                  </a:cubicBezTo>
                  <a:cubicBezTo>
                    <a:pt x="1471" y="6922"/>
                    <a:pt x="1471" y="6922"/>
                    <a:pt x="1471" y="6922"/>
                  </a:cubicBezTo>
                  <a:cubicBezTo>
                    <a:pt x="1129" y="6922"/>
                    <a:pt x="1129" y="6922"/>
                    <a:pt x="1129" y="6922"/>
                  </a:cubicBezTo>
                  <a:cubicBezTo>
                    <a:pt x="1138" y="6874"/>
                    <a:pt x="1181" y="6837"/>
                    <a:pt x="1232" y="6837"/>
                  </a:cubicBezTo>
                  <a:cubicBezTo>
                    <a:pt x="1381" y="6837"/>
                    <a:pt x="1381" y="6837"/>
                    <a:pt x="1381" y="6837"/>
                  </a:cubicBezTo>
                  <a:cubicBezTo>
                    <a:pt x="1385" y="6837"/>
                    <a:pt x="1389" y="6835"/>
                    <a:pt x="1393" y="6833"/>
                  </a:cubicBezTo>
                  <a:cubicBezTo>
                    <a:pt x="1719" y="6577"/>
                    <a:pt x="1719" y="6577"/>
                    <a:pt x="1719" y="6577"/>
                  </a:cubicBezTo>
                  <a:cubicBezTo>
                    <a:pt x="1793" y="6687"/>
                    <a:pt x="1743" y="6873"/>
                    <a:pt x="1728" y="6922"/>
                  </a:cubicBezTo>
                  <a:close/>
                  <a:moveTo>
                    <a:pt x="1707" y="6539"/>
                  </a:moveTo>
                  <a:cubicBezTo>
                    <a:pt x="1375" y="6799"/>
                    <a:pt x="1375" y="6799"/>
                    <a:pt x="1375" y="6799"/>
                  </a:cubicBezTo>
                  <a:cubicBezTo>
                    <a:pt x="1303" y="6799"/>
                    <a:pt x="1303" y="6799"/>
                    <a:pt x="1303" y="6799"/>
                  </a:cubicBezTo>
                  <a:cubicBezTo>
                    <a:pt x="1512" y="6563"/>
                    <a:pt x="1512" y="6563"/>
                    <a:pt x="1512" y="6563"/>
                  </a:cubicBezTo>
                  <a:cubicBezTo>
                    <a:pt x="1515" y="6560"/>
                    <a:pt x="1517" y="6556"/>
                    <a:pt x="1517" y="6552"/>
                  </a:cubicBezTo>
                  <a:cubicBezTo>
                    <a:pt x="1600" y="5615"/>
                    <a:pt x="1600" y="5615"/>
                    <a:pt x="1600" y="5615"/>
                  </a:cubicBezTo>
                  <a:cubicBezTo>
                    <a:pt x="1951" y="5615"/>
                    <a:pt x="1951" y="5615"/>
                    <a:pt x="1951" y="5615"/>
                  </a:cubicBezTo>
                  <a:lnTo>
                    <a:pt x="1707" y="6539"/>
                  </a:lnTo>
                  <a:close/>
                  <a:moveTo>
                    <a:pt x="2515" y="6563"/>
                  </a:moveTo>
                  <a:cubicBezTo>
                    <a:pt x="2518" y="6559"/>
                    <a:pt x="2520" y="6553"/>
                    <a:pt x="2519" y="6548"/>
                  </a:cubicBezTo>
                  <a:cubicBezTo>
                    <a:pt x="2398" y="5615"/>
                    <a:pt x="2398" y="5615"/>
                    <a:pt x="2398" y="5615"/>
                  </a:cubicBezTo>
                  <a:cubicBezTo>
                    <a:pt x="2722" y="5615"/>
                    <a:pt x="2722" y="5615"/>
                    <a:pt x="2722" y="5615"/>
                  </a:cubicBezTo>
                  <a:cubicBezTo>
                    <a:pt x="2707" y="6541"/>
                    <a:pt x="2707" y="6541"/>
                    <a:pt x="2707" y="6541"/>
                  </a:cubicBezTo>
                  <a:cubicBezTo>
                    <a:pt x="2377" y="6799"/>
                    <a:pt x="2377" y="6799"/>
                    <a:pt x="2377" y="6799"/>
                  </a:cubicBezTo>
                  <a:cubicBezTo>
                    <a:pt x="2305" y="6799"/>
                    <a:pt x="2305" y="6799"/>
                    <a:pt x="2305" y="6799"/>
                  </a:cubicBezTo>
                  <a:lnTo>
                    <a:pt x="2515" y="6563"/>
                  </a:lnTo>
                  <a:close/>
                  <a:moveTo>
                    <a:pt x="2730" y="6922"/>
                  </a:moveTo>
                  <a:cubicBezTo>
                    <a:pt x="2696" y="6922"/>
                    <a:pt x="2696" y="6922"/>
                    <a:pt x="2696" y="6922"/>
                  </a:cubicBezTo>
                  <a:cubicBezTo>
                    <a:pt x="2693" y="6795"/>
                    <a:pt x="2693" y="6795"/>
                    <a:pt x="2693" y="6795"/>
                  </a:cubicBezTo>
                  <a:cubicBezTo>
                    <a:pt x="2693" y="6788"/>
                    <a:pt x="2689" y="6782"/>
                    <a:pt x="2682" y="6779"/>
                  </a:cubicBezTo>
                  <a:cubicBezTo>
                    <a:pt x="2676" y="6776"/>
                    <a:pt x="2669" y="6776"/>
                    <a:pt x="2663" y="6780"/>
                  </a:cubicBezTo>
                  <a:cubicBezTo>
                    <a:pt x="2473" y="6922"/>
                    <a:pt x="2473" y="6922"/>
                    <a:pt x="2473" y="6922"/>
                  </a:cubicBezTo>
                  <a:cubicBezTo>
                    <a:pt x="2131" y="6922"/>
                    <a:pt x="2131" y="6922"/>
                    <a:pt x="2131" y="6922"/>
                  </a:cubicBezTo>
                  <a:cubicBezTo>
                    <a:pt x="2140" y="6874"/>
                    <a:pt x="2183" y="6837"/>
                    <a:pt x="2234" y="6837"/>
                  </a:cubicBezTo>
                  <a:cubicBezTo>
                    <a:pt x="2383" y="6837"/>
                    <a:pt x="2383" y="6837"/>
                    <a:pt x="2383" y="6837"/>
                  </a:cubicBezTo>
                  <a:cubicBezTo>
                    <a:pt x="2388" y="6837"/>
                    <a:pt x="2392" y="6835"/>
                    <a:pt x="2395" y="6833"/>
                  </a:cubicBezTo>
                  <a:cubicBezTo>
                    <a:pt x="2721" y="6577"/>
                    <a:pt x="2721" y="6577"/>
                    <a:pt x="2721" y="6577"/>
                  </a:cubicBezTo>
                  <a:cubicBezTo>
                    <a:pt x="2795" y="6687"/>
                    <a:pt x="2745" y="6873"/>
                    <a:pt x="2730" y="6922"/>
                  </a:cubicBezTo>
                  <a:close/>
                  <a:moveTo>
                    <a:pt x="3120" y="5577"/>
                  </a:moveTo>
                  <a:cubicBezTo>
                    <a:pt x="1356" y="5577"/>
                    <a:pt x="1356" y="5577"/>
                    <a:pt x="1356" y="5577"/>
                  </a:cubicBezTo>
                  <a:cubicBezTo>
                    <a:pt x="1421" y="4168"/>
                    <a:pt x="1633" y="3064"/>
                    <a:pt x="1661" y="2925"/>
                  </a:cubicBezTo>
                  <a:cubicBezTo>
                    <a:pt x="1980" y="2925"/>
                    <a:pt x="1980" y="2925"/>
                    <a:pt x="1980" y="2925"/>
                  </a:cubicBezTo>
                  <a:cubicBezTo>
                    <a:pt x="2007" y="3069"/>
                    <a:pt x="2007" y="3069"/>
                    <a:pt x="2007" y="3069"/>
                  </a:cubicBezTo>
                  <a:cubicBezTo>
                    <a:pt x="2007" y="3074"/>
                    <a:pt x="2010" y="3078"/>
                    <a:pt x="2014" y="3081"/>
                  </a:cubicBezTo>
                  <a:cubicBezTo>
                    <a:pt x="2017" y="3083"/>
                    <a:pt x="2021" y="3084"/>
                    <a:pt x="2025" y="3084"/>
                  </a:cubicBezTo>
                  <a:cubicBezTo>
                    <a:pt x="2026" y="3084"/>
                    <a:pt x="2027" y="3084"/>
                    <a:pt x="2028" y="3084"/>
                  </a:cubicBezTo>
                  <a:cubicBezTo>
                    <a:pt x="2686" y="2964"/>
                    <a:pt x="2686" y="2964"/>
                    <a:pt x="2686" y="2964"/>
                  </a:cubicBezTo>
                  <a:cubicBezTo>
                    <a:pt x="2888" y="3530"/>
                    <a:pt x="3096" y="5362"/>
                    <a:pt x="3120" y="5577"/>
                  </a:cubicBezTo>
                  <a:close/>
                  <a:moveTo>
                    <a:pt x="2013" y="2549"/>
                  </a:moveTo>
                  <a:cubicBezTo>
                    <a:pt x="1927" y="2576"/>
                    <a:pt x="1927" y="2576"/>
                    <a:pt x="1927" y="2576"/>
                  </a:cubicBezTo>
                  <a:cubicBezTo>
                    <a:pt x="1927" y="2576"/>
                    <a:pt x="1927" y="2576"/>
                    <a:pt x="1926" y="2576"/>
                  </a:cubicBezTo>
                  <a:cubicBezTo>
                    <a:pt x="1926" y="2567"/>
                    <a:pt x="1927" y="2557"/>
                    <a:pt x="1933" y="2547"/>
                  </a:cubicBezTo>
                  <a:cubicBezTo>
                    <a:pt x="1941" y="2531"/>
                    <a:pt x="1957" y="2521"/>
                    <a:pt x="1981" y="2514"/>
                  </a:cubicBezTo>
                  <a:cubicBezTo>
                    <a:pt x="2018" y="2505"/>
                    <a:pt x="2086" y="2543"/>
                    <a:pt x="2109" y="2559"/>
                  </a:cubicBezTo>
                  <a:cubicBezTo>
                    <a:pt x="2113" y="2561"/>
                    <a:pt x="2117" y="2563"/>
                    <a:pt x="2122" y="2562"/>
                  </a:cubicBezTo>
                  <a:cubicBezTo>
                    <a:pt x="2141" y="2560"/>
                    <a:pt x="2141" y="2560"/>
                    <a:pt x="2141" y="2560"/>
                  </a:cubicBezTo>
                  <a:cubicBezTo>
                    <a:pt x="2204" y="2793"/>
                    <a:pt x="2204" y="2793"/>
                    <a:pt x="2204" y="2793"/>
                  </a:cubicBezTo>
                  <a:cubicBezTo>
                    <a:pt x="2130" y="2802"/>
                    <a:pt x="2130" y="2802"/>
                    <a:pt x="2130" y="2802"/>
                  </a:cubicBezTo>
                  <a:cubicBezTo>
                    <a:pt x="2128" y="2802"/>
                    <a:pt x="2127" y="2803"/>
                    <a:pt x="2125" y="2804"/>
                  </a:cubicBezTo>
                  <a:cubicBezTo>
                    <a:pt x="2085" y="2822"/>
                    <a:pt x="2042" y="2838"/>
                    <a:pt x="1999" y="2850"/>
                  </a:cubicBezTo>
                  <a:cubicBezTo>
                    <a:pt x="1979" y="2855"/>
                    <a:pt x="1959" y="2852"/>
                    <a:pt x="1941" y="2842"/>
                  </a:cubicBezTo>
                  <a:cubicBezTo>
                    <a:pt x="1923" y="2831"/>
                    <a:pt x="1911" y="2813"/>
                    <a:pt x="1907" y="2793"/>
                  </a:cubicBezTo>
                  <a:cubicBezTo>
                    <a:pt x="1888" y="2697"/>
                    <a:pt x="1888" y="2697"/>
                    <a:pt x="1888" y="2697"/>
                  </a:cubicBezTo>
                  <a:cubicBezTo>
                    <a:pt x="1880" y="2659"/>
                    <a:pt x="1902" y="2622"/>
                    <a:pt x="1938" y="2611"/>
                  </a:cubicBezTo>
                  <a:cubicBezTo>
                    <a:pt x="2024" y="2585"/>
                    <a:pt x="2024" y="2585"/>
                    <a:pt x="2024" y="2585"/>
                  </a:cubicBezTo>
                  <a:lnTo>
                    <a:pt x="2013" y="2549"/>
                  </a:lnTo>
                  <a:close/>
                  <a:moveTo>
                    <a:pt x="1851" y="2010"/>
                  </a:moveTo>
                  <a:cubicBezTo>
                    <a:pt x="2553" y="1882"/>
                    <a:pt x="2553" y="1882"/>
                    <a:pt x="2553" y="1882"/>
                  </a:cubicBezTo>
                  <a:cubicBezTo>
                    <a:pt x="2648" y="2404"/>
                    <a:pt x="2648" y="2404"/>
                    <a:pt x="2648" y="2404"/>
                  </a:cubicBezTo>
                  <a:cubicBezTo>
                    <a:pt x="2152" y="2521"/>
                    <a:pt x="2152" y="2521"/>
                    <a:pt x="2152" y="2521"/>
                  </a:cubicBezTo>
                  <a:cubicBezTo>
                    <a:pt x="2124" y="2524"/>
                    <a:pt x="2124" y="2524"/>
                    <a:pt x="2124" y="2524"/>
                  </a:cubicBezTo>
                  <a:cubicBezTo>
                    <a:pt x="2101" y="2510"/>
                    <a:pt x="2025" y="2465"/>
                    <a:pt x="1972" y="2478"/>
                  </a:cubicBezTo>
                  <a:cubicBezTo>
                    <a:pt x="1959" y="2481"/>
                    <a:pt x="1949" y="2486"/>
                    <a:pt x="1939" y="2491"/>
                  </a:cubicBezTo>
                  <a:lnTo>
                    <a:pt x="1851" y="2010"/>
                  </a:lnTo>
                  <a:close/>
                  <a:moveTo>
                    <a:pt x="2040" y="3044"/>
                  </a:moveTo>
                  <a:cubicBezTo>
                    <a:pt x="2011" y="2885"/>
                    <a:pt x="2011" y="2885"/>
                    <a:pt x="2011" y="2885"/>
                  </a:cubicBezTo>
                  <a:cubicBezTo>
                    <a:pt x="2054" y="2873"/>
                    <a:pt x="2097" y="2857"/>
                    <a:pt x="2138" y="2839"/>
                  </a:cubicBezTo>
                  <a:cubicBezTo>
                    <a:pt x="2214" y="2829"/>
                    <a:pt x="2214" y="2829"/>
                    <a:pt x="2214" y="2829"/>
                  </a:cubicBezTo>
                  <a:cubicBezTo>
                    <a:pt x="2235" y="2907"/>
                    <a:pt x="2235" y="2907"/>
                    <a:pt x="2235" y="2907"/>
                  </a:cubicBezTo>
                  <a:cubicBezTo>
                    <a:pt x="2237" y="2915"/>
                    <a:pt x="2245" y="2921"/>
                    <a:pt x="2253" y="2921"/>
                  </a:cubicBezTo>
                  <a:cubicBezTo>
                    <a:pt x="2254" y="2921"/>
                    <a:pt x="2255" y="2921"/>
                    <a:pt x="2256" y="2921"/>
                  </a:cubicBezTo>
                  <a:cubicBezTo>
                    <a:pt x="2730" y="2853"/>
                    <a:pt x="2730" y="2853"/>
                    <a:pt x="2730" y="2853"/>
                  </a:cubicBezTo>
                  <a:cubicBezTo>
                    <a:pt x="2742" y="2916"/>
                    <a:pt x="2742" y="2916"/>
                    <a:pt x="2742" y="2916"/>
                  </a:cubicBezTo>
                  <a:lnTo>
                    <a:pt x="2040" y="3044"/>
                  </a:lnTo>
                  <a:close/>
                  <a:moveTo>
                    <a:pt x="2267" y="2881"/>
                  </a:moveTo>
                  <a:cubicBezTo>
                    <a:pt x="2178" y="2553"/>
                    <a:pt x="2178" y="2553"/>
                    <a:pt x="2178" y="2553"/>
                  </a:cubicBezTo>
                  <a:cubicBezTo>
                    <a:pt x="2884" y="2387"/>
                    <a:pt x="2884" y="2387"/>
                    <a:pt x="2884" y="2387"/>
                  </a:cubicBezTo>
                  <a:cubicBezTo>
                    <a:pt x="2875" y="2351"/>
                    <a:pt x="2875" y="2351"/>
                    <a:pt x="2875" y="2351"/>
                  </a:cubicBezTo>
                  <a:cubicBezTo>
                    <a:pt x="2739" y="2383"/>
                    <a:pt x="2739" y="2383"/>
                    <a:pt x="2739" y="2383"/>
                  </a:cubicBezTo>
                  <a:cubicBezTo>
                    <a:pt x="2781" y="1701"/>
                    <a:pt x="2781" y="1701"/>
                    <a:pt x="2781" y="1701"/>
                  </a:cubicBezTo>
                  <a:cubicBezTo>
                    <a:pt x="2744" y="1699"/>
                    <a:pt x="2744" y="1699"/>
                    <a:pt x="2744" y="1699"/>
                  </a:cubicBezTo>
                  <a:cubicBezTo>
                    <a:pt x="2701" y="2392"/>
                    <a:pt x="2701" y="2392"/>
                    <a:pt x="2701" y="2392"/>
                  </a:cubicBezTo>
                  <a:cubicBezTo>
                    <a:pt x="2685" y="2395"/>
                    <a:pt x="2685" y="2395"/>
                    <a:pt x="2685" y="2395"/>
                  </a:cubicBezTo>
                  <a:cubicBezTo>
                    <a:pt x="2586" y="1857"/>
                    <a:pt x="2586" y="1857"/>
                    <a:pt x="2586" y="1857"/>
                  </a:cubicBezTo>
                  <a:cubicBezTo>
                    <a:pt x="2584" y="1847"/>
                    <a:pt x="2574" y="1840"/>
                    <a:pt x="2565" y="1842"/>
                  </a:cubicBezTo>
                  <a:cubicBezTo>
                    <a:pt x="1826" y="1977"/>
                    <a:pt x="1826" y="1977"/>
                    <a:pt x="1826" y="1977"/>
                  </a:cubicBezTo>
                  <a:cubicBezTo>
                    <a:pt x="1821" y="1978"/>
                    <a:pt x="1817" y="1981"/>
                    <a:pt x="1814" y="1985"/>
                  </a:cubicBezTo>
                  <a:cubicBezTo>
                    <a:pt x="1811" y="1989"/>
                    <a:pt x="1810" y="1994"/>
                    <a:pt x="1811" y="1999"/>
                  </a:cubicBezTo>
                  <a:cubicBezTo>
                    <a:pt x="1906" y="2520"/>
                    <a:pt x="1906" y="2520"/>
                    <a:pt x="1906" y="2520"/>
                  </a:cubicBezTo>
                  <a:cubicBezTo>
                    <a:pt x="1904" y="2523"/>
                    <a:pt x="1901" y="2526"/>
                    <a:pt x="1900" y="2529"/>
                  </a:cubicBezTo>
                  <a:cubicBezTo>
                    <a:pt x="1887" y="2553"/>
                    <a:pt x="1888" y="2579"/>
                    <a:pt x="1890" y="2595"/>
                  </a:cubicBezTo>
                  <a:cubicBezTo>
                    <a:pt x="1859" y="2621"/>
                    <a:pt x="1843" y="2662"/>
                    <a:pt x="1851" y="2704"/>
                  </a:cubicBezTo>
                  <a:cubicBezTo>
                    <a:pt x="1871" y="2800"/>
                    <a:pt x="1871" y="2800"/>
                    <a:pt x="1871" y="2800"/>
                  </a:cubicBezTo>
                  <a:cubicBezTo>
                    <a:pt x="1877" y="2831"/>
                    <a:pt x="1895" y="2857"/>
                    <a:pt x="1922" y="2873"/>
                  </a:cubicBezTo>
                  <a:cubicBezTo>
                    <a:pt x="1935" y="2881"/>
                    <a:pt x="1949" y="2886"/>
                    <a:pt x="1964" y="2888"/>
                  </a:cubicBezTo>
                  <a:cubicBezTo>
                    <a:pt x="1661" y="2888"/>
                    <a:pt x="1661" y="2888"/>
                    <a:pt x="1661" y="2888"/>
                  </a:cubicBezTo>
                  <a:cubicBezTo>
                    <a:pt x="1509" y="2146"/>
                    <a:pt x="1509" y="2146"/>
                    <a:pt x="1509" y="2146"/>
                  </a:cubicBezTo>
                  <a:cubicBezTo>
                    <a:pt x="1483" y="2022"/>
                    <a:pt x="1496" y="1896"/>
                    <a:pt x="1547" y="1781"/>
                  </a:cubicBezTo>
                  <a:cubicBezTo>
                    <a:pt x="1611" y="1633"/>
                    <a:pt x="1611" y="1633"/>
                    <a:pt x="1611" y="1633"/>
                  </a:cubicBezTo>
                  <a:cubicBezTo>
                    <a:pt x="1576" y="1618"/>
                    <a:pt x="1576" y="1618"/>
                    <a:pt x="1576" y="1618"/>
                  </a:cubicBezTo>
                  <a:cubicBezTo>
                    <a:pt x="1512" y="1766"/>
                    <a:pt x="1512" y="1766"/>
                    <a:pt x="1512" y="1766"/>
                  </a:cubicBezTo>
                  <a:cubicBezTo>
                    <a:pt x="1484" y="1830"/>
                    <a:pt x="1468" y="1897"/>
                    <a:pt x="1462" y="1966"/>
                  </a:cubicBezTo>
                  <a:cubicBezTo>
                    <a:pt x="980" y="2120"/>
                    <a:pt x="980" y="2120"/>
                    <a:pt x="980" y="2120"/>
                  </a:cubicBezTo>
                  <a:cubicBezTo>
                    <a:pt x="866" y="2156"/>
                    <a:pt x="742" y="2098"/>
                    <a:pt x="697" y="1986"/>
                  </a:cubicBezTo>
                  <a:cubicBezTo>
                    <a:pt x="422" y="1298"/>
                    <a:pt x="422" y="1298"/>
                    <a:pt x="422" y="1298"/>
                  </a:cubicBezTo>
                  <a:cubicBezTo>
                    <a:pt x="684" y="1149"/>
                    <a:pt x="684" y="1149"/>
                    <a:pt x="684" y="1149"/>
                  </a:cubicBezTo>
                  <a:cubicBezTo>
                    <a:pt x="1050" y="1734"/>
                    <a:pt x="1050" y="1734"/>
                    <a:pt x="1050" y="1734"/>
                  </a:cubicBezTo>
                  <a:cubicBezTo>
                    <a:pt x="1082" y="1714"/>
                    <a:pt x="1082" y="1714"/>
                    <a:pt x="1082" y="1714"/>
                  </a:cubicBezTo>
                  <a:cubicBezTo>
                    <a:pt x="1028" y="1629"/>
                    <a:pt x="1028" y="1629"/>
                    <a:pt x="1028" y="1629"/>
                  </a:cubicBezTo>
                  <a:cubicBezTo>
                    <a:pt x="1078" y="1601"/>
                    <a:pt x="1221" y="1524"/>
                    <a:pt x="1424" y="1432"/>
                  </a:cubicBezTo>
                  <a:cubicBezTo>
                    <a:pt x="1544" y="1378"/>
                    <a:pt x="1698" y="1352"/>
                    <a:pt x="1817" y="1344"/>
                  </a:cubicBezTo>
                  <a:cubicBezTo>
                    <a:pt x="1942" y="1695"/>
                    <a:pt x="1942" y="1695"/>
                    <a:pt x="1942" y="1695"/>
                  </a:cubicBezTo>
                  <a:cubicBezTo>
                    <a:pt x="1944" y="1701"/>
                    <a:pt x="1948" y="1705"/>
                    <a:pt x="1954" y="1707"/>
                  </a:cubicBezTo>
                  <a:cubicBezTo>
                    <a:pt x="1956" y="1707"/>
                    <a:pt x="1958" y="1708"/>
                    <a:pt x="1960" y="1708"/>
                  </a:cubicBezTo>
                  <a:cubicBezTo>
                    <a:pt x="1963" y="1708"/>
                    <a:pt x="1967" y="1707"/>
                    <a:pt x="1970" y="1705"/>
                  </a:cubicBezTo>
                  <a:cubicBezTo>
                    <a:pt x="2510" y="1362"/>
                    <a:pt x="2510" y="1362"/>
                    <a:pt x="2510" y="1362"/>
                  </a:cubicBezTo>
                  <a:cubicBezTo>
                    <a:pt x="2649" y="1389"/>
                    <a:pt x="2831" y="1449"/>
                    <a:pt x="2886" y="1581"/>
                  </a:cubicBezTo>
                  <a:cubicBezTo>
                    <a:pt x="2951" y="1735"/>
                    <a:pt x="3080" y="2192"/>
                    <a:pt x="3120" y="2481"/>
                  </a:cubicBezTo>
                  <a:cubicBezTo>
                    <a:pt x="3141" y="2631"/>
                    <a:pt x="3035" y="2771"/>
                    <a:pt x="2885" y="2793"/>
                  </a:cubicBezTo>
                  <a:lnTo>
                    <a:pt x="2267" y="2881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6" name="Freeform 89"/>
            <p:cNvSpPr/>
            <p:nvPr/>
          </p:nvSpPr>
          <p:spPr bwMode="auto">
            <a:xfrm>
              <a:off x="10642179" y="4247288"/>
              <a:ext cx="369540" cy="397026"/>
            </a:xfrm>
            <a:custGeom>
              <a:avLst/>
              <a:gdLst>
                <a:gd name="T0" fmla="*/ 31 w 781"/>
                <a:gd name="T1" fmla="*/ 0 h 838"/>
                <a:gd name="T2" fmla="*/ 0 w 781"/>
                <a:gd name="T3" fmla="*/ 21 h 838"/>
                <a:gd name="T4" fmla="*/ 757 w 781"/>
                <a:gd name="T5" fmla="*/ 838 h 838"/>
                <a:gd name="T6" fmla="*/ 781 w 781"/>
                <a:gd name="T7" fmla="*/ 809 h 838"/>
                <a:gd name="T8" fmla="*/ 31 w 781"/>
                <a:gd name="T9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1" h="838">
                  <a:moveTo>
                    <a:pt x="31" y="0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213" y="328"/>
                    <a:pt x="468" y="603"/>
                    <a:pt x="757" y="838"/>
                  </a:cubicBezTo>
                  <a:cubicBezTo>
                    <a:pt x="781" y="809"/>
                    <a:pt x="781" y="809"/>
                    <a:pt x="781" y="809"/>
                  </a:cubicBezTo>
                  <a:cubicBezTo>
                    <a:pt x="494" y="576"/>
                    <a:pt x="241" y="304"/>
                    <a:pt x="31" y="0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6127937" y="1843957"/>
            <a:ext cx="1856781" cy="4016826"/>
            <a:chOff x="5264615" y="1694104"/>
            <a:chExt cx="1982077" cy="4287883"/>
          </a:xfrm>
        </p:grpSpPr>
        <p:grpSp>
          <p:nvGrpSpPr>
            <p:cNvPr id="128" name="组合 127"/>
            <p:cNvGrpSpPr/>
            <p:nvPr/>
          </p:nvGrpSpPr>
          <p:grpSpPr>
            <a:xfrm>
              <a:off x="6155379" y="1694104"/>
              <a:ext cx="824593" cy="709557"/>
              <a:chOff x="6318665" y="1694104"/>
              <a:chExt cx="824593" cy="709557"/>
            </a:xfrm>
          </p:grpSpPr>
          <p:sp>
            <p:nvSpPr>
              <p:cNvPr id="62" name="Oval 55"/>
              <p:cNvSpPr>
                <a:spLocks noChangeArrowheads="1"/>
              </p:cNvSpPr>
              <p:nvPr/>
            </p:nvSpPr>
            <p:spPr bwMode="auto">
              <a:xfrm>
                <a:off x="6758448" y="2091130"/>
                <a:ext cx="60063" cy="60063"/>
              </a:xfrm>
              <a:prstGeom prst="ellipse">
                <a:avLst/>
              </a:pr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63" name="Freeform 56"/>
              <p:cNvSpPr/>
              <p:nvPr/>
            </p:nvSpPr>
            <p:spPr bwMode="auto">
              <a:xfrm>
                <a:off x="6699403" y="1824410"/>
                <a:ext cx="178153" cy="179171"/>
              </a:xfrm>
              <a:custGeom>
                <a:avLst/>
                <a:gdLst>
                  <a:gd name="T0" fmla="*/ 377 w 377"/>
                  <a:gd name="T1" fmla="*/ 188 h 377"/>
                  <a:gd name="T2" fmla="*/ 188 w 377"/>
                  <a:gd name="T3" fmla="*/ 0 h 377"/>
                  <a:gd name="T4" fmla="*/ 0 w 377"/>
                  <a:gd name="T5" fmla="*/ 188 h 377"/>
                  <a:gd name="T6" fmla="*/ 0 w 377"/>
                  <a:gd name="T7" fmla="*/ 377 h 377"/>
                  <a:gd name="T8" fmla="*/ 377 w 377"/>
                  <a:gd name="T9" fmla="*/ 377 h 377"/>
                  <a:gd name="T10" fmla="*/ 377 w 377"/>
                  <a:gd name="T11" fmla="*/ 188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7" h="377">
                    <a:moveTo>
                      <a:pt x="377" y="188"/>
                    </a:moveTo>
                    <a:cubicBezTo>
                      <a:pt x="377" y="85"/>
                      <a:pt x="292" y="0"/>
                      <a:pt x="188" y="0"/>
                    </a:cubicBezTo>
                    <a:cubicBezTo>
                      <a:pt x="84" y="0"/>
                      <a:pt x="0" y="85"/>
                      <a:pt x="0" y="188"/>
                    </a:cubicBezTo>
                    <a:cubicBezTo>
                      <a:pt x="0" y="377"/>
                      <a:pt x="0" y="377"/>
                      <a:pt x="0" y="377"/>
                    </a:cubicBezTo>
                    <a:cubicBezTo>
                      <a:pt x="377" y="377"/>
                      <a:pt x="377" y="377"/>
                      <a:pt x="377" y="377"/>
                    </a:cubicBezTo>
                    <a:lnTo>
                      <a:pt x="377" y="188"/>
                    </a:ln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64" name="Freeform 57"/>
              <p:cNvSpPr>
                <a:spLocks noEditPoints="1"/>
              </p:cNvSpPr>
              <p:nvPr/>
            </p:nvSpPr>
            <p:spPr bwMode="auto">
              <a:xfrm>
                <a:off x="6627124" y="2020887"/>
                <a:ext cx="321693" cy="251450"/>
              </a:xfrm>
              <a:custGeom>
                <a:avLst/>
                <a:gdLst>
                  <a:gd name="T0" fmla="*/ 680 w 680"/>
                  <a:gd name="T1" fmla="*/ 0 h 531"/>
                  <a:gd name="T2" fmla="*/ 0 w 680"/>
                  <a:gd name="T3" fmla="*/ 0 h 531"/>
                  <a:gd name="T4" fmla="*/ 0 w 680"/>
                  <a:gd name="T5" fmla="*/ 531 h 531"/>
                  <a:gd name="T6" fmla="*/ 680 w 680"/>
                  <a:gd name="T7" fmla="*/ 531 h 531"/>
                  <a:gd name="T8" fmla="*/ 680 w 680"/>
                  <a:gd name="T9" fmla="*/ 0 h 531"/>
                  <a:gd name="T10" fmla="*/ 359 w 680"/>
                  <a:gd name="T11" fmla="*/ 310 h 531"/>
                  <a:gd name="T12" fmla="*/ 359 w 680"/>
                  <a:gd name="T13" fmla="*/ 402 h 531"/>
                  <a:gd name="T14" fmla="*/ 321 w 680"/>
                  <a:gd name="T15" fmla="*/ 402 h 531"/>
                  <a:gd name="T16" fmla="*/ 321 w 680"/>
                  <a:gd name="T17" fmla="*/ 310 h 531"/>
                  <a:gd name="T18" fmla="*/ 239 w 680"/>
                  <a:gd name="T19" fmla="*/ 211 h 531"/>
                  <a:gd name="T20" fmla="*/ 340 w 680"/>
                  <a:gd name="T21" fmla="*/ 111 h 531"/>
                  <a:gd name="T22" fmla="*/ 441 w 680"/>
                  <a:gd name="T23" fmla="*/ 211 h 531"/>
                  <a:gd name="T24" fmla="*/ 359 w 680"/>
                  <a:gd name="T25" fmla="*/ 310 h 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0" h="531">
                    <a:moveTo>
                      <a:pt x="68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31"/>
                      <a:pt x="0" y="531"/>
                      <a:pt x="0" y="531"/>
                    </a:cubicBezTo>
                    <a:cubicBezTo>
                      <a:pt x="680" y="531"/>
                      <a:pt x="680" y="531"/>
                      <a:pt x="680" y="531"/>
                    </a:cubicBezTo>
                    <a:lnTo>
                      <a:pt x="680" y="0"/>
                    </a:lnTo>
                    <a:close/>
                    <a:moveTo>
                      <a:pt x="359" y="310"/>
                    </a:moveTo>
                    <a:cubicBezTo>
                      <a:pt x="359" y="402"/>
                      <a:pt x="359" y="402"/>
                      <a:pt x="359" y="402"/>
                    </a:cubicBezTo>
                    <a:cubicBezTo>
                      <a:pt x="321" y="402"/>
                      <a:pt x="321" y="402"/>
                      <a:pt x="321" y="402"/>
                    </a:cubicBezTo>
                    <a:cubicBezTo>
                      <a:pt x="321" y="310"/>
                      <a:pt x="321" y="310"/>
                      <a:pt x="321" y="310"/>
                    </a:cubicBezTo>
                    <a:cubicBezTo>
                      <a:pt x="275" y="301"/>
                      <a:pt x="239" y="260"/>
                      <a:pt x="239" y="211"/>
                    </a:cubicBezTo>
                    <a:cubicBezTo>
                      <a:pt x="239" y="156"/>
                      <a:pt x="285" y="111"/>
                      <a:pt x="340" y="111"/>
                    </a:cubicBezTo>
                    <a:cubicBezTo>
                      <a:pt x="396" y="111"/>
                      <a:pt x="441" y="156"/>
                      <a:pt x="441" y="211"/>
                    </a:cubicBezTo>
                    <a:cubicBezTo>
                      <a:pt x="441" y="260"/>
                      <a:pt x="405" y="301"/>
                      <a:pt x="359" y="310"/>
                    </a:cubicBezTo>
                    <a:close/>
                  </a:path>
                </a:pathLst>
              </a:custGeom>
              <a:solidFill>
                <a:srgbClr val="C3DF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65" name="Freeform 58"/>
              <p:cNvSpPr>
                <a:spLocks noEditPoints="1"/>
              </p:cNvSpPr>
              <p:nvPr/>
            </p:nvSpPr>
            <p:spPr bwMode="auto">
              <a:xfrm>
                <a:off x="6451007" y="1711410"/>
                <a:ext cx="673927" cy="673927"/>
              </a:xfrm>
              <a:custGeom>
                <a:avLst/>
                <a:gdLst>
                  <a:gd name="T0" fmla="*/ 0 w 1424"/>
                  <a:gd name="T1" fmla="*/ 1423 h 1423"/>
                  <a:gd name="T2" fmla="*/ 1424 w 1424"/>
                  <a:gd name="T3" fmla="*/ 1423 h 1423"/>
                  <a:gd name="T4" fmla="*/ 1424 w 1424"/>
                  <a:gd name="T5" fmla="*/ 0 h 1423"/>
                  <a:gd name="T6" fmla="*/ 0 w 1424"/>
                  <a:gd name="T7" fmla="*/ 0 h 1423"/>
                  <a:gd name="T8" fmla="*/ 0 w 1424"/>
                  <a:gd name="T9" fmla="*/ 1423 h 1423"/>
                  <a:gd name="T10" fmla="*/ 335 w 1424"/>
                  <a:gd name="T11" fmla="*/ 635 h 1423"/>
                  <a:gd name="T12" fmla="*/ 354 w 1424"/>
                  <a:gd name="T13" fmla="*/ 616 h 1423"/>
                  <a:gd name="T14" fmla="*/ 486 w 1424"/>
                  <a:gd name="T15" fmla="*/ 616 h 1423"/>
                  <a:gd name="T16" fmla="*/ 486 w 1424"/>
                  <a:gd name="T17" fmla="*/ 427 h 1423"/>
                  <a:gd name="T18" fmla="*/ 712 w 1424"/>
                  <a:gd name="T19" fmla="*/ 202 h 1423"/>
                  <a:gd name="T20" fmla="*/ 938 w 1424"/>
                  <a:gd name="T21" fmla="*/ 427 h 1423"/>
                  <a:gd name="T22" fmla="*/ 938 w 1424"/>
                  <a:gd name="T23" fmla="*/ 616 h 1423"/>
                  <a:gd name="T24" fmla="*/ 1070 w 1424"/>
                  <a:gd name="T25" fmla="*/ 616 h 1423"/>
                  <a:gd name="T26" fmla="*/ 1089 w 1424"/>
                  <a:gd name="T27" fmla="*/ 635 h 1423"/>
                  <a:gd name="T28" fmla="*/ 1089 w 1424"/>
                  <a:gd name="T29" fmla="*/ 1203 h 1423"/>
                  <a:gd name="T30" fmla="*/ 1070 w 1424"/>
                  <a:gd name="T31" fmla="*/ 1222 h 1423"/>
                  <a:gd name="T32" fmla="*/ 354 w 1424"/>
                  <a:gd name="T33" fmla="*/ 1222 h 1423"/>
                  <a:gd name="T34" fmla="*/ 335 w 1424"/>
                  <a:gd name="T35" fmla="*/ 1203 h 1423"/>
                  <a:gd name="T36" fmla="*/ 335 w 1424"/>
                  <a:gd name="T37" fmla="*/ 635 h 1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24" h="1423">
                    <a:moveTo>
                      <a:pt x="0" y="1423"/>
                    </a:moveTo>
                    <a:cubicBezTo>
                      <a:pt x="1424" y="1423"/>
                      <a:pt x="1424" y="1423"/>
                      <a:pt x="1424" y="1423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423"/>
                    </a:lnTo>
                    <a:close/>
                    <a:moveTo>
                      <a:pt x="335" y="635"/>
                    </a:moveTo>
                    <a:cubicBezTo>
                      <a:pt x="335" y="624"/>
                      <a:pt x="343" y="616"/>
                      <a:pt x="354" y="616"/>
                    </a:cubicBezTo>
                    <a:cubicBezTo>
                      <a:pt x="486" y="616"/>
                      <a:pt x="486" y="616"/>
                      <a:pt x="486" y="616"/>
                    </a:cubicBezTo>
                    <a:cubicBezTo>
                      <a:pt x="486" y="427"/>
                      <a:pt x="486" y="427"/>
                      <a:pt x="486" y="427"/>
                    </a:cubicBezTo>
                    <a:cubicBezTo>
                      <a:pt x="486" y="303"/>
                      <a:pt x="588" y="202"/>
                      <a:pt x="712" y="202"/>
                    </a:cubicBezTo>
                    <a:cubicBezTo>
                      <a:pt x="837" y="202"/>
                      <a:pt x="938" y="303"/>
                      <a:pt x="938" y="427"/>
                    </a:cubicBezTo>
                    <a:cubicBezTo>
                      <a:pt x="938" y="616"/>
                      <a:pt x="938" y="616"/>
                      <a:pt x="938" y="616"/>
                    </a:cubicBezTo>
                    <a:cubicBezTo>
                      <a:pt x="1070" y="616"/>
                      <a:pt x="1070" y="616"/>
                      <a:pt x="1070" y="616"/>
                    </a:cubicBezTo>
                    <a:cubicBezTo>
                      <a:pt x="1081" y="616"/>
                      <a:pt x="1089" y="624"/>
                      <a:pt x="1089" y="635"/>
                    </a:cubicBezTo>
                    <a:cubicBezTo>
                      <a:pt x="1089" y="1203"/>
                      <a:pt x="1089" y="1203"/>
                      <a:pt x="1089" y="1203"/>
                    </a:cubicBezTo>
                    <a:cubicBezTo>
                      <a:pt x="1089" y="1213"/>
                      <a:pt x="1081" y="1222"/>
                      <a:pt x="1070" y="1222"/>
                    </a:cubicBezTo>
                    <a:cubicBezTo>
                      <a:pt x="354" y="1222"/>
                      <a:pt x="354" y="1222"/>
                      <a:pt x="354" y="1222"/>
                    </a:cubicBezTo>
                    <a:cubicBezTo>
                      <a:pt x="343" y="1222"/>
                      <a:pt x="335" y="1213"/>
                      <a:pt x="335" y="1203"/>
                    </a:cubicBezTo>
                    <a:lnTo>
                      <a:pt x="335" y="635"/>
                    </a:lnTo>
                    <a:close/>
                  </a:path>
                </a:pathLst>
              </a:custGeom>
              <a:solidFill>
                <a:srgbClr val="899C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66" name="Freeform 59"/>
              <p:cNvSpPr>
                <a:spLocks noEditPoints="1"/>
              </p:cNvSpPr>
              <p:nvPr/>
            </p:nvSpPr>
            <p:spPr bwMode="auto">
              <a:xfrm>
                <a:off x="6609817" y="1807103"/>
                <a:ext cx="357324" cy="483558"/>
              </a:xfrm>
              <a:custGeom>
                <a:avLst/>
                <a:gdLst>
                  <a:gd name="T0" fmla="*/ 19 w 754"/>
                  <a:gd name="T1" fmla="*/ 1020 h 1020"/>
                  <a:gd name="T2" fmla="*/ 735 w 754"/>
                  <a:gd name="T3" fmla="*/ 1020 h 1020"/>
                  <a:gd name="T4" fmla="*/ 754 w 754"/>
                  <a:gd name="T5" fmla="*/ 1001 h 1020"/>
                  <a:gd name="T6" fmla="*/ 754 w 754"/>
                  <a:gd name="T7" fmla="*/ 433 h 1020"/>
                  <a:gd name="T8" fmla="*/ 735 w 754"/>
                  <a:gd name="T9" fmla="*/ 414 h 1020"/>
                  <a:gd name="T10" fmla="*/ 603 w 754"/>
                  <a:gd name="T11" fmla="*/ 414 h 1020"/>
                  <a:gd name="T12" fmla="*/ 603 w 754"/>
                  <a:gd name="T13" fmla="*/ 225 h 1020"/>
                  <a:gd name="T14" fmla="*/ 377 w 754"/>
                  <a:gd name="T15" fmla="*/ 0 h 1020"/>
                  <a:gd name="T16" fmla="*/ 151 w 754"/>
                  <a:gd name="T17" fmla="*/ 225 h 1020"/>
                  <a:gd name="T18" fmla="*/ 151 w 754"/>
                  <a:gd name="T19" fmla="*/ 414 h 1020"/>
                  <a:gd name="T20" fmla="*/ 19 w 754"/>
                  <a:gd name="T21" fmla="*/ 414 h 1020"/>
                  <a:gd name="T22" fmla="*/ 0 w 754"/>
                  <a:gd name="T23" fmla="*/ 433 h 1020"/>
                  <a:gd name="T24" fmla="*/ 0 w 754"/>
                  <a:gd name="T25" fmla="*/ 1001 h 1020"/>
                  <a:gd name="T26" fmla="*/ 19 w 754"/>
                  <a:gd name="T27" fmla="*/ 1020 h 1020"/>
                  <a:gd name="T28" fmla="*/ 189 w 754"/>
                  <a:gd name="T29" fmla="*/ 225 h 1020"/>
                  <a:gd name="T30" fmla="*/ 377 w 754"/>
                  <a:gd name="T31" fmla="*/ 37 h 1020"/>
                  <a:gd name="T32" fmla="*/ 566 w 754"/>
                  <a:gd name="T33" fmla="*/ 225 h 1020"/>
                  <a:gd name="T34" fmla="*/ 566 w 754"/>
                  <a:gd name="T35" fmla="*/ 414 h 1020"/>
                  <a:gd name="T36" fmla="*/ 189 w 754"/>
                  <a:gd name="T37" fmla="*/ 414 h 1020"/>
                  <a:gd name="T38" fmla="*/ 189 w 754"/>
                  <a:gd name="T39" fmla="*/ 225 h 1020"/>
                  <a:gd name="T40" fmla="*/ 37 w 754"/>
                  <a:gd name="T41" fmla="*/ 451 h 1020"/>
                  <a:gd name="T42" fmla="*/ 717 w 754"/>
                  <a:gd name="T43" fmla="*/ 451 h 1020"/>
                  <a:gd name="T44" fmla="*/ 717 w 754"/>
                  <a:gd name="T45" fmla="*/ 982 h 1020"/>
                  <a:gd name="T46" fmla="*/ 37 w 754"/>
                  <a:gd name="T47" fmla="*/ 982 h 1020"/>
                  <a:gd name="T48" fmla="*/ 37 w 754"/>
                  <a:gd name="T49" fmla="*/ 451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54" h="1020">
                    <a:moveTo>
                      <a:pt x="19" y="1020"/>
                    </a:moveTo>
                    <a:cubicBezTo>
                      <a:pt x="735" y="1020"/>
                      <a:pt x="735" y="1020"/>
                      <a:pt x="735" y="1020"/>
                    </a:cubicBezTo>
                    <a:cubicBezTo>
                      <a:pt x="746" y="1020"/>
                      <a:pt x="754" y="1011"/>
                      <a:pt x="754" y="1001"/>
                    </a:cubicBezTo>
                    <a:cubicBezTo>
                      <a:pt x="754" y="433"/>
                      <a:pt x="754" y="433"/>
                      <a:pt x="754" y="433"/>
                    </a:cubicBezTo>
                    <a:cubicBezTo>
                      <a:pt x="754" y="422"/>
                      <a:pt x="746" y="414"/>
                      <a:pt x="735" y="414"/>
                    </a:cubicBezTo>
                    <a:cubicBezTo>
                      <a:pt x="603" y="414"/>
                      <a:pt x="603" y="414"/>
                      <a:pt x="603" y="414"/>
                    </a:cubicBezTo>
                    <a:cubicBezTo>
                      <a:pt x="603" y="225"/>
                      <a:pt x="603" y="225"/>
                      <a:pt x="603" y="225"/>
                    </a:cubicBezTo>
                    <a:cubicBezTo>
                      <a:pt x="603" y="101"/>
                      <a:pt x="502" y="0"/>
                      <a:pt x="377" y="0"/>
                    </a:cubicBezTo>
                    <a:cubicBezTo>
                      <a:pt x="253" y="0"/>
                      <a:pt x="151" y="101"/>
                      <a:pt x="151" y="225"/>
                    </a:cubicBezTo>
                    <a:cubicBezTo>
                      <a:pt x="151" y="414"/>
                      <a:pt x="151" y="414"/>
                      <a:pt x="151" y="414"/>
                    </a:cubicBezTo>
                    <a:cubicBezTo>
                      <a:pt x="19" y="414"/>
                      <a:pt x="19" y="414"/>
                      <a:pt x="19" y="414"/>
                    </a:cubicBezTo>
                    <a:cubicBezTo>
                      <a:pt x="8" y="414"/>
                      <a:pt x="0" y="422"/>
                      <a:pt x="0" y="433"/>
                    </a:cubicBezTo>
                    <a:cubicBezTo>
                      <a:pt x="0" y="1001"/>
                      <a:pt x="0" y="1001"/>
                      <a:pt x="0" y="1001"/>
                    </a:cubicBezTo>
                    <a:cubicBezTo>
                      <a:pt x="0" y="1011"/>
                      <a:pt x="8" y="1020"/>
                      <a:pt x="19" y="1020"/>
                    </a:cubicBezTo>
                    <a:close/>
                    <a:moveTo>
                      <a:pt x="189" y="225"/>
                    </a:moveTo>
                    <a:cubicBezTo>
                      <a:pt x="189" y="122"/>
                      <a:pt x="273" y="37"/>
                      <a:pt x="377" y="37"/>
                    </a:cubicBezTo>
                    <a:cubicBezTo>
                      <a:pt x="481" y="37"/>
                      <a:pt x="566" y="122"/>
                      <a:pt x="566" y="225"/>
                    </a:cubicBezTo>
                    <a:cubicBezTo>
                      <a:pt x="566" y="414"/>
                      <a:pt x="566" y="414"/>
                      <a:pt x="566" y="414"/>
                    </a:cubicBezTo>
                    <a:cubicBezTo>
                      <a:pt x="189" y="414"/>
                      <a:pt x="189" y="414"/>
                      <a:pt x="189" y="414"/>
                    </a:cubicBezTo>
                    <a:lnTo>
                      <a:pt x="189" y="225"/>
                    </a:lnTo>
                    <a:close/>
                    <a:moveTo>
                      <a:pt x="37" y="451"/>
                    </a:moveTo>
                    <a:cubicBezTo>
                      <a:pt x="717" y="451"/>
                      <a:pt x="717" y="451"/>
                      <a:pt x="717" y="451"/>
                    </a:cubicBezTo>
                    <a:cubicBezTo>
                      <a:pt x="717" y="982"/>
                      <a:pt x="717" y="982"/>
                      <a:pt x="717" y="982"/>
                    </a:cubicBezTo>
                    <a:cubicBezTo>
                      <a:pt x="37" y="982"/>
                      <a:pt x="37" y="982"/>
                      <a:pt x="37" y="982"/>
                    </a:cubicBezTo>
                    <a:lnTo>
                      <a:pt x="37" y="451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67" name="Freeform 60"/>
              <p:cNvSpPr>
                <a:spLocks noEditPoints="1"/>
              </p:cNvSpPr>
              <p:nvPr/>
            </p:nvSpPr>
            <p:spPr bwMode="auto">
              <a:xfrm>
                <a:off x="6740124" y="2073824"/>
                <a:ext cx="95694" cy="137432"/>
              </a:xfrm>
              <a:custGeom>
                <a:avLst/>
                <a:gdLst>
                  <a:gd name="T0" fmla="*/ 101 w 202"/>
                  <a:gd name="T1" fmla="*/ 0 h 291"/>
                  <a:gd name="T2" fmla="*/ 0 w 202"/>
                  <a:gd name="T3" fmla="*/ 100 h 291"/>
                  <a:gd name="T4" fmla="*/ 82 w 202"/>
                  <a:gd name="T5" fmla="*/ 199 h 291"/>
                  <a:gd name="T6" fmla="*/ 82 w 202"/>
                  <a:gd name="T7" fmla="*/ 291 h 291"/>
                  <a:gd name="T8" fmla="*/ 120 w 202"/>
                  <a:gd name="T9" fmla="*/ 291 h 291"/>
                  <a:gd name="T10" fmla="*/ 120 w 202"/>
                  <a:gd name="T11" fmla="*/ 199 h 291"/>
                  <a:gd name="T12" fmla="*/ 202 w 202"/>
                  <a:gd name="T13" fmla="*/ 100 h 291"/>
                  <a:gd name="T14" fmla="*/ 101 w 202"/>
                  <a:gd name="T15" fmla="*/ 0 h 291"/>
                  <a:gd name="T16" fmla="*/ 101 w 202"/>
                  <a:gd name="T17" fmla="*/ 163 h 291"/>
                  <a:gd name="T18" fmla="*/ 38 w 202"/>
                  <a:gd name="T19" fmla="*/ 100 h 291"/>
                  <a:gd name="T20" fmla="*/ 101 w 202"/>
                  <a:gd name="T21" fmla="*/ 37 h 291"/>
                  <a:gd name="T22" fmla="*/ 164 w 202"/>
                  <a:gd name="T23" fmla="*/ 100 h 291"/>
                  <a:gd name="T24" fmla="*/ 101 w 202"/>
                  <a:gd name="T25" fmla="*/ 163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2" h="291">
                    <a:moveTo>
                      <a:pt x="101" y="0"/>
                    </a:moveTo>
                    <a:cubicBezTo>
                      <a:pt x="46" y="0"/>
                      <a:pt x="0" y="45"/>
                      <a:pt x="0" y="100"/>
                    </a:cubicBezTo>
                    <a:cubicBezTo>
                      <a:pt x="0" y="149"/>
                      <a:pt x="36" y="190"/>
                      <a:pt x="82" y="199"/>
                    </a:cubicBezTo>
                    <a:cubicBezTo>
                      <a:pt x="82" y="291"/>
                      <a:pt x="82" y="291"/>
                      <a:pt x="82" y="291"/>
                    </a:cubicBezTo>
                    <a:cubicBezTo>
                      <a:pt x="120" y="291"/>
                      <a:pt x="120" y="291"/>
                      <a:pt x="120" y="291"/>
                    </a:cubicBezTo>
                    <a:cubicBezTo>
                      <a:pt x="120" y="199"/>
                      <a:pt x="120" y="199"/>
                      <a:pt x="120" y="199"/>
                    </a:cubicBezTo>
                    <a:cubicBezTo>
                      <a:pt x="166" y="190"/>
                      <a:pt x="202" y="149"/>
                      <a:pt x="202" y="100"/>
                    </a:cubicBezTo>
                    <a:cubicBezTo>
                      <a:pt x="202" y="45"/>
                      <a:pt x="157" y="0"/>
                      <a:pt x="101" y="0"/>
                    </a:cubicBezTo>
                    <a:close/>
                    <a:moveTo>
                      <a:pt x="101" y="163"/>
                    </a:moveTo>
                    <a:cubicBezTo>
                      <a:pt x="66" y="163"/>
                      <a:pt x="38" y="135"/>
                      <a:pt x="38" y="100"/>
                    </a:cubicBezTo>
                    <a:cubicBezTo>
                      <a:pt x="38" y="65"/>
                      <a:pt x="66" y="37"/>
                      <a:pt x="101" y="37"/>
                    </a:cubicBezTo>
                    <a:cubicBezTo>
                      <a:pt x="136" y="37"/>
                      <a:pt x="164" y="65"/>
                      <a:pt x="164" y="100"/>
                    </a:cubicBezTo>
                    <a:cubicBezTo>
                      <a:pt x="164" y="135"/>
                      <a:pt x="136" y="163"/>
                      <a:pt x="101" y="163"/>
                    </a:cubicBez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68" name="Freeform 61"/>
              <p:cNvSpPr>
                <a:spLocks noEditPoints="1"/>
              </p:cNvSpPr>
              <p:nvPr/>
            </p:nvSpPr>
            <p:spPr bwMode="auto">
              <a:xfrm>
                <a:off x="6433701" y="1694104"/>
                <a:ext cx="709557" cy="709557"/>
              </a:xfrm>
              <a:custGeom>
                <a:avLst/>
                <a:gdLst>
                  <a:gd name="T0" fmla="*/ 1479 w 1498"/>
                  <a:gd name="T1" fmla="*/ 0 h 1498"/>
                  <a:gd name="T2" fmla="*/ 19 w 1498"/>
                  <a:gd name="T3" fmla="*/ 0 h 1498"/>
                  <a:gd name="T4" fmla="*/ 0 w 1498"/>
                  <a:gd name="T5" fmla="*/ 18 h 1498"/>
                  <a:gd name="T6" fmla="*/ 0 w 1498"/>
                  <a:gd name="T7" fmla="*/ 1479 h 1498"/>
                  <a:gd name="T8" fmla="*/ 19 w 1498"/>
                  <a:gd name="T9" fmla="*/ 1498 h 1498"/>
                  <a:gd name="T10" fmla="*/ 1479 w 1498"/>
                  <a:gd name="T11" fmla="*/ 1498 h 1498"/>
                  <a:gd name="T12" fmla="*/ 1498 w 1498"/>
                  <a:gd name="T13" fmla="*/ 1479 h 1498"/>
                  <a:gd name="T14" fmla="*/ 1498 w 1498"/>
                  <a:gd name="T15" fmla="*/ 18 h 1498"/>
                  <a:gd name="T16" fmla="*/ 1479 w 1498"/>
                  <a:gd name="T17" fmla="*/ 0 h 1498"/>
                  <a:gd name="T18" fmla="*/ 1461 w 1498"/>
                  <a:gd name="T19" fmla="*/ 1460 h 1498"/>
                  <a:gd name="T20" fmla="*/ 37 w 1498"/>
                  <a:gd name="T21" fmla="*/ 1460 h 1498"/>
                  <a:gd name="T22" fmla="*/ 37 w 1498"/>
                  <a:gd name="T23" fmla="*/ 37 h 1498"/>
                  <a:gd name="T24" fmla="*/ 1461 w 1498"/>
                  <a:gd name="T25" fmla="*/ 37 h 1498"/>
                  <a:gd name="T26" fmla="*/ 1461 w 1498"/>
                  <a:gd name="T27" fmla="*/ 1460 h 1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8" h="1498">
                    <a:moveTo>
                      <a:pt x="1479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1479"/>
                      <a:pt x="0" y="1479"/>
                      <a:pt x="0" y="1479"/>
                    </a:cubicBezTo>
                    <a:cubicBezTo>
                      <a:pt x="0" y="1489"/>
                      <a:pt x="8" y="1498"/>
                      <a:pt x="19" y="1498"/>
                    </a:cubicBezTo>
                    <a:cubicBezTo>
                      <a:pt x="1479" y="1498"/>
                      <a:pt x="1479" y="1498"/>
                      <a:pt x="1479" y="1498"/>
                    </a:cubicBezTo>
                    <a:cubicBezTo>
                      <a:pt x="1490" y="1498"/>
                      <a:pt x="1498" y="1489"/>
                      <a:pt x="1498" y="1479"/>
                    </a:cubicBezTo>
                    <a:cubicBezTo>
                      <a:pt x="1498" y="18"/>
                      <a:pt x="1498" y="18"/>
                      <a:pt x="1498" y="18"/>
                    </a:cubicBezTo>
                    <a:cubicBezTo>
                      <a:pt x="1498" y="8"/>
                      <a:pt x="1490" y="0"/>
                      <a:pt x="1479" y="0"/>
                    </a:cubicBezTo>
                    <a:close/>
                    <a:moveTo>
                      <a:pt x="1461" y="1460"/>
                    </a:moveTo>
                    <a:cubicBezTo>
                      <a:pt x="37" y="1460"/>
                      <a:pt x="37" y="1460"/>
                      <a:pt x="37" y="1460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1461" y="37"/>
                      <a:pt x="1461" y="37"/>
                      <a:pt x="1461" y="37"/>
                    </a:cubicBezTo>
                    <a:lnTo>
                      <a:pt x="1461" y="1460"/>
                    </a:lnTo>
                    <a:close/>
                  </a:path>
                </a:pathLst>
              </a:cu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  <p:sp>
            <p:nvSpPr>
              <p:cNvPr id="69" name="Rectangle 62"/>
              <p:cNvSpPr>
                <a:spLocks noChangeArrowheads="1"/>
              </p:cNvSpPr>
              <p:nvPr/>
            </p:nvSpPr>
            <p:spPr bwMode="auto">
              <a:xfrm>
                <a:off x="6318665" y="2053463"/>
                <a:ext cx="26468" cy="17306"/>
              </a:xfrm>
              <a:prstGeom prst="rect">
                <a:avLst/>
              </a:prstGeom>
              <a:solidFill>
                <a:srgbClr val="4143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Manrope SemiBold" charset="0"/>
                </a:endParaRPr>
              </a:p>
            </p:txBody>
          </p:sp>
        </p:grpSp>
        <p:sp>
          <p:nvSpPr>
            <p:cNvPr id="70" name="Freeform 63"/>
            <p:cNvSpPr>
              <a:spLocks noEditPoints="1"/>
            </p:cNvSpPr>
            <p:nvPr/>
          </p:nvSpPr>
          <p:spPr bwMode="auto">
            <a:xfrm>
              <a:off x="5556786" y="2053463"/>
              <a:ext cx="530386" cy="17306"/>
            </a:xfrm>
            <a:custGeom>
              <a:avLst/>
              <a:gdLst>
                <a:gd name="T0" fmla="*/ 521 w 521"/>
                <a:gd name="T1" fmla="*/ 17 h 17"/>
                <a:gd name="T2" fmla="*/ 470 w 521"/>
                <a:gd name="T3" fmla="*/ 17 h 17"/>
                <a:gd name="T4" fmla="*/ 470 w 521"/>
                <a:gd name="T5" fmla="*/ 0 h 17"/>
                <a:gd name="T6" fmla="*/ 521 w 521"/>
                <a:gd name="T7" fmla="*/ 0 h 17"/>
                <a:gd name="T8" fmla="*/ 521 w 521"/>
                <a:gd name="T9" fmla="*/ 17 h 17"/>
                <a:gd name="T10" fmla="*/ 403 w 521"/>
                <a:gd name="T11" fmla="*/ 17 h 17"/>
                <a:gd name="T12" fmla="*/ 353 w 521"/>
                <a:gd name="T13" fmla="*/ 17 h 17"/>
                <a:gd name="T14" fmla="*/ 353 w 521"/>
                <a:gd name="T15" fmla="*/ 0 h 17"/>
                <a:gd name="T16" fmla="*/ 403 w 521"/>
                <a:gd name="T17" fmla="*/ 0 h 17"/>
                <a:gd name="T18" fmla="*/ 403 w 521"/>
                <a:gd name="T19" fmla="*/ 17 h 17"/>
                <a:gd name="T20" fmla="*/ 286 w 521"/>
                <a:gd name="T21" fmla="*/ 17 h 17"/>
                <a:gd name="T22" fmla="*/ 236 w 521"/>
                <a:gd name="T23" fmla="*/ 17 h 17"/>
                <a:gd name="T24" fmla="*/ 236 w 521"/>
                <a:gd name="T25" fmla="*/ 0 h 17"/>
                <a:gd name="T26" fmla="*/ 286 w 521"/>
                <a:gd name="T27" fmla="*/ 0 h 17"/>
                <a:gd name="T28" fmla="*/ 286 w 521"/>
                <a:gd name="T29" fmla="*/ 17 h 17"/>
                <a:gd name="T30" fmla="*/ 168 w 521"/>
                <a:gd name="T31" fmla="*/ 17 h 17"/>
                <a:gd name="T32" fmla="*/ 118 w 521"/>
                <a:gd name="T33" fmla="*/ 17 h 17"/>
                <a:gd name="T34" fmla="*/ 118 w 521"/>
                <a:gd name="T35" fmla="*/ 0 h 17"/>
                <a:gd name="T36" fmla="*/ 168 w 521"/>
                <a:gd name="T37" fmla="*/ 0 h 17"/>
                <a:gd name="T38" fmla="*/ 168 w 521"/>
                <a:gd name="T39" fmla="*/ 17 h 17"/>
                <a:gd name="T40" fmla="*/ 51 w 521"/>
                <a:gd name="T41" fmla="*/ 17 h 17"/>
                <a:gd name="T42" fmla="*/ 0 w 521"/>
                <a:gd name="T43" fmla="*/ 17 h 17"/>
                <a:gd name="T44" fmla="*/ 0 w 521"/>
                <a:gd name="T45" fmla="*/ 0 h 17"/>
                <a:gd name="T46" fmla="*/ 51 w 521"/>
                <a:gd name="T47" fmla="*/ 0 h 17"/>
                <a:gd name="T48" fmla="*/ 51 w 521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21" h="17">
                  <a:moveTo>
                    <a:pt x="521" y="17"/>
                  </a:moveTo>
                  <a:lnTo>
                    <a:pt x="470" y="17"/>
                  </a:lnTo>
                  <a:lnTo>
                    <a:pt x="470" y="0"/>
                  </a:lnTo>
                  <a:lnTo>
                    <a:pt x="521" y="0"/>
                  </a:lnTo>
                  <a:lnTo>
                    <a:pt x="521" y="17"/>
                  </a:lnTo>
                  <a:close/>
                  <a:moveTo>
                    <a:pt x="403" y="17"/>
                  </a:moveTo>
                  <a:lnTo>
                    <a:pt x="353" y="17"/>
                  </a:lnTo>
                  <a:lnTo>
                    <a:pt x="353" y="0"/>
                  </a:lnTo>
                  <a:lnTo>
                    <a:pt x="403" y="0"/>
                  </a:lnTo>
                  <a:lnTo>
                    <a:pt x="403" y="17"/>
                  </a:lnTo>
                  <a:close/>
                  <a:moveTo>
                    <a:pt x="286" y="17"/>
                  </a:moveTo>
                  <a:lnTo>
                    <a:pt x="236" y="17"/>
                  </a:lnTo>
                  <a:lnTo>
                    <a:pt x="236" y="0"/>
                  </a:lnTo>
                  <a:lnTo>
                    <a:pt x="286" y="0"/>
                  </a:lnTo>
                  <a:lnTo>
                    <a:pt x="286" y="17"/>
                  </a:lnTo>
                  <a:close/>
                  <a:moveTo>
                    <a:pt x="168" y="17"/>
                  </a:moveTo>
                  <a:lnTo>
                    <a:pt x="118" y="17"/>
                  </a:lnTo>
                  <a:lnTo>
                    <a:pt x="118" y="0"/>
                  </a:lnTo>
                  <a:lnTo>
                    <a:pt x="168" y="0"/>
                  </a:lnTo>
                  <a:lnTo>
                    <a:pt x="168" y="17"/>
                  </a:lnTo>
                  <a:close/>
                  <a:moveTo>
                    <a:pt x="51" y="17"/>
                  </a:moveTo>
                  <a:lnTo>
                    <a:pt x="0" y="17"/>
                  </a:lnTo>
                  <a:lnTo>
                    <a:pt x="0" y="0"/>
                  </a:lnTo>
                  <a:lnTo>
                    <a:pt x="51" y="0"/>
                  </a:lnTo>
                  <a:lnTo>
                    <a:pt x="51" y="17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1" name="Freeform 64"/>
            <p:cNvSpPr/>
            <p:nvPr/>
          </p:nvSpPr>
          <p:spPr bwMode="auto">
            <a:xfrm>
              <a:off x="5453966" y="2053463"/>
              <a:ext cx="34613" cy="35631"/>
            </a:xfrm>
            <a:custGeom>
              <a:avLst/>
              <a:gdLst>
                <a:gd name="T0" fmla="*/ 37 w 74"/>
                <a:gd name="T1" fmla="*/ 75 h 75"/>
                <a:gd name="T2" fmla="*/ 0 w 74"/>
                <a:gd name="T3" fmla="*/ 75 h 75"/>
                <a:gd name="T4" fmla="*/ 0 w 74"/>
                <a:gd name="T5" fmla="*/ 19 h 75"/>
                <a:gd name="T6" fmla="*/ 18 w 74"/>
                <a:gd name="T7" fmla="*/ 0 h 75"/>
                <a:gd name="T8" fmla="*/ 74 w 74"/>
                <a:gd name="T9" fmla="*/ 0 h 75"/>
                <a:gd name="T10" fmla="*/ 74 w 74"/>
                <a:gd name="T11" fmla="*/ 38 h 75"/>
                <a:gd name="T12" fmla="*/ 37 w 74"/>
                <a:gd name="T13" fmla="*/ 38 h 75"/>
                <a:gd name="T14" fmla="*/ 37 w 74"/>
                <a:gd name="T15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75">
                  <a:moveTo>
                    <a:pt x="37" y="75"/>
                  </a:moveTo>
                  <a:cubicBezTo>
                    <a:pt x="0" y="75"/>
                    <a:pt x="0" y="75"/>
                    <a:pt x="0" y="75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37" y="38"/>
                    <a:pt x="37" y="38"/>
                    <a:pt x="37" y="38"/>
                  </a:cubicBezTo>
                  <a:lnTo>
                    <a:pt x="37" y="75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2" name="Freeform 65"/>
            <p:cNvSpPr>
              <a:spLocks noEditPoints="1"/>
            </p:cNvSpPr>
            <p:nvPr/>
          </p:nvSpPr>
          <p:spPr bwMode="auto">
            <a:xfrm>
              <a:off x="5453966" y="2164427"/>
              <a:ext cx="17306" cy="718719"/>
            </a:xfrm>
            <a:custGeom>
              <a:avLst/>
              <a:gdLst>
                <a:gd name="T0" fmla="*/ 17 w 17"/>
                <a:gd name="T1" fmla="*/ 706 h 706"/>
                <a:gd name="T2" fmla="*/ 0 w 17"/>
                <a:gd name="T3" fmla="*/ 706 h 706"/>
                <a:gd name="T4" fmla="*/ 0 w 17"/>
                <a:gd name="T5" fmla="*/ 650 h 706"/>
                <a:gd name="T6" fmla="*/ 17 w 17"/>
                <a:gd name="T7" fmla="*/ 650 h 706"/>
                <a:gd name="T8" fmla="*/ 17 w 17"/>
                <a:gd name="T9" fmla="*/ 706 h 706"/>
                <a:gd name="T10" fmla="*/ 17 w 17"/>
                <a:gd name="T11" fmla="*/ 576 h 706"/>
                <a:gd name="T12" fmla="*/ 0 w 17"/>
                <a:gd name="T13" fmla="*/ 576 h 706"/>
                <a:gd name="T14" fmla="*/ 0 w 17"/>
                <a:gd name="T15" fmla="*/ 520 h 706"/>
                <a:gd name="T16" fmla="*/ 17 w 17"/>
                <a:gd name="T17" fmla="*/ 520 h 706"/>
                <a:gd name="T18" fmla="*/ 17 w 17"/>
                <a:gd name="T19" fmla="*/ 576 h 706"/>
                <a:gd name="T20" fmla="*/ 17 w 17"/>
                <a:gd name="T21" fmla="*/ 446 h 706"/>
                <a:gd name="T22" fmla="*/ 0 w 17"/>
                <a:gd name="T23" fmla="*/ 446 h 706"/>
                <a:gd name="T24" fmla="*/ 0 w 17"/>
                <a:gd name="T25" fmla="*/ 390 h 706"/>
                <a:gd name="T26" fmla="*/ 17 w 17"/>
                <a:gd name="T27" fmla="*/ 390 h 706"/>
                <a:gd name="T28" fmla="*/ 17 w 17"/>
                <a:gd name="T29" fmla="*/ 446 h 706"/>
                <a:gd name="T30" fmla="*/ 17 w 17"/>
                <a:gd name="T31" fmla="*/ 316 h 706"/>
                <a:gd name="T32" fmla="*/ 0 w 17"/>
                <a:gd name="T33" fmla="*/ 316 h 706"/>
                <a:gd name="T34" fmla="*/ 0 w 17"/>
                <a:gd name="T35" fmla="*/ 260 h 706"/>
                <a:gd name="T36" fmla="*/ 17 w 17"/>
                <a:gd name="T37" fmla="*/ 260 h 706"/>
                <a:gd name="T38" fmla="*/ 17 w 17"/>
                <a:gd name="T39" fmla="*/ 316 h 706"/>
                <a:gd name="T40" fmla="*/ 17 w 17"/>
                <a:gd name="T41" fmla="*/ 186 h 706"/>
                <a:gd name="T42" fmla="*/ 0 w 17"/>
                <a:gd name="T43" fmla="*/ 186 h 706"/>
                <a:gd name="T44" fmla="*/ 0 w 17"/>
                <a:gd name="T45" fmla="*/ 130 h 706"/>
                <a:gd name="T46" fmla="*/ 17 w 17"/>
                <a:gd name="T47" fmla="*/ 130 h 706"/>
                <a:gd name="T48" fmla="*/ 17 w 17"/>
                <a:gd name="T49" fmla="*/ 186 h 706"/>
                <a:gd name="T50" fmla="*/ 17 w 17"/>
                <a:gd name="T51" fmla="*/ 56 h 706"/>
                <a:gd name="T52" fmla="*/ 0 w 17"/>
                <a:gd name="T53" fmla="*/ 56 h 706"/>
                <a:gd name="T54" fmla="*/ 0 w 17"/>
                <a:gd name="T55" fmla="*/ 0 h 706"/>
                <a:gd name="T56" fmla="*/ 17 w 17"/>
                <a:gd name="T57" fmla="*/ 0 h 706"/>
                <a:gd name="T58" fmla="*/ 17 w 17"/>
                <a:gd name="T59" fmla="*/ 5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7" h="706">
                  <a:moveTo>
                    <a:pt x="17" y="706"/>
                  </a:moveTo>
                  <a:lnTo>
                    <a:pt x="0" y="706"/>
                  </a:lnTo>
                  <a:lnTo>
                    <a:pt x="0" y="650"/>
                  </a:lnTo>
                  <a:lnTo>
                    <a:pt x="17" y="650"/>
                  </a:lnTo>
                  <a:lnTo>
                    <a:pt x="17" y="706"/>
                  </a:lnTo>
                  <a:close/>
                  <a:moveTo>
                    <a:pt x="17" y="576"/>
                  </a:moveTo>
                  <a:lnTo>
                    <a:pt x="0" y="576"/>
                  </a:lnTo>
                  <a:lnTo>
                    <a:pt x="0" y="520"/>
                  </a:lnTo>
                  <a:lnTo>
                    <a:pt x="17" y="520"/>
                  </a:lnTo>
                  <a:lnTo>
                    <a:pt x="17" y="576"/>
                  </a:lnTo>
                  <a:close/>
                  <a:moveTo>
                    <a:pt x="17" y="446"/>
                  </a:moveTo>
                  <a:lnTo>
                    <a:pt x="0" y="446"/>
                  </a:lnTo>
                  <a:lnTo>
                    <a:pt x="0" y="390"/>
                  </a:lnTo>
                  <a:lnTo>
                    <a:pt x="17" y="390"/>
                  </a:lnTo>
                  <a:lnTo>
                    <a:pt x="17" y="446"/>
                  </a:lnTo>
                  <a:close/>
                  <a:moveTo>
                    <a:pt x="17" y="316"/>
                  </a:moveTo>
                  <a:lnTo>
                    <a:pt x="0" y="316"/>
                  </a:lnTo>
                  <a:lnTo>
                    <a:pt x="0" y="260"/>
                  </a:lnTo>
                  <a:lnTo>
                    <a:pt x="17" y="260"/>
                  </a:lnTo>
                  <a:lnTo>
                    <a:pt x="17" y="316"/>
                  </a:lnTo>
                  <a:close/>
                  <a:moveTo>
                    <a:pt x="17" y="186"/>
                  </a:moveTo>
                  <a:lnTo>
                    <a:pt x="0" y="186"/>
                  </a:lnTo>
                  <a:lnTo>
                    <a:pt x="0" y="130"/>
                  </a:lnTo>
                  <a:lnTo>
                    <a:pt x="17" y="130"/>
                  </a:lnTo>
                  <a:lnTo>
                    <a:pt x="17" y="186"/>
                  </a:lnTo>
                  <a:close/>
                  <a:moveTo>
                    <a:pt x="17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7" y="0"/>
                  </a:lnTo>
                  <a:lnTo>
                    <a:pt x="17" y="56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3" name="Freeform 66"/>
            <p:cNvSpPr/>
            <p:nvPr/>
          </p:nvSpPr>
          <p:spPr bwMode="auto">
            <a:xfrm>
              <a:off x="5453966" y="2958480"/>
              <a:ext cx="34613" cy="35631"/>
            </a:xfrm>
            <a:custGeom>
              <a:avLst/>
              <a:gdLst>
                <a:gd name="T0" fmla="*/ 74 w 74"/>
                <a:gd name="T1" fmla="*/ 75 h 75"/>
                <a:gd name="T2" fmla="*/ 18 w 74"/>
                <a:gd name="T3" fmla="*/ 75 h 75"/>
                <a:gd name="T4" fmla="*/ 0 w 74"/>
                <a:gd name="T5" fmla="*/ 56 h 75"/>
                <a:gd name="T6" fmla="*/ 0 w 74"/>
                <a:gd name="T7" fmla="*/ 0 h 75"/>
                <a:gd name="T8" fmla="*/ 37 w 74"/>
                <a:gd name="T9" fmla="*/ 0 h 75"/>
                <a:gd name="T10" fmla="*/ 37 w 74"/>
                <a:gd name="T11" fmla="*/ 38 h 75"/>
                <a:gd name="T12" fmla="*/ 74 w 74"/>
                <a:gd name="T13" fmla="*/ 38 h 75"/>
                <a:gd name="T14" fmla="*/ 74 w 74"/>
                <a:gd name="T15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75">
                  <a:moveTo>
                    <a:pt x="74" y="75"/>
                  </a:moveTo>
                  <a:cubicBezTo>
                    <a:pt x="18" y="75"/>
                    <a:pt x="18" y="75"/>
                    <a:pt x="18" y="75"/>
                  </a:cubicBezTo>
                  <a:cubicBezTo>
                    <a:pt x="8" y="75"/>
                    <a:pt x="0" y="67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74" y="38"/>
                    <a:pt x="74" y="38"/>
                    <a:pt x="74" y="38"/>
                  </a:cubicBezTo>
                  <a:lnTo>
                    <a:pt x="74" y="75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4" name="Freeform 67"/>
            <p:cNvSpPr>
              <a:spLocks noEditPoints="1"/>
            </p:cNvSpPr>
            <p:nvPr/>
          </p:nvSpPr>
          <p:spPr bwMode="auto">
            <a:xfrm>
              <a:off x="5560858" y="2976804"/>
              <a:ext cx="178153" cy="17306"/>
            </a:xfrm>
            <a:custGeom>
              <a:avLst/>
              <a:gdLst>
                <a:gd name="T0" fmla="*/ 175 w 175"/>
                <a:gd name="T1" fmla="*/ 17 h 17"/>
                <a:gd name="T2" fmla="*/ 122 w 175"/>
                <a:gd name="T3" fmla="*/ 17 h 17"/>
                <a:gd name="T4" fmla="*/ 122 w 175"/>
                <a:gd name="T5" fmla="*/ 0 h 17"/>
                <a:gd name="T6" fmla="*/ 175 w 175"/>
                <a:gd name="T7" fmla="*/ 0 h 17"/>
                <a:gd name="T8" fmla="*/ 175 w 175"/>
                <a:gd name="T9" fmla="*/ 17 h 17"/>
                <a:gd name="T10" fmla="*/ 52 w 175"/>
                <a:gd name="T11" fmla="*/ 17 h 17"/>
                <a:gd name="T12" fmla="*/ 0 w 175"/>
                <a:gd name="T13" fmla="*/ 17 h 17"/>
                <a:gd name="T14" fmla="*/ 0 w 175"/>
                <a:gd name="T15" fmla="*/ 0 h 17"/>
                <a:gd name="T16" fmla="*/ 52 w 175"/>
                <a:gd name="T17" fmla="*/ 0 h 17"/>
                <a:gd name="T18" fmla="*/ 52 w 17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5" h="17">
                  <a:moveTo>
                    <a:pt x="175" y="17"/>
                  </a:moveTo>
                  <a:lnTo>
                    <a:pt x="122" y="17"/>
                  </a:lnTo>
                  <a:lnTo>
                    <a:pt x="122" y="0"/>
                  </a:lnTo>
                  <a:lnTo>
                    <a:pt x="175" y="0"/>
                  </a:lnTo>
                  <a:lnTo>
                    <a:pt x="175" y="17"/>
                  </a:lnTo>
                  <a:close/>
                  <a:moveTo>
                    <a:pt x="52" y="17"/>
                  </a:moveTo>
                  <a:lnTo>
                    <a:pt x="0" y="17"/>
                  </a:lnTo>
                  <a:lnTo>
                    <a:pt x="0" y="0"/>
                  </a:lnTo>
                  <a:lnTo>
                    <a:pt x="52" y="0"/>
                  </a:lnTo>
                  <a:lnTo>
                    <a:pt x="52" y="17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75" name="Rectangle 68"/>
            <p:cNvSpPr>
              <a:spLocks noChangeArrowheads="1"/>
            </p:cNvSpPr>
            <p:nvPr/>
          </p:nvSpPr>
          <p:spPr bwMode="auto">
            <a:xfrm>
              <a:off x="5810271" y="2976804"/>
              <a:ext cx="26468" cy="17306"/>
            </a:xfrm>
            <a:prstGeom prst="rect">
              <a:avLst/>
            </a:pr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7" name="Freeform 90"/>
            <p:cNvSpPr>
              <a:spLocks noEditPoints="1"/>
            </p:cNvSpPr>
            <p:nvPr/>
          </p:nvSpPr>
          <p:spPr bwMode="auto">
            <a:xfrm>
              <a:off x="5577146" y="5711195"/>
              <a:ext cx="424513" cy="211747"/>
            </a:xfrm>
            <a:custGeom>
              <a:avLst/>
              <a:gdLst>
                <a:gd name="T0" fmla="*/ 302 w 898"/>
                <a:gd name="T1" fmla="*/ 86 h 446"/>
                <a:gd name="T2" fmla="*/ 371 w 898"/>
                <a:gd name="T3" fmla="*/ 80 h 446"/>
                <a:gd name="T4" fmla="*/ 340 w 898"/>
                <a:gd name="T5" fmla="*/ 0 h 446"/>
                <a:gd name="T6" fmla="*/ 26 w 898"/>
                <a:gd name="T7" fmla="*/ 0 h 446"/>
                <a:gd name="T8" fmla="*/ 37 w 898"/>
                <a:gd name="T9" fmla="*/ 163 h 446"/>
                <a:gd name="T10" fmla="*/ 37 w 898"/>
                <a:gd name="T11" fmla="*/ 168 h 446"/>
                <a:gd name="T12" fmla="*/ 0 w 898"/>
                <a:gd name="T13" fmla="*/ 446 h 446"/>
                <a:gd name="T14" fmla="*/ 898 w 898"/>
                <a:gd name="T15" fmla="*/ 446 h 446"/>
                <a:gd name="T16" fmla="*/ 895 w 898"/>
                <a:gd name="T17" fmla="*/ 441 h 446"/>
                <a:gd name="T18" fmla="*/ 782 w 898"/>
                <a:gd name="T19" fmla="*/ 378 h 446"/>
                <a:gd name="T20" fmla="*/ 673 w 898"/>
                <a:gd name="T21" fmla="*/ 353 h 446"/>
                <a:gd name="T22" fmla="*/ 654 w 898"/>
                <a:gd name="T23" fmla="*/ 409 h 446"/>
                <a:gd name="T24" fmla="*/ 619 w 898"/>
                <a:gd name="T25" fmla="*/ 397 h 446"/>
                <a:gd name="T26" fmla="*/ 637 w 898"/>
                <a:gd name="T27" fmla="*/ 340 h 446"/>
                <a:gd name="T28" fmla="*/ 577 w 898"/>
                <a:gd name="T29" fmla="*/ 312 h 446"/>
                <a:gd name="T30" fmla="*/ 545 w 898"/>
                <a:gd name="T31" fmla="*/ 372 h 446"/>
                <a:gd name="T32" fmla="*/ 512 w 898"/>
                <a:gd name="T33" fmla="*/ 355 h 446"/>
                <a:gd name="T34" fmla="*/ 544 w 898"/>
                <a:gd name="T35" fmla="*/ 293 h 446"/>
                <a:gd name="T36" fmla="*/ 497 w 898"/>
                <a:gd name="T37" fmla="*/ 258 h 446"/>
                <a:gd name="T38" fmla="*/ 450 w 898"/>
                <a:gd name="T39" fmla="*/ 308 h 446"/>
                <a:gd name="T40" fmla="*/ 423 w 898"/>
                <a:gd name="T41" fmla="*/ 282 h 446"/>
                <a:gd name="T42" fmla="*/ 470 w 898"/>
                <a:gd name="T43" fmla="*/ 232 h 446"/>
                <a:gd name="T44" fmla="*/ 434 w 898"/>
                <a:gd name="T45" fmla="*/ 188 h 446"/>
                <a:gd name="T46" fmla="*/ 360 w 898"/>
                <a:gd name="T47" fmla="*/ 227 h 446"/>
                <a:gd name="T48" fmla="*/ 342 w 898"/>
                <a:gd name="T49" fmla="*/ 194 h 446"/>
                <a:gd name="T50" fmla="*/ 412 w 898"/>
                <a:gd name="T51" fmla="*/ 158 h 446"/>
                <a:gd name="T52" fmla="*/ 388 w 898"/>
                <a:gd name="T53" fmla="*/ 116 h 446"/>
                <a:gd name="T54" fmla="*/ 305 w 898"/>
                <a:gd name="T55" fmla="*/ 123 h 446"/>
                <a:gd name="T56" fmla="*/ 302 w 898"/>
                <a:gd name="T57" fmla="*/ 86 h 446"/>
                <a:gd name="T58" fmla="*/ 188 w 898"/>
                <a:gd name="T59" fmla="*/ 305 h 446"/>
                <a:gd name="T60" fmla="*/ 94 w 898"/>
                <a:gd name="T61" fmla="*/ 211 h 446"/>
                <a:gd name="T62" fmla="*/ 188 w 898"/>
                <a:gd name="T63" fmla="*/ 117 h 446"/>
                <a:gd name="T64" fmla="*/ 282 w 898"/>
                <a:gd name="T65" fmla="*/ 211 h 446"/>
                <a:gd name="T66" fmla="*/ 188 w 898"/>
                <a:gd name="T67" fmla="*/ 305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98" h="446">
                  <a:moveTo>
                    <a:pt x="302" y="86"/>
                  </a:moveTo>
                  <a:cubicBezTo>
                    <a:pt x="371" y="80"/>
                    <a:pt x="371" y="80"/>
                    <a:pt x="371" y="80"/>
                  </a:cubicBezTo>
                  <a:cubicBezTo>
                    <a:pt x="360" y="55"/>
                    <a:pt x="350" y="29"/>
                    <a:pt x="34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7" y="163"/>
                    <a:pt x="37" y="163"/>
                    <a:pt x="37" y="163"/>
                  </a:cubicBezTo>
                  <a:cubicBezTo>
                    <a:pt x="38" y="165"/>
                    <a:pt x="37" y="167"/>
                    <a:pt x="37" y="168"/>
                  </a:cubicBezTo>
                  <a:cubicBezTo>
                    <a:pt x="37" y="170"/>
                    <a:pt x="10" y="297"/>
                    <a:pt x="0" y="446"/>
                  </a:cubicBezTo>
                  <a:cubicBezTo>
                    <a:pt x="898" y="446"/>
                    <a:pt x="898" y="446"/>
                    <a:pt x="898" y="446"/>
                  </a:cubicBezTo>
                  <a:cubicBezTo>
                    <a:pt x="897" y="445"/>
                    <a:pt x="896" y="443"/>
                    <a:pt x="895" y="441"/>
                  </a:cubicBezTo>
                  <a:cubicBezTo>
                    <a:pt x="874" y="408"/>
                    <a:pt x="836" y="387"/>
                    <a:pt x="782" y="378"/>
                  </a:cubicBezTo>
                  <a:cubicBezTo>
                    <a:pt x="746" y="372"/>
                    <a:pt x="709" y="364"/>
                    <a:pt x="673" y="353"/>
                  </a:cubicBezTo>
                  <a:cubicBezTo>
                    <a:pt x="654" y="409"/>
                    <a:pt x="654" y="409"/>
                    <a:pt x="654" y="409"/>
                  </a:cubicBezTo>
                  <a:cubicBezTo>
                    <a:pt x="619" y="397"/>
                    <a:pt x="619" y="397"/>
                    <a:pt x="619" y="397"/>
                  </a:cubicBezTo>
                  <a:cubicBezTo>
                    <a:pt x="637" y="340"/>
                    <a:pt x="637" y="340"/>
                    <a:pt x="637" y="340"/>
                  </a:cubicBezTo>
                  <a:cubicBezTo>
                    <a:pt x="617" y="333"/>
                    <a:pt x="596" y="323"/>
                    <a:pt x="577" y="312"/>
                  </a:cubicBezTo>
                  <a:cubicBezTo>
                    <a:pt x="545" y="372"/>
                    <a:pt x="545" y="372"/>
                    <a:pt x="545" y="372"/>
                  </a:cubicBezTo>
                  <a:cubicBezTo>
                    <a:pt x="512" y="355"/>
                    <a:pt x="512" y="355"/>
                    <a:pt x="512" y="355"/>
                  </a:cubicBezTo>
                  <a:cubicBezTo>
                    <a:pt x="544" y="293"/>
                    <a:pt x="544" y="293"/>
                    <a:pt x="544" y="293"/>
                  </a:cubicBezTo>
                  <a:cubicBezTo>
                    <a:pt x="528" y="283"/>
                    <a:pt x="513" y="271"/>
                    <a:pt x="497" y="258"/>
                  </a:cubicBezTo>
                  <a:cubicBezTo>
                    <a:pt x="450" y="308"/>
                    <a:pt x="450" y="308"/>
                    <a:pt x="450" y="308"/>
                  </a:cubicBezTo>
                  <a:cubicBezTo>
                    <a:pt x="423" y="282"/>
                    <a:pt x="423" y="282"/>
                    <a:pt x="423" y="282"/>
                  </a:cubicBezTo>
                  <a:cubicBezTo>
                    <a:pt x="470" y="232"/>
                    <a:pt x="470" y="232"/>
                    <a:pt x="470" y="232"/>
                  </a:cubicBezTo>
                  <a:cubicBezTo>
                    <a:pt x="458" y="219"/>
                    <a:pt x="445" y="204"/>
                    <a:pt x="434" y="188"/>
                  </a:cubicBezTo>
                  <a:cubicBezTo>
                    <a:pt x="360" y="227"/>
                    <a:pt x="360" y="227"/>
                    <a:pt x="360" y="227"/>
                  </a:cubicBezTo>
                  <a:cubicBezTo>
                    <a:pt x="342" y="194"/>
                    <a:pt x="342" y="194"/>
                    <a:pt x="342" y="194"/>
                  </a:cubicBezTo>
                  <a:cubicBezTo>
                    <a:pt x="412" y="158"/>
                    <a:pt x="412" y="158"/>
                    <a:pt x="412" y="158"/>
                  </a:cubicBezTo>
                  <a:cubicBezTo>
                    <a:pt x="404" y="145"/>
                    <a:pt x="396" y="131"/>
                    <a:pt x="388" y="116"/>
                  </a:cubicBezTo>
                  <a:cubicBezTo>
                    <a:pt x="305" y="123"/>
                    <a:pt x="305" y="123"/>
                    <a:pt x="305" y="123"/>
                  </a:cubicBezTo>
                  <a:lnTo>
                    <a:pt x="302" y="86"/>
                  </a:lnTo>
                  <a:close/>
                  <a:moveTo>
                    <a:pt x="188" y="305"/>
                  </a:moveTo>
                  <a:cubicBezTo>
                    <a:pt x="136" y="305"/>
                    <a:pt x="94" y="263"/>
                    <a:pt x="94" y="211"/>
                  </a:cubicBezTo>
                  <a:cubicBezTo>
                    <a:pt x="94" y="159"/>
                    <a:pt x="136" y="117"/>
                    <a:pt x="188" y="117"/>
                  </a:cubicBezTo>
                  <a:cubicBezTo>
                    <a:pt x="239" y="117"/>
                    <a:pt x="282" y="159"/>
                    <a:pt x="282" y="211"/>
                  </a:cubicBezTo>
                  <a:cubicBezTo>
                    <a:pt x="282" y="263"/>
                    <a:pt x="239" y="305"/>
                    <a:pt x="188" y="305"/>
                  </a:cubicBezTo>
                  <a:close/>
                </a:path>
              </a:pathLst>
            </a:custGeom>
            <a:solidFill>
              <a:srgbClr val="899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8" name="Freeform 91"/>
            <p:cNvSpPr/>
            <p:nvPr/>
          </p:nvSpPr>
          <p:spPr bwMode="auto">
            <a:xfrm>
              <a:off x="6165559" y="5941266"/>
              <a:ext cx="435711" cy="22396"/>
            </a:xfrm>
            <a:custGeom>
              <a:avLst/>
              <a:gdLst>
                <a:gd name="T0" fmla="*/ 0 w 920"/>
                <a:gd name="T1" fmla="*/ 49 h 49"/>
                <a:gd name="T2" fmla="*/ 918 w 920"/>
                <a:gd name="T3" fmla="*/ 49 h 49"/>
                <a:gd name="T4" fmla="*/ 916 w 920"/>
                <a:gd name="T5" fmla="*/ 0 h 49"/>
                <a:gd name="T6" fmla="*/ 1 w 920"/>
                <a:gd name="T7" fmla="*/ 0 h 49"/>
                <a:gd name="T8" fmla="*/ 0 w 920"/>
                <a:gd name="T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0" h="49">
                  <a:moveTo>
                    <a:pt x="0" y="49"/>
                  </a:moveTo>
                  <a:cubicBezTo>
                    <a:pt x="918" y="49"/>
                    <a:pt x="918" y="49"/>
                    <a:pt x="918" y="49"/>
                  </a:cubicBezTo>
                  <a:cubicBezTo>
                    <a:pt x="919" y="38"/>
                    <a:pt x="920" y="19"/>
                    <a:pt x="916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6"/>
                    <a:pt x="0" y="33"/>
                    <a:pt x="0" y="49"/>
                  </a:cubicBezTo>
                  <a:close/>
                </a:path>
              </a:pathLst>
            </a:cu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99" name="Oval 92"/>
            <p:cNvSpPr>
              <a:spLocks noChangeArrowheads="1"/>
            </p:cNvSpPr>
            <p:nvPr/>
          </p:nvSpPr>
          <p:spPr bwMode="auto">
            <a:xfrm>
              <a:off x="5639245" y="5784492"/>
              <a:ext cx="52937" cy="53955"/>
            </a:xfrm>
            <a:prstGeom prst="ellipse">
              <a:avLst/>
            </a:pr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0" name="Oval 93"/>
            <p:cNvSpPr>
              <a:spLocks noChangeArrowheads="1"/>
            </p:cNvSpPr>
            <p:nvPr/>
          </p:nvSpPr>
          <p:spPr bwMode="auto">
            <a:xfrm>
              <a:off x="6229694" y="5784492"/>
              <a:ext cx="52937" cy="53955"/>
            </a:xfrm>
            <a:prstGeom prst="ellipse">
              <a:avLst/>
            </a:pr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1" name="Freeform 94"/>
            <p:cNvSpPr>
              <a:spLocks noEditPoints="1"/>
            </p:cNvSpPr>
            <p:nvPr/>
          </p:nvSpPr>
          <p:spPr bwMode="auto">
            <a:xfrm>
              <a:off x="6167595" y="5711195"/>
              <a:ext cx="424513" cy="211747"/>
            </a:xfrm>
            <a:custGeom>
              <a:avLst/>
              <a:gdLst>
                <a:gd name="T0" fmla="*/ 302 w 898"/>
                <a:gd name="T1" fmla="*/ 86 h 446"/>
                <a:gd name="T2" fmla="*/ 371 w 898"/>
                <a:gd name="T3" fmla="*/ 80 h 446"/>
                <a:gd name="T4" fmla="*/ 340 w 898"/>
                <a:gd name="T5" fmla="*/ 0 h 446"/>
                <a:gd name="T6" fmla="*/ 26 w 898"/>
                <a:gd name="T7" fmla="*/ 0 h 446"/>
                <a:gd name="T8" fmla="*/ 37 w 898"/>
                <a:gd name="T9" fmla="*/ 163 h 446"/>
                <a:gd name="T10" fmla="*/ 37 w 898"/>
                <a:gd name="T11" fmla="*/ 168 h 446"/>
                <a:gd name="T12" fmla="*/ 0 w 898"/>
                <a:gd name="T13" fmla="*/ 446 h 446"/>
                <a:gd name="T14" fmla="*/ 898 w 898"/>
                <a:gd name="T15" fmla="*/ 446 h 446"/>
                <a:gd name="T16" fmla="*/ 895 w 898"/>
                <a:gd name="T17" fmla="*/ 441 h 446"/>
                <a:gd name="T18" fmla="*/ 782 w 898"/>
                <a:gd name="T19" fmla="*/ 378 h 446"/>
                <a:gd name="T20" fmla="*/ 673 w 898"/>
                <a:gd name="T21" fmla="*/ 353 h 446"/>
                <a:gd name="T22" fmla="*/ 654 w 898"/>
                <a:gd name="T23" fmla="*/ 409 h 446"/>
                <a:gd name="T24" fmla="*/ 619 w 898"/>
                <a:gd name="T25" fmla="*/ 397 h 446"/>
                <a:gd name="T26" fmla="*/ 637 w 898"/>
                <a:gd name="T27" fmla="*/ 340 h 446"/>
                <a:gd name="T28" fmla="*/ 576 w 898"/>
                <a:gd name="T29" fmla="*/ 312 h 446"/>
                <a:gd name="T30" fmla="*/ 545 w 898"/>
                <a:gd name="T31" fmla="*/ 372 h 446"/>
                <a:gd name="T32" fmla="*/ 512 w 898"/>
                <a:gd name="T33" fmla="*/ 355 h 446"/>
                <a:gd name="T34" fmla="*/ 544 w 898"/>
                <a:gd name="T35" fmla="*/ 293 h 446"/>
                <a:gd name="T36" fmla="*/ 497 w 898"/>
                <a:gd name="T37" fmla="*/ 258 h 446"/>
                <a:gd name="T38" fmla="*/ 450 w 898"/>
                <a:gd name="T39" fmla="*/ 308 h 446"/>
                <a:gd name="T40" fmla="*/ 422 w 898"/>
                <a:gd name="T41" fmla="*/ 282 h 446"/>
                <a:gd name="T42" fmla="*/ 470 w 898"/>
                <a:gd name="T43" fmla="*/ 232 h 446"/>
                <a:gd name="T44" fmla="*/ 433 w 898"/>
                <a:gd name="T45" fmla="*/ 188 h 446"/>
                <a:gd name="T46" fmla="*/ 360 w 898"/>
                <a:gd name="T47" fmla="*/ 227 h 446"/>
                <a:gd name="T48" fmla="*/ 342 w 898"/>
                <a:gd name="T49" fmla="*/ 194 h 446"/>
                <a:gd name="T50" fmla="*/ 412 w 898"/>
                <a:gd name="T51" fmla="*/ 158 h 446"/>
                <a:gd name="T52" fmla="*/ 388 w 898"/>
                <a:gd name="T53" fmla="*/ 116 h 446"/>
                <a:gd name="T54" fmla="*/ 305 w 898"/>
                <a:gd name="T55" fmla="*/ 123 h 446"/>
                <a:gd name="T56" fmla="*/ 302 w 898"/>
                <a:gd name="T57" fmla="*/ 86 h 446"/>
                <a:gd name="T58" fmla="*/ 187 w 898"/>
                <a:gd name="T59" fmla="*/ 305 h 446"/>
                <a:gd name="T60" fmla="*/ 93 w 898"/>
                <a:gd name="T61" fmla="*/ 211 h 446"/>
                <a:gd name="T62" fmla="*/ 187 w 898"/>
                <a:gd name="T63" fmla="*/ 117 h 446"/>
                <a:gd name="T64" fmla="*/ 282 w 898"/>
                <a:gd name="T65" fmla="*/ 211 h 446"/>
                <a:gd name="T66" fmla="*/ 187 w 898"/>
                <a:gd name="T67" fmla="*/ 305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98" h="446">
                  <a:moveTo>
                    <a:pt x="302" y="86"/>
                  </a:moveTo>
                  <a:cubicBezTo>
                    <a:pt x="371" y="80"/>
                    <a:pt x="371" y="80"/>
                    <a:pt x="371" y="80"/>
                  </a:cubicBezTo>
                  <a:cubicBezTo>
                    <a:pt x="360" y="55"/>
                    <a:pt x="349" y="29"/>
                    <a:pt x="34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7" y="163"/>
                    <a:pt x="37" y="163"/>
                    <a:pt x="37" y="163"/>
                  </a:cubicBezTo>
                  <a:cubicBezTo>
                    <a:pt x="37" y="165"/>
                    <a:pt x="37" y="167"/>
                    <a:pt x="37" y="168"/>
                  </a:cubicBezTo>
                  <a:cubicBezTo>
                    <a:pt x="37" y="170"/>
                    <a:pt x="10" y="297"/>
                    <a:pt x="0" y="446"/>
                  </a:cubicBezTo>
                  <a:cubicBezTo>
                    <a:pt x="898" y="446"/>
                    <a:pt x="898" y="446"/>
                    <a:pt x="898" y="446"/>
                  </a:cubicBezTo>
                  <a:cubicBezTo>
                    <a:pt x="897" y="445"/>
                    <a:pt x="896" y="443"/>
                    <a:pt x="895" y="441"/>
                  </a:cubicBezTo>
                  <a:cubicBezTo>
                    <a:pt x="874" y="408"/>
                    <a:pt x="836" y="387"/>
                    <a:pt x="782" y="378"/>
                  </a:cubicBezTo>
                  <a:cubicBezTo>
                    <a:pt x="746" y="372"/>
                    <a:pt x="709" y="364"/>
                    <a:pt x="673" y="353"/>
                  </a:cubicBezTo>
                  <a:cubicBezTo>
                    <a:pt x="654" y="409"/>
                    <a:pt x="654" y="409"/>
                    <a:pt x="654" y="409"/>
                  </a:cubicBezTo>
                  <a:cubicBezTo>
                    <a:pt x="619" y="397"/>
                    <a:pt x="619" y="397"/>
                    <a:pt x="619" y="397"/>
                  </a:cubicBezTo>
                  <a:cubicBezTo>
                    <a:pt x="637" y="340"/>
                    <a:pt x="637" y="340"/>
                    <a:pt x="637" y="340"/>
                  </a:cubicBezTo>
                  <a:cubicBezTo>
                    <a:pt x="617" y="333"/>
                    <a:pt x="596" y="323"/>
                    <a:pt x="576" y="312"/>
                  </a:cubicBezTo>
                  <a:cubicBezTo>
                    <a:pt x="545" y="372"/>
                    <a:pt x="545" y="372"/>
                    <a:pt x="545" y="372"/>
                  </a:cubicBezTo>
                  <a:cubicBezTo>
                    <a:pt x="512" y="355"/>
                    <a:pt x="512" y="355"/>
                    <a:pt x="512" y="355"/>
                  </a:cubicBezTo>
                  <a:cubicBezTo>
                    <a:pt x="544" y="293"/>
                    <a:pt x="544" y="293"/>
                    <a:pt x="544" y="293"/>
                  </a:cubicBezTo>
                  <a:cubicBezTo>
                    <a:pt x="528" y="283"/>
                    <a:pt x="512" y="271"/>
                    <a:pt x="497" y="258"/>
                  </a:cubicBezTo>
                  <a:cubicBezTo>
                    <a:pt x="450" y="308"/>
                    <a:pt x="450" y="308"/>
                    <a:pt x="450" y="308"/>
                  </a:cubicBezTo>
                  <a:cubicBezTo>
                    <a:pt x="422" y="282"/>
                    <a:pt x="422" y="282"/>
                    <a:pt x="422" y="282"/>
                  </a:cubicBezTo>
                  <a:cubicBezTo>
                    <a:pt x="470" y="232"/>
                    <a:pt x="470" y="232"/>
                    <a:pt x="470" y="232"/>
                  </a:cubicBezTo>
                  <a:cubicBezTo>
                    <a:pt x="457" y="219"/>
                    <a:pt x="445" y="204"/>
                    <a:pt x="433" y="188"/>
                  </a:cubicBezTo>
                  <a:cubicBezTo>
                    <a:pt x="360" y="227"/>
                    <a:pt x="360" y="227"/>
                    <a:pt x="360" y="227"/>
                  </a:cubicBezTo>
                  <a:cubicBezTo>
                    <a:pt x="342" y="194"/>
                    <a:pt x="342" y="194"/>
                    <a:pt x="342" y="194"/>
                  </a:cubicBezTo>
                  <a:cubicBezTo>
                    <a:pt x="412" y="158"/>
                    <a:pt x="412" y="158"/>
                    <a:pt x="412" y="158"/>
                  </a:cubicBezTo>
                  <a:cubicBezTo>
                    <a:pt x="404" y="145"/>
                    <a:pt x="396" y="131"/>
                    <a:pt x="388" y="116"/>
                  </a:cubicBezTo>
                  <a:cubicBezTo>
                    <a:pt x="305" y="123"/>
                    <a:pt x="305" y="123"/>
                    <a:pt x="305" y="123"/>
                  </a:cubicBezTo>
                  <a:lnTo>
                    <a:pt x="302" y="86"/>
                  </a:lnTo>
                  <a:close/>
                  <a:moveTo>
                    <a:pt x="187" y="305"/>
                  </a:moveTo>
                  <a:cubicBezTo>
                    <a:pt x="136" y="305"/>
                    <a:pt x="93" y="263"/>
                    <a:pt x="93" y="211"/>
                  </a:cubicBezTo>
                  <a:cubicBezTo>
                    <a:pt x="93" y="159"/>
                    <a:pt x="136" y="117"/>
                    <a:pt x="187" y="117"/>
                  </a:cubicBezTo>
                  <a:cubicBezTo>
                    <a:pt x="239" y="117"/>
                    <a:pt x="282" y="159"/>
                    <a:pt x="282" y="211"/>
                  </a:cubicBezTo>
                  <a:cubicBezTo>
                    <a:pt x="282" y="263"/>
                    <a:pt x="239" y="305"/>
                    <a:pt x="187" y="305"/>
                  </a:cubicBezTo>
                  <a:close/>
                </a:path>
              </a:pathLst>
            </a:custGeom>
            <a:solidFill>
              <a:srgbClr val="899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2" name="Freeform 95"/>
            <p:cNvSpPr/>
            <p:nvPr/>
          </p:nvSpPr>
          <p:spPr bwMode="auto">
            <a:xfrm>
              <a:off x="5575110" y="5941266"/>
              <a:ext cx="435711" cy="22396"/>
            </a:xfrm>
            <a:custGeom>
              <a:avLst/>
              <a:gdLst>
                <a:gd name="T0" fmla="*/ 0 w 920"/>
                <a:gd name="T1" fmla="*/ 49 h 49"/>
                <a:gd name="T2" fmla="*/ 918 w 920"/>
                <a:gd name="T3" fmla="*/ 49 h 49"/>
                <a:gd name="T4" fmla="*/ 916 w 920"/>
                <a:gd name="T5" fmla="*/ 0 h 49"/>
                <a:gd name="T6" fmla="*/ 2 w 920"/>
                <a:gd name="T7" fmla="*/ 0 h 49"/>
                <a:gd name="T8" fmla="*/ 0 w 920"/>
                <a:gd name="T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0" h="49">
                  <a:moveTo>
                    <a:pt x="0" y="49"/>
                  </a:moveTo>
                  <a:cubicBezTo>
                    <a:pt x="918" y="49"/>
                    <a:pt x="918" y="49"/>
                    <a:pt x="918" y="49"/>
                  </a:cubicBezTo>
                  <a:cubicBezTo>
                    <a:pt x="920" y="38"/>
                    <a:pt x="920" y="19"/>
                    <a:pt x="91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6"/>
                    <a:pt x="0" y="33"/>
                    <a:pt x="0" y="49"/>
                  </a:cubicBezTo>
                  <a:close/>
                </a:path>
              </a:pathLst>
            </a:cu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3" name="Freeform 96"/>
            <p:cNvSpPr/>
            <p:nvPr/>
          </p:nvSpPr>
          <p:spPr bwMode="auto">
            <a:xfrm>
              <a:off x="5974172" y="3088786"/>
              <a:ext cx="256540" cy="251450"/>
            </a:xfrm>
            <a:custGeom>
              <a:avLst/>
              <a:gdLst>
                <a:gd name="T0" fmla="*/ 256 w 542"/>
                <a:gd name="T1" fmla="*/ 517 h 530"/>
                <a:gd name="T2" fmla="*/ 542 w 542"/>
                <a:gd name="T3" fmla="*/ 390 h 530"/>
                <a:gd name="T4" fmla="*/ 487 w 542"/>
                <a:gd name="T5" fmla="*/ 385 h 530"/>
                <a:gd name="T6" fmla="*/ 471 w 542"/>
                <a:gd name="T7" fmla="*/ 366 h 530"/>
                <a:gd name="T8" fmla="*/ 471 w 542"/>
                <a:gd name="T9" fmla="*/ 161 h 530"/>
                <a:gd name="T10" fmla="*/ 155 w 542"/>
                <a:gd name="T11" fmla="*/ 0 h 530"/>
                <a:gd name="T12" fmla="*/ 90 w 542"/>
                <a:gd name="T13" fmla="*/ 369 h 530"/>
                <a:gd name="T14" fmla="*/ 73 w 542"/>
                <a:gd name="T15" fmla="*/ 385 h 530"/>
                <a:gd name="T16" fmla="*/ 0 w 542"/>
                <a:gd name="T17" fmla="*/ 392 h 530"/>
                <a:gd name="T18" fmla="*/ 256 w 542"/>
                <a:gd name="T19" fmla="*/ 517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2" h="530">
                  <a:moveTo>
                    <a:pt x="256" y="517"/>
                  </a:moveTo>
                  <a:cubicBezTo>
                    <a:pt x="408" y="530"/>
                    <a:pt x="504" y="437"/>
                    <a:pt x="542" y="390"/>
                  </a:cubicBezTo>
                  <a:cubicBezTo>
                    <a:pt x="487" y="385"/>
                    <a:pt x="487" y="385"/>
                    <a:pt x="487" y="385"/>
                  </a:cubicBezTo>
                  <a:cubicBezTo>
                    <a:pt x="478" y="384"/>
                    <a:pt x="471" y="376"/>
                    <a:pt x="471" y="366"/>
                  </a:cubicBezTo>
                  <a:cubicBezTo>
                    <a:pt x="471" y="161"/>
                    <a:pt x="471" y="161"/>
                    <a:pt x="471" y="161"/>
                  </a:cubicBezTo>
                  <a:cubicBezTo>
                    <a:pt x="319" y="138"/>
                    <a:pt x="216" y="63"/>
                    <a:pt x="155" y="0"/>
                  </a:cubicBezTo>
                  <a:cubicBezTo>
                    <a:pt x="90" y="369"/>
                    <a:pt x="90" y="369"/>
                    <a:pt x="90" y="369"/>
                  </a:cubicBezTo>
                  <a:cubicBezTo>
                    <a:pt x="89" y="378"/>
                    <a:pt x="82" y="384"/>
                    <a:pt x="73" y="385"/>
                  </a:cubicBezTo>
                  <a:cubicBezTo>
                    <a:pt x="52" y="386"/>
                    <a:pt x="27" y="389"/>
                    <a:pt x="0" y="392"/>
                  </a:cubicBezTo>
                  <a:cubicBezTo>
                    <a:pt x="31" y="430"/>
                    <a:pt x="108" y="503"/>
                    <a:pt x="256" y="517"/>
                  </a:cubicBez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4" name="Freeform 97"/>
            <p:cNvSpPr/>
            <p:nvPr/>
          </p:nvSpPr>
          <p:spPr bwMode="auto">
            <a:xfrm>
              <a:off x="6146217" y="3004290"/>
              <a:ext cx="145576" cy="89585"/>
            </a:xfrm>
            <a:custGeom>
              <a:avLst/>
              <a:gdLst>
                <a:gd name="T0" fmla="*/ 289 w 307"/>
                <a:gd name="T1" fmla="*/ 30 h 189"/>
                <a:gd name="T2" fmla="*/ 22 w 307"/>
                <a:gd name="T3" fmla="*/ 0 h 189"/>
                <a:gd name="T4" fmla="*/ 8 w 307"/>
                <a:gd name="T5" fmla="*/ 5 h 189"/>
                <a:gd name="T6" fmla="*/ 2 w 307"/>
                <a:gd name="T7" fmla="*/ 18 h 189"/>
                <a:gd name="T8" fmla="*/ 129 w 307"/>
                <a:gd name="T9" fmla="*/ 186 h 189"/>
                <a:gd name="T10" fmla="*/ 156 w 307"/>
                <a:gd name="T11" fmla="*/ 189 h 189"/>
                <a:gd name="T12" fmla="*/ 305 w 307"/>
                <a:gd name="T13" fmla="*/ 53 h 189"/>
                <a:gd name="T14" fmla="*/ 302 w 307"/>
                <a:gd name="T15" fmla="*/ 38 h 189"/>
                <a:gd name="T16" fmla="*/ 289 w 307"/>
                <a:gd name="T17" fmla="*/ 3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7" h="189">
                  <a:moveTo>
                    <a:pt x="289" y="3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7" y="0"/>
                    <a:pt x="12" y="1"/>
                    <a:pt x="8" y="5"/>
                  </a:cubicBezTo>
                  <a:cubicBezTo>
                    <a:pt x="4" y="8"/>
                    <a:pt x="2" y="13"/>
                    <a:pt x="2" y="18"/>
                  </a:cubicBezTo>
                  <a:cubicBezTo>
                    <a:pt x="0" y="68"/>
                    <a:pt x="25" y="167"/>
                    <a:pt x="129" y="186"/>
                  </a:cubicBezTo>
                  <a:cubicBezTo>
                    <a:pt x="138" y="188"/>
                    <a:pt x="147" y="189"/>
                    <a:pt x="156" y="189"/>
                  </a:cubicBezTo>
                  <a:cubicBezTo>
                    <a:pt x="244" y="189"/>
                    <a:pt x="291" y="103"/>
                    <a:pt x="305" y="53"/>
                  </a:cubicBezTo>
                  <a:cubicBezTo>
                    <a:pt x="307" y="48"/>
                    <a:pt x="306" y="42"/>
                    <a:pt x="302" y="38"/>
                  </a:cubicBezTo>
                  <a:cubicBezTo>
                    <a:pt x="299" y="33"/>
                    <a:pt x="295" y="30"/>
                    <a:pt x="289" y="30"/>
                  </a:cubicBezTo>
                  <a:close/>
                </a:path>
              </a:pathLst>
            </a:custGeom>
            <a:solidFill>
              <a:srgbClr val="FF8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5" name="Freeform 98"/>
            <p:cNvSpPr>
              <a:spLocks noEditPoints="1"/>
            </p:cNvSpPr>
            <p:nvPr/>
          </p:nvSpPr>
          <p:spPr bwMode="auto">
            <a:xfrm>
              <a:off x="5965010" y="2711102"/>
              <a:ext cx="422477" cy="439783"/>
            </a:xfrm>
            <a:custGeom>
              <a:avLst/>
              <a:gdLst>
                <a:gd name="T0" fmla="*/ 789 w 892"/>
                <a:gd name="T1" fmla="*/ 241 h 929"/>
                <a:gd name="T2" fmla="*/ 797 w 892"/>
                <a:gd name="T3" fmla="*/ 260 h 929"/>
                <a:gd name="T4" fmla="*/ 729 w 892"/>
                <a:gd name="T5" fmla="*/ 274 h 929"/>
                <a:gd name="T6" fmla="*/ 644 w 892"/>
                <a:gd name="T7" fmla="*/ 251 h 929"/>
                <a:gd name="T8" fmla="*/ 569 w 892"/>
                <a:gd name="T9" fmla="*/ 109 h 929"/>
                <a:gd name="T10" fmla="*/ 492 w 892"/>
                <a:gd name="T11" fmla="*/ 6 h 929"/>
                <a:gd name="T12" fmla="*/ 418 w 892"/>
                <a:gd name="T13" fmla="*/ 38 h 929"/>
                <a:gd name="T14" fmla="*/ 398 w 892"/>
                <a:gd name="T15" fmla="*/ 30 h 929"/>
                <a:gd name="T16" fmla="*/ 372 w 892"/>
                <a:gd name="T17" fmla="*/ 55 h 929"/>
                <a:gd name="T18" fmla="*/ 373 w 892"/>
                <a:gd name="T19" fmla="*/ 79 h 929"/>
                <a:gd name="T20" fmla="*/ 235 w 892"/>
                <a:gd name="T21" fmla="*/ 183 h 929"/>
                <a:gd name="T22" fmla="*/ 230 w 892"/>
                <a:gd name="T23" fmla="*/ 237 h 929"/>
                <a:gd name="T24" fmla="*/ 124 w 892"/>
                <a:gd name="T25" fmla="*/ 440 h 929"/>
                <a:gd name="T26" fmla="*/ 118 w 892"/>
                <a:gd name="T27" fmla="*/ 422 h 929"/>
                <a:gd name="T28" fmla="*/ 116 w 892"/>
                <a:gd name="T29" fmla="*/ 441 h 929"/>
                <a:gd name="T30" fmla="*/ 29 w 892"/>
                <a:gd name="T31" fmla="*/ 461 h 929"/>
                <a:gd name="T32" fmla="*/ 5 w 892"/>
                <a:gd name="T33" fmla="*/ 515 h 929"/>
                <a:gd name="T34" fmla="*/ 127 w 892"/>
                <a:gd name="T35" fmla="*/ 682 h 929"/>
                <a:gd name="T36" fmla="*/ 135 w 892"/>
                <a:gd name="T37" fmla="*/ 690 h 929"/>
                <a:gd name="T38" fmla="*/ 584 w 892"/>
                <a:gd name="T39" fmla="*/ 929 h 929"/>
                <a:gd name="T40" fmla="*/ 600 w 892"/>
                <a:gd name="T41" fmla="*/ 929 h 929"/>
                <a:gd name="T42" fmla="*/ 743 w 892"/>
                <a:gd name="T43" fmla="*/ 861 h 929"/>
                <a:gd name="T44" fmla="*/ 840 w 892"/>
                <a:gd name="T45" fmla="*/ 245 h 929"/>
                <a:gd name="T46" fmla="*/ 789 w 892"/>
                <a:gd name="T47" fmla="*/ 241 h 929"/>
                <a:gd name="T48" fmla="*/ 457 w 892"/>
                <a:gd name="T49" fmla="*/ 412 h 929"/>
                <a:gd name="T50" fmla="*/ 487 w 892"/>
                <a:gd name="T51" fmla="*/ 450 h 929"/>
                <a:gd name="T52" fmla="*/ 457 w 892"/>
                <a:gd name="T53" fmla="*/ 488 h 929"/>
                <a:gd name="T54" fmla="*/ 427 w 892"/>
                <a:gd name="T55" fmla="*/ 450 h 929"/>
                <a:gd name="T56" fmla="*/ 457 w 892"/>
                <a:gd name="T57" fmla="*/ 412 h 929"/>
                <a:gd name="T58" fmla="*/ 687 w 892"/>
                <a:gd name="T59" fmla="*/ 672 h 929"/>
                <a:gd name="T60" fmla="*/ 538 w 892"/>
                <a:gd name="T61" fmla="*/ 808 h 929"/>
                <a:gd name="T62" fmla="*/ 511 w 892"/>
                <a:gd name="T63" fmla="*/ 805 h 929"/>
                <a:gd name="T64" fmla="*/ 384 w 892"/>
                <a:gd name="T65" fmla="*/ 637 h 929"/>
                <a:gd name="T66" fmla="*/ 390 w 892"/>
                <a:gd name="T67" fmla="*/ 624 h 929"/>
                <a:gd name="T68" fmla="*/ 404 w 892"/>
                <a:gd name="T69" fmla="*/ 619 h 929"/>
                <a:gd name="T70" fmla="*/ 671 w 892"/>
                <a:gd name="T71" fmla="*/ 649 h 929"/>
                <a:gd name="T72" fmla="*/ 684 w 892"/>
                <a:gd name="T73" fmla="*/ 657 h 929"/>
                <a:gd name="T74" fmla="*/ 687 w 892"/>
                <a:gd name="T75" fmla="*/ 672 h 929"/>
                <a:gd name="T76" fmla="*/ 690 w 892"/>
                <a:gd name="T77" fmla="*/ 546 h 929"/>
                <a:gd name="T78" fmla="*/ 632 w 892"/>
                <a:gd name="T79" fmla="*/ 597 h 929"/>
                <a:gd name="T80" fmla="*/ 632 w 892"/>
                <a:gd name="T81" fmla="*/ 560 h 929"/>
                <a:gd name="T82" fmla="*/ 652 w 892"/>
                <a:gd name="T83" fmla="*/ 541 h 929"/>
                <a:gd name="T84" fmla="*/ 637 w 892"/>
                <a:gd name="T85" fmla="*/ 519 h 929"/>
                <a:gd name="T86" fmla="*/ 646 w 892"/>
                <a:gd name="T87" fmla="*/ 482 h 929"/>
                <a:gd name="T88" fmla="*/ 690 w 892"/>
                <a:gd name="T89" fmla="*/ 546 h 929"/>
                <a:gd name="T90" fmla="*/ 737 w 892"/>
                <a:gd name="T91" fmla="*/ 468 h 929"/>
                <a:gd name="T92" fmla="*/ 707 w 892"/>
                <a:gd name="T93" fmla="*/ 430 h 929"/>
                <a:gd name="T94" fmla="*/ 737 w 892"/>
                <a:gd name="T95" fmla="*/ 392 h 929"/>
                <a:gd name="T96" fmla="*/ 767 w 892"/>
                <a:gd name="T97" fmla="*/ 430 h 929"/>
                <a:gd name="T98" fmla="*/ 737 w 892"/>
                <a:gd name="T99" fmla="*/ 468 h 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92" h="929">
                  <a:moveTo>
                    <a:pt x="789" y="241"/>
                  </a:moveTo>
                  <a:cubicBezTo>
                    <a:pt x="797" y="260"/>
                    <a:pt x="797" y="260"/>
                    <a:pt x="797" y="260"/>
                  </a:cubicBezTo>
                  <a:cubicBezTo>
                    <a:pt x="776" y="269"/>
                    <a:pt x="752" y="274"/>
                    <a:pt x="729" y="274"/>
                  </a:cubicBezTo>
                  <a:cubicBezTo>
                    <a:pt x="699" y="274"/>
                    <a:pt x="669" y="266"/>
                    <a:pt x="644" y="251"/>
                  </a:cubicBezTo>
                  <a:cubicBezTo>
                    <a:pt x="612" y="231"/>
                    <a:pt x="574" y="191"/>
                    <a:pt x="569" y="109"/>
                  </a:cubicBezTo>
                  <a:cubicBezTo>
                    <a:pt x="565" y="52"/>
                    <a:pt x="537" y="14"/>
                    <a:pt x="492" y="6"/>
                  </a:cubicBezTo>
                  <a:cubicBezTo>
                    <a:pt x="460" y="0"/>
                    <a:pt x="429" y="13"/>
                    <a:pt x="418" y="38"/>
                  </a:cubicBezTo>
                  <a:cubicBezTo>
                    <a:pt x="398" y="30"/>
                    <a:pt x="398" y="30"/>
                    <a:pt x="398" y="30"/>
                  </a:cubicBezTo>
                  <a:cubicBezTo>
                    <a:pt x="388" y="42"/>
                    <a:pt x="380" y="50"/>
                    <a:pt x="372" y="55"/>
                  </a:cubicBezTo>
                  <a:cubicBezTo>
                    <a:pt x="373" y="79"/>
                    <a:pt x="373" y="79"/>
                    <a:pt x="373" y="79"/>
                  </a:cubicBezTo>
                  <a:cubicBezTo>
                    <a:pt x="368" y="80"/>
                    <a:pt x="245" y="89"/>
                    <a:pt x="235" y="183"/>
                  </a:cubicBezTo>
                  <a:cubicBezTo>
                    <a:pt x="233" y="201"/>
                    <a:pt x="232" y="219"/>
                    <a:pt x="230" y="237"/>
                  </a:cubicBezTo>
                  <a:cubicBezTo>
                    <a:pt x="224" y="326"/>
                    <a:pt x="218" y="411"/>
                    <a:pt x="124" y="440"/>
                  </a:cubicBezTo>
                  <a:cubicBezTo>
                    <a:pt x="118" y="422"/>
                    <a:pt x="118" y="422"/>
                    <a:pt x="118" y="422"/>
                  </a:cubicBezTo>
                  <a:cubicBezTo>
                    <a:pt x="116" y="441"/>
                    <a:pt x="116" y="441"/>
                    <a:pt x="116" y="441"/>
                  </a:cubicBezTo>
                  <a:cubicBezTo>
                    <a:pt x="116" y="441"/>
                    <a:pt x="62" y="434"/>
                    <a:pt x="29" y="461"/>
                  </a:cubicBezTo>
                  <a:cubicBezTo>
                    <a:pt x="14" y="473"/>
                    <a:pt x="7" y="491"/>
                    <a:pt x="5" y="515"/>
                  </a:cubicBezTo>
                  <a:cubicBezTo>
                    <a:pt x="0" y="611"/>
                    <a:pt x="126" y="681"/>
                    <a:pt x="127" y="682"/>
                  </a:cubicBezTo>
                  <a:cubicBezTo>
                    <a:pt x="131" y="684"/>
                    <a:pt x="133" y="686"/>
                    <a:pt x="135" y="690"/>
                  </a:cubicBezTo>
                  <a:cubicBezTo>
                    <a:pt x="140" y="699"/>
                    <a:pt x="268" y="929"/>
                    <a:pt x="584" y="929"/>
                  </a:cubicBezTo>
                  <a:cubicBezTo>
                    <a:pt x="589" y="929"/>
                    <a:pt x="595" y="929"/>
                    <a:pt x="600" y="929"/>
                  </a:cubicBezTo>
                  <a:cubicBezTo>
                    <a:pt x="658" y="927"/>
                    <a:pt x="705" y="905"/>
                    <a:pt x="743" y="861"/>
                  </a:cubicBezTo>
                  <a:cubicBezTo>
                    <a:pt x="892" y="688"/>
                    <a:pt x="840" y="250"/>
                    <a:pt x="840" y="245"/>
                  </a:cubicBezTo>
                  <a:cubicBezTo>
                    <a:pt x="824" y="238"/>
                    <a:pt x="804" y="239"/>
                    <a:pt x="789" y="241"/>
                  </a:cubicBezTo>
                  <a:close/>
                  <a:moveTo>
                    <a:pt x="457" y="412"/>
                  </a:moveTo>
                  <a:cubicBezTo>
                    <a:pt x="473" y="412"/>
                    <a:pt x="487" y="429"/>
                    <a:pt x="487" y="450"/>
                  </a:cubicBezTo>
                  <a:cubicBezTo>
                    <a:pt x="487" y="471"/>
                    <a:pt x="473" y="488"/>
                    <a:pt x="457" y="488"/>
                  </a:cubicBezTo>
                  <a:cubicBezTo>
                    <a:pt x="441" y="488"/>
                    <a:pt x="427" y="471"/>
                    <a:pt x="427" y="450"/>
                  </a:cubicBezTo>
                  <a:cubicBezTo>
                    <a:pt x="427" y="429"/>
                    <a:pt x="441" y="412"/>
                    <a:pt x="457" y="412"/>
                  </a:cubicBezTo>
                  <a:close/>
                  <a:moveTo>
                    <a:pt x="687" y="672"/>
                  </a:moveTo>
                  <a:cubicBezTo>
                    <a:pt x="673" y="722"/>
                    <a:pt x="626" y="808"/>
                    <a:pt x="538" y="808"/>
                  </a:cubicBezTo>
                  <a:cubicBezTo>
                    <a:pt x="529" y="808"/>
                    <a:pt x="520" y="807"/>
                    <a:pt x="511" y="805"/>
                  </a:cubicBezTo>
                  <a:cubicBezTo>
                    <a:pt x="407" y="786"/>
                    <a:pt x="382" y="687"/>
                    <a:pt x="384" y="637"/>
                  </a:cubicBezTo>
                  <a:cubicBezTo>
                    <a:pt x="384" y="632"/>
                    <a:pt x="386" y="627"/>
                    <a:pt x="390" y="624"/>
                  </a:cubicBezTo>
                  <a:cubicBezTo>
                    <a:pt x="394" y="620"/>
                    <a:pt x="399" y="619"/>
                    <a:pt x="404" y="619"/>
                  </a:cubicBezTo>
                  <a:cubicBezTo>
                    <a:pt x="671" y="649"/>
                    <a:pt x="671" y="649"/>
                    <a:pt x="671" y="649"/>
                  </a:cubicBezTo>
                  <a:cubicBezTo>
                    <a:pt x="677" y="649"/>
                    <a:pt x="681" y="652"/>
                    <a:pt x="684" y="657"/>
                  </a:cubicBezTo>
                  <a:cubicBezTo>
                    <a:pt x="688" y="661"/>
                    <a:pt x="689" y="667"/>
                    <a:pt x="687" y="672"/>
                  </a:cubicBezTo>
                  <a:close/>
                  <a:moveTo>
                    <a:pt x="690" y="546"/>
                  </a:moveTo>
                  <a:cubicBezTo>
                    <a:pt x="686" y="574"/>
                    <a:pt x="661" y="597"/>
                    <a:pt x="632" y="597"/>
                  </a:cubicBezTo>
                  <a:cubicBezTo>
                    <a:pt x="632" y="560"/>
                    <a:pt x="632" y="560"/>
                    <a:pt x="632" y="560"/>
                  </a:cubicBezTo>
                  <a:cubicBezTo>
                    <a:pt x="642" y="560"/>
                    <a:pt x="651" y="551"/>
                    <a:pt x="652" y="541"/>
                  </a:cubicBezTo>
                  <a:cubicBezTo>
                    <a:pt x="654" y="532"/>
                    <a:pt x="646" y="521"/>
                    <a:pt x="637" y="519"/>
                  </a:cubicBezTo>
                  <a:cubicBezTo>
                    <a:pt x="646" y="482"/>
                    <a:pt x="646" y="482"/>
                    <a:pt x="646" y="482"/>
                  </a:cubicBezTo>
                  <a:cubicBezTo>
                    <a:pt x="673" y="489"/>
                    <a:pt x="693" y="517"/>
                    <a:pt x="690" y="546"/>
                  </a:cubicBezTo>
                  <a:close/>
                  <a:moveTo>
                    <a:pt x="737" y="468"/>
                  </a:moveTo>
                  <a:cubicBezTo>
                    <a:pt x="720" y="468"/>
                    <a:pt x="707" y="451"/>
                    <a:pt x="707" y="430"/>
                  </a:cubicBezTo>
                  <a:cubicBezTo>
                    <a:pt x="707" y="409"/>
                    <a:pt x="720" y="392"/>
                    <a:pt x="737" y="392"/>
                  </a:cubicBezTo>
                  <a:cubicBezTo>
                    <a:pt x="753" y="392"/>
                    <a:pt x="767" y="409"/>
                    <a:pt x="767" y="430"/>
                  </a:cubicBezTo>
                  <a:cubicBezTo>
                    <a:pt x="767" y="451"/>
                    <a:pt x="753" y="468"/>
                    <a:pt x="737" y="468"/>
                  </a:cubicBez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6" name="Freeform 99"/>
            <p:cNvSpPr>
              <a:spLocks noEditPoints="1"/>
            </p:cNvSpPr>
            <p:nvPr/>
          </p:nvSpPr>
          <p:spPr bwMode="auto">
            <a:xfrm>
              <a:off x="5920217" y="2599120"/>
              <a:ext cx="490684" cy="321693"/>
            </a:xfrm>
            <a:custGeom>
              <a:avLst/>
              <a:gdLst>
                <a:gd name="T0" fmla="*/ 1010 w 1036"/>
                <a:gd name="T1" fmla="*/ 349 h 680"/>
                <a:gd name="T2" fmla="*/ 725 w 1036"/>
                <a:gd name="T3" fmla="*/ 50 h 680"/>
                <a:gd name="T4" fmla="*/ 226 w 1036"/>
                <a:gd name="T5" fmla="*/ 180 h 680"/>
                <a:gd name="T6" fmla="*/ 216 w 1036"/>
                <a:gd name="T7" fmla="*/ 184 h 680"/>
                <a:gd name="T8" fmla="*/ 25 w 1036"/>
                <a:gd name="T9" fmla="*/ 368 h 680"/>
                <a:gd name="T10" fmla="*/ 89 w 1036"/>
                <a:gd name="T11" fmla="*/ 680 h 680"/>
                <a:gd name="T12" fmla="*/ 101 w 1036"/>
                <a:gd name="T13" fmla="*/ 669 h 680"/>
                <a:gd name="T14" fmla="*/ 211 w 1036"/>
                <a:gd name="T15" fmla="*/ 640 h 680"/>
                <a:gd name="T16" fmla="*/ 288 w 1036"/>
                <a:gd name="T17" fmla="*/ 471 h 680"/>
                <a:gd name="T18" fmla="*/ 293 w 1036"/>
                <a:gd name="T19" fmla="*/ 416 h 680"/>
                <a:gd name="T20" fmla="*/ 466 w 1036"/>
                <a:gd name="T21" fmla="*/ 279 h 680"/>
                <a:gd name="T22" fmla="*/ 467 w 1036"/>
                <a:gd name="T23" fmla="*/ 292 h 680"/>
                <a:gd name="T24" fmla="*/ 493 w 1036"/>
                <a:gd name="T25" fmla="*/ 267 h 680"/>
                <a:gd name="T26" fmla="*/ 479 w 1036"/>
                <a:gd name="T27" fmla="*/ 260 h 680"/>
                <a:gd name="T28" fmla="*/ 594 w 1036"/>
                <a:gd name="T29" fmla="*/ 206 h 680"/>
                <a:gd name="T30" fmla="*/ 701 w 1036"/>
                <a:gd name="T31" fmla="*/ 344 h 680"/>
                <a:gd name="T32" fmla="*/ 758 w 1036"/>
                <a:gd name="T33" fmla="*/ 456 h 680"/>
                <a:gd name="T34" fmla="*/ 877 w 1036"/>
                <a:gd name="T35" fmla="*/ 463 h 680"/>
                <a:gd name="T36" fmla="*/ 884 w 1036"/>
                <a:gd name="T37" fmla="*/ 478 h 680"/>
                <a:gd name="T38" fmla="*/ 935 w 1036"/>
                <a:gd name="T39" fmla="*/ 482 h 680"/>
                <a:gd name="T40" fmla="*/ 935 w 1036"/>
                <a:gd name="T41" fmla="*/ 482 h 680"/>
                <a:gd name="T42" fmla="*/ 972 w 1036"/>
                <a:gd name="T43" fmla="*/ 478 h 680"/>
                <a:gd name="T44" fmla="*/ 980 w 1036"/>
                <a:gd name="T45" fmla="*/ 579 h 680"/>
                <a:gd name="T46" fmla="*/ 1010 w 1036"/>
                <a:gd name="T47" fmla="*/ 349 h 680"/>
                <a:gd name="T48" fmla="*/ 399 w 1036"/>
                <a:gd name="T49" fmla="*/ 268 h 680"/>
                <a:gd name="T50" fmla="*/ 255 w 1036"/>
                <a:gd name="T51" fmla="*/ 222 h 680"/>
                <a:gd name="T52" fmla="*/ 258 w 1036"/>
                <a:gd name="T53" fmla="*/ 185 h 680"/>
                <a:gd name="T54" fmla="*/ 415 w 1036"/>
                <a:gd name="T55" fmla="*/ 234 h 680"/>
                <a:gd name="T56" fmla="*/ 399 w 1036"/>
                <a:gd name="T57" fmla="*/ 268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36" h="680">
                  <a:moveTo>
                    <a:pt x="1010" y="349"/>
                  </a:moveTo>
                  <a:cubicBezTo>
                    <a:pt x="971" y="202"/>
                    <a:pt x="867" y="93"/>
                    <a:pt x="725" y="50"/>
                  </a:cubicBezTo>
                  <a:cubicBezTo>
                    <a:pt x="561" y="0"/>
                    <a:pt x="379" y="47"/>
                    <a:pt x="226" y="180"/>
                  </a:cubicBezTo>
                  <a:cubicBezTo>
                    <a:pt x="223" y="182"/>
                    <a:pt x="220" y="184"/>
                    <a:pt x="216" y="184"/>
                  </a:cubicBezTo>
                  <a:cubicBezTo>
                    <a:pt x="210" y="185"/>
                    <a:pt x="57" y="211"/>
                    <a:pt x="25" y="368"/>
                  </a:cubicBezTo>
                  <a:cubicBezTo>
                    <a:pt x="0" y="493"/>
                    <a:pt x="60" y="626"/>
                    <a:pt x="89" y="680"/>
                  </a:cubicBezTo>
                  <a:cubicBezTo>
                    <a:pt x="93" y="676"/>
                    <a:pt x="96" y="672"/>
                    <a:pt x="101" y="669"/>
                  </a:cubicBezTo>
                  <a:cubicBezTo>
                    <a:pt x="139" y="637"/>
                    <a:pt x="194" y="639"/>
                    <a:pt x="211" y="640"/>
                  </a:cubicBezTo>
                  <a:cubicBezTo>
                    <a:pt x="274" y="619"/>
                    <a:pt x="281" y="565"/>
                    <a:pt x="288" y="471"/>
                  </a:cubicBezTo>
                  <a:cubicBezTo>
                    <a:pt x="289" y="453"/>
                    <a:pt x="291" y="435"/>
                    <a:pt x="293" y="416"/>
                  </a:cubicBezTo>
                  <a:cubicBezTo>
                    <a:pt x="303" y="315"/>
                    <a:pt x="411" y="283"/>
                    <a:pt x="466" y="279"/>
                  </a:cubicBezTo>
                  <a:cubicBezTo>
                    <a:pt x="467" y="292"/>
                    <a:pt x="467" y="292"/>
                    <a:pt x="467" y="292"/>
                  </a:cubicBezTo>
                  <a:cubicBezTo>
                    <a:pt x="475" y="287"/>
                    <a:pt x="483" y="279"/>
                    <a:pt x="493" y="267"/>
                  </a:cubicBezTo>
                  <a:cubicBezTo>
                    <a:pt x="479" y="260"/>
                    <a:pt x="479" y="260"/>
                    <a:pt x="479" y="260"/>
                  </a:cubicBezTo>
                  <a:cubicBezTo>
                    <a:pt x="497" y="219"/>
                    <a:pt x="544" y="197"/>
                    <a:pt x="594" y="206"/>
                  </a:cubicBezTo>
                  <a:cubicBezTo>
                    <a:pt x="642" y="215"/>
                    <a:pt x="696" y="255"/>
                    <a:pt x="701" y="344"/>
                  </a:cubicBezTo>
                  <a:cubicBezTo>
                    <a:pt x="704" y="396"/>
                    <a:pt x="724" y="435"/>
                    <a:pt x="758" y="456"/>
                  </a:cubicBezTo>
                  <a:cubicBezTo>
                    <a:pt x="792" y="477"/>
                    <a:pt x="839" y="479"/>
                    <a:pt x="877" y="463"/>
                  </a:cubicBezTo>
                  <a:cubicBezTo>
                    <a:pt x="884" y="478"/>
                    <a:pt x="884" y="478"/>
                    <a:pt x="884" y="478"/>
                  </a:cubicBezTo>
                  <a:cubicBezTo>
                    <a:pt x="899" y="476"/>
                    <a:pt x="919" y="475"/>
                    <a:pt x="935" y="482"/>
                  </a:cubicBezTo>
                  <a:cubicBezTo>
                    <a:pt x="935" y="482"/>
                    <a:pt x="935" y="482"/>
                    <a:pt x="935" y="482"/>
                  </a:cubicBezTo>
                  <a:cubicBezTo>
                    <a:pt x="972" y="478"/>
                    <a:pt x="972" y="478"/>
                    <a:pt x="972" y="478"/>
                  </a:cubicBezTo>
                  <a:cubicBezTo>
                    <a:pt x="972" y="483"/>
                    <a:pt x="977" y="522"/>
                    <a:pt x="980" y="579"/>
                  </a:cubicBezTo>
                  <a:cubicBezTo>
                    <a:pt x="1006" y="529"/>
                    <a:pt x="1036" y="446"/>
                    <a:pt x="1010" y="349"/>
                  </a:cubicBezTo>
                  <a:close/>
                  <a:moveTo>
                    <a:pt x="399" y="268"/>
                  </a:moveTo>
                  <a:cubicBezTo>
                    <a:pt x="398" y="267"/>
                    <a:pt x="307" y="226"/>
                    <a:pt x="255" y="222"/>
                  </a:cubicBezTo>
                  <a:cubicBezTo>
                    <a:pt x="258" y="185"/>
                    <a:pt x="258" y="185"/>
                    <a:pt x="258" y="185"/>
                  </a:cubicBezTo>
                  <a:cubicBezTo>
                    <a:pt x="316" y="189"/>
                    <a:pt x="411" y="232"/>
                    <a:pt x="415" y="234"/>
                  </a:cubicBezTo>
                  <a:lnTo>
                    <a:pt x="399" y="268"/>
                  </a:lnTo>
                  <a:close/>
                </a:path>
              </a:pathLst>
            </a:custGeom>
            <a:solidFill>
              <a:srgbClr val="465A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7" name="Freeform 100"/>
            <p:cNvSpPr/>
            <p:nvPr/>
          </p:nvSpPr>
          <p:spPr bwMode="auto">
            <a:xfrm>
              <a:off x="5283957" y="4301243"/>
              <a:ext cx="219891" cy="235162"/>
            </a:xfrm>
            <a:custGeom>
              <a:avLst/>
              <a:gdLst>
                <a:gd name="T0" fmla="*/ 200 w 466"/>
                <a:gd name="T1" fmla="*/ 95 h 497"/>
                <a:gd name="T2" fmla="*/ 197 w 466"/>
                <a:gd name="T3" fmla="*/ 100 h 497"/>
                <a:gd name="T4" fmla="*/ 37 w 466"/>
                <a:gd name="T5" fmla="*/ 280 h 497"/>
                <a:gd name="T6" fmla="*/ 9 w 466"/>
                <a:gd name="T7" fmla="*/ 389 h 497"/>
                <a:gd name="T8" fmla="*/ 81 w 466"/>
                <a:gd name="T9" fmla="*/ 475 h 497"/>
                <a:gd name="T10" fmla="*/ 225 w 466"/>
                <a:gd name="T11" fmla="*/ 440 h 497"/>
                <a:gd name="T12" fmla="*/ 329 w 466"/>
                <a:gd name="T13" fmla="*/ 312 h 497"/>
                <a:gd name="T14" fmla="*/ 347 w 466"/>
                <a:gd name="T15" fmla="*/ 305 h 497"/>
                <a:gd name="T16" fmla="*/ 361 w 466"/>
                <a:gd name="T17" fmla="*/ 318 h 497"/>
                <a:gd name="T18" fmla="*/ 413 w 466"/>
                <a:gd name="T19" fmla="*/ 409 h 497"/>
                <a:gd name="T20" fmla="*/ 420 w 466"/>
                <a:gd name="T21" fmla="*/ 408 h 497"/>
                <a:gd name="T22" fmla="*/ 399 w 466"/>
                <a:gd name="T23" fmla="*/ 183 h 497"/>
                <a:gd name="T24" fmla="*/ 401 w 466"/>
                <a:gd name="T25" fmla="*/ 165 h 497"/>
                <a:gd name="T26" fmla="*/ 466 w 466"/>
                <a:gd name="T27" fmla="*/ 74 h 497"/>
                <a:gd name="T28" fmla="*/ 244 w 466"/>
                <a:gd name="T29" fmla="*/ 0 h 497"/>
                <a:gd name="T30" fmla="*/ 200 w 466"/>
                <a:gd name="T31" fmla="*/ 95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6" h="497">
                  <a:moveTo>
                    <a:pt x="200" y="95"/>
                  </a:moveTo>
                  <a:cubicBezTo>
                    <a:pt x="199" y="97"/>
                    <a:pt x="198" y="99"/>
                    <a:pt x="197" y="100"/>
                  </a:cubicBezTo>
                  <a:cubicBezTo>
                    <a:pt x="37" y="280"/>
                    <a:pt x="37" y="280"/>
                    <a:pt x="37" y="280"/>
                  </a:cubicBezTo>
                  <a:cubicBezTo>
                    <a:pt x="11" y="310"/>
                    <a:pt x="0" y="350"/>
                    <a:pt x="9" y="389"/>
                  </a:cubicBezTo>
                  <a:cubicBezTo>
                    <a:pt x="18" y="428"/>
                    <a:pt x="44" y="460"/>
                    <a:pt x="81" y="475"/>
                  </a:cubicBezTo>
                  <a:cubicBezTo>
                    <a:pt x="131" y="497"/>
                    <a:pt x="190" y="482"/>
                    <a:pt x="225" y="440"/>
                  </a:cubicBezTo>
                  <a:cubicBezTo>
                    <a:pt x="329" y="312"/>
                    <a:pt x="329" y="312"/>
                    <a:pt x="329" y="312"/>
                  </a:cubicBezTo>
                  <a:cubicBezTo>
                    <a:pt x="333" y="306"/>
                    <a:pt x="340" y="304"/>
                    <a:pt x="347" y="305"/>
                  </a:cubicBezTo>
                  <a:cubicBezTo>
                    <a:pt x="354" y="307"/>
                    <a:pt x="359" y="312"/>
                    <a:pt x="361" y="318"/>
                  </a:cubicBezTo>
                  <a:cubicBezTo>
                    <a:pt x="371" y="351"/>
                    <a:pt x="394" y="402"/>
                    <a:pt x="413" y="409"/>
                  </a:cubicBezTo>
                  <a:cubicBezTo>
                    <a:pt x="414" y="410"/>
                    <a:pt x="416" y="410"/>
                    <a:pt x="420" y="408"/>
                  </a:cubicBezTo>
                  <a:cubicBezTo>
                    <a:pt x="455" y="385"/>
                    <a:pt x="429" y="263"/>
                    <a:pt x="399" y="183"/>
                  </a:cubicBezTo>
                  <a:cubicBezTo>
                    <a:pt x="397" y="177"/>
                    <a:pt x="397" y="170"/>
                    <a:pt x="401" y="165"/>
                  </a:cubicBezTo>
                  <a:cubicBezTo>
                    <a:pt x="466" y="74"/>
                    <a:pt x="466" y="74"/>
                    <a:pt x="466" y="74"/>
                  </a:cubicBezTo>
                  <a:cubicBezTo>
                    <a:pt x="244" y="0"/>
                    <a:pt x="244" y="0"/>
                    <a:pt x="244" y="0"/>
                  </a:cubicBezTo>
                  <a:lnTo>
                    <a:pt x="200" y="95"/>
                  </a:ln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8" name="Freeform 101"/>
            <p:cNvSpPr>
              <a:spLocks noEditPoints="1"/>
            </p:cNvSpPr>
            <p:nvPr/>
          </p:nvSpPr>
          <p:spPr bwMode="auto">
            <a:xfrm>
              <a:off x="5376597" y="3276101"/>
              <a:ext cx="1480195" cy="1055683"/>
            </a:xfrm>
            <a:custGeom>
              <a:avLst/>
              <a:gdLst>
                <a:gd name="T0" fmla="*/ 3040 w 3126"/>
                <a:gd name="T1" fmla="*/ 522 h 2229"/>
                <a:gd name="T2" fmla="*/ 3031 w 3126"/>
                <a:gd name="T3" fmla="*/ 533 h 2229"/>
                <a:gd name="T4" fmla="*/ 3022 w 3126"/>
                <a:gd name="T5" fmla="*/ 535 h 2229"/>
                <a:gd name="T6" fmla="*/ 3016 w 3126"/>
                <a:gd name="T7" fmla="*/ 535 h 2229"/>
                <a:gd name="T8" fmla="*/ 2859 w 3126"/>
                <a:gd name="T9" fmla="*/ 489 h 2229"/>
                <a:gd name="T10" fmla="*/ 2846 w 3126"/>
                <a:gd name="T11" fmla="*/ 465 h 2229"/>
                <a:gd name="T12" fmla="*/ 2911 w 3126"/>
                <a:gd name="T13" fmla="*/ 245 h 2229"/>
                <a:gd name="T14" fmla="*/ 2852 w 3126"/>
                <a:gd name="T15" fmla="*/ 213 h 2229"/>
                <a:gd name="T16" fmla="*/ 2568 w 3126"/>
                <a:gd name="T17" fmla="*/ 769 h 2229"/>
                <a:gd name="T18" fmla="*/ 2535 w 3126"/>
                <a:gd name="T19" fmla="*/ 752 h 2229"/>
                <a:gd name="T20" fmla="*/ 2616 w 3126"/>
                <a:gd name="T21" fmla="*/ 593 h 2229"/>
                <a:gd name="T22" fmla="*/ 2463 w 3126"/>
                <a:gd name="T23" fmla="*/ 291 h 2229"/>
                <a:gd name="T24" fmla="*/ 2071 w 3126"/>
                <a:gd name="T25" fmla="*/ 22 h 2229"/>
                <a:gd name="T26" fmla="*/ 1847 w 3126"/>
                <a:gd name="T27" fmla="*/ 0 h 2229"/>
                <a:gd name="T28" fmla="*/ 1547 w 3126"/>
                <a:gd name="T29" fmla="*/ 160 h 2229"/>
                <a:gd name="T30" fmla="*/ 1514 w 3126"/>
                <a:gd name="T31" fmla="*/ 159 h 2229"/>
                <a:gd name="T32" fmla="*/ 1220 w 3126"/>
                <a:gd name="T33" fmla="*/ 3 h 2229"/>
                <a:gd name="T34" fmla="*/ 594 w 3126"/>
                <a:gd name="T35" fmla="*/ 358 h 2229"/>
                <a:gd name="T36" fmla="*/ 0 w 3126"/>
                <a:gd name="T37" fmla="*/ 2110 h 2229"/>
                <a:gd name="T38" fmla="*/ 358 w 3126"/>
                <a:gd name="T39" fmla="*/ 2229 h 2229"/>
                <a:gd name="T40" fmla="*/ 1034 w 3126"/>
                <a:gd name="T41" fmla="*/ 515 h 2229"/>
                <a:gd name="T42" fmla="*/ 1069 w 3126"/>
                <a:gd name="T43" fmla="*/ 528 h 2229"/>
                <a:gd name="T44" fmla="*/ 761 w 3126"/>
                <a:gd name="T45" fmla="*/ 1310 h 2229"/>
                <a:gd name="T46" fmla="*/ 734 w 3126"/>
                <a:gd name="T47" fmla="*/ 1844 h 2229"/>
                <a:gd name="T48" fmla="*/ 2067 w 3126"/>
                <a:gd name="T49" fmla="*/ 1844 h 2229"/>
                <a:gd name="T50" fmla="*/ 2185 w 3126"/>
                <a:gd name="T51" fmla="*/ 229 h 2229"/>
                <a:gd name="T52" fmla="*/ 2222 w 3126"/>
                <a:gd name="T53" fmla="*/ 230 h 2229"/>
                <a:gd name="T54" fmla="*/ 2192 w 3126"/>
                <a:gd name="T55" fmla="*/ 795 h 2229"/>
                <a:gd name="T56" fmla="*/ 2417 w 3126"/>
                <a:gd name="T57" fmla="*/ 1066 h 2229"/>
                <a:gd name="T58" fmla="*/ 2686 w 3126"/>
                <a:gd name="T59" fmla="*/ 1171 h 2229"/>
                <a:gd name="T60" fmla="*/ 2931 w 3126"/>
                <a:gd name="T61" fmla="*/ 966 h 2229"/>
                <a:gd name="T62" fmla="*/ 3126 w 3126"/>
                <a:gd name="T63" fmla="*/ 360 h 2229"/>
                <a:gd name="T64" fmla="*/ 3092 w 3126"/>
                <a:gd name="T65" fmla="*/ 342 h 2229"/>
                <a:gd name="T66" fmla="*/ 3040 w 3126"/>
                <a:gd name="T67" fmla="*/ 522 h 2229"/>
                <a:gd name="T68" fmla="*/ 1363 w 3126"/>
                <a:gd name="T69" fmla="*/ 1501 h 2229"/>
                <a:gd name="T70" fmla="*/ 1334 w 3126"/>
                <a:gd name="T71" fmla="*/ 1477 h 2229"/>
                <a:gd name="T72" fmla="*/ 1875 w 3126"/>
                <a:gd name="T73" fmla="*/ 716 h 2229"/>
                <a:gd name="T74" fmla="*/ 1907 w 3126"/>
                <a:gd name="T75" fmla="*/ 735 h 2229"/>
                <a:gd name="T76" fmla="*/ 1363 w 3126"/>
                <a:gd name="T77" fmla="*/ 1501 h 2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26" h="2229">
                  <a:moveTo>
                    <a:pt x="3040" y="522"/>
                  </a:moveTo>
                  <a:cubicBezTo>
                    <a:pt x="3038" y="527"/>
                    <a:pt x="3035" y="531"/>
                    <a:pt x="3031" y="533"/>
                  </a:cubicBezTo>
                  <a:cubicBezTo>
                    <a:pt x="3028" y="535"/>
                    <a:pt x="3025" y="535"/>
                    <a:pt x="3022" y="535"/>
                  </a:cubicBezTo>
                  <a:cubicBezTo>
                    <a:pt x="3020" y="535"/>
                    <a:pt x="3018" y="535"/>
                    <a:pt x="3016" y="535"/>
                  </a:cubicBezTo>
                  <a:cubicBezTo>
                    <a:pt x="2859" y="489"/>
                    <a:pt x="2859" y="489"/>
                    <a:pt x="2859" y="489"/>
                  </a:cubicBezTo>
                  <a:cubicBezTo>
                    <a:pt x="2849" y="486"/>
                    <a:pt x="2843" y="475"/>
                    <a:pt x="2846" y="465"/>
                  </a:cubicBezTo>
                  <a:cubicBezTo>
                    <a:pt x="2911" y="245"/>
                    <a:pt x="2911" y="245"/>
                    <a:pt x="2911" y="245"/>
                  </a:cubicBezTo>
                  <a:cubicBezTo>
                    <a:pt x="2852" y="213"/>
                    <a:pt x="2852" y="213"/>
                    <a:pt x="2852" y="213"/>
                  </a:cubicBezTo>
                  <a:cubicBezTo>
                    <a:pt x="2568" y="769"/>
                    <a:pt x="2568" y="769"/>
                    <a:pt x="2568" y="769"/>
                  </a:cubicBezTo>
                  <a:cubicBezTo>
                    <a:pt x="2535" y="752"/>
                    <a:pt x="2535" y="752"/>
                    <a:pt x="2535" y="752"/>
                  </a:cubicBezTo>
                  <a:cubicBezTo>
                    <a:pt x="2616" y="593"/>
                    <a:pt x="2616" y="593"/>
                    <a:pt x="2616" y="593"/>
                  </a:cubicBezTo>
                  <a:cubicBezTo>
                    <a:pt x="2463" y="291"/>
                    <a:pt x="2463" y="291"/>
                    <a:pt x="2463" y="291"/>
                  </a:cubicBezTo>
                  <a:cubicBezTo>
                    <a:pt x="2386" y="140"/>
                    <a:pt x="2240" y="39"/>
                    <a:pt x="2071" y="22"/>
                  </a:cubicBezTo>
                  <a:cubicBezTo>
                    <a:pt x="1847" y="0"/>
                    <a:pt x="1847" y="0"/>
                    <a:pt x="1847" y="0"/>
                  </a:cubicBezTo>
                  <a:cubicBezTo>
                    <a:pt x="1821" y="36"/>
                    <a:pt x="1721" y="160"/>
                    <a:pt x="1547" y="160"/>
                  </a:cubicBezTo>
                  <a:cubicBezTo>
                    <a:pt x="1536" y="160"/>
                    <a:pt x="1526" y="160"/>
                    <a:pt x="1514" y="159"/>
                  </a:cubicBezTo>
                  <a:cubicBezTo>
                    <a:pt x="1328" y="142"/>
                    <a:pt x="1243" y="37"/>
                    <a:pt x="1220" y="3"/>
                  </a:cubicBezTo>
                  <a:cubicBezTo>
                    <a:pt x="1013" y="32"/>
                    <a:pt x="701" y="117"/>
                    <a:pt x="594" y="358"/>
                  </a:cubicBezTo>
                  <a:cubicBezTo>
                    <a:pt x="431" y="729"/>
                    <a:pt x="50" y="1949"/>
                    <a:pt x="0" y="2110"/>
                  </a:cubicBezTo>
                  <a:cubicBezTo>
                    <a:pt x="358" y="2229"/>
                    <a:pt x="358" y="2229"/>
                    <a:pt x="358" y="2229"/>
                  </a:cubicBezTo>
                  <a:cubicBezTo>
                    <a:pt x="1034" y="515"/>
                    <a:pt x="1034" y="515"/>
                    <a:pt x="1034" y="515"/>
                  </a:cubicBezTo>
                  <a:cubicBezTo>
                    <a:pt x="1069" y="528"/>
                    <a:pt x="1069" y="528"/>
                    <a:pt x="1069" y="528"/>
                  </a:cubicBezTo>
                  <a:cubicBezTo>
                    <a:pt x="761" y="1310"/>
                    <a:pt x="761" y="1310"/>
                    <a:pt x="761" y="1310"/>
                  </a:cubicBezTo>
                  <a:cubicBezTo>
                    <a:pt x="734" y="1844"/>
                    <a:pt x="734" y="1844"/>
                    <a:pt x="734" y="1844"/>
                  </a:cubicBezTo>
                  <a:cubicBezTo>
                    <a:pt x="1336" y="1938"/>
                    <a:pt x="1966" y="1858"/>
                    <a:pt x="2067" y="1844"/>
                  </a:cubicBezTo>
                  <a:cubicBezTo>
                    <a:pt x="2140" y="1278"/>
                    <a:pt x="2184" y="239"/>
                    <a:pt x="2185" y="229"/>
                  </a:cubicBezTo>
                  <a:cubicBezTo>
                    <a:pt x="2222" y="230"/>
                    <a:pt x="2222" y="230"/>
                    <a:pt x="2222" y="230"/>
                  </a:cubicBezTo>
                  <a:cubicBezTo>
                    <a:pt x="2222" y="235"/>
                    <a:pt x="2211" y="480"/>
                    <a:pt x="2192" y="795"/>
                  </a:cubicBezTo>
                  <a:cubicBezTo>
                    <a:pt x="2417" y="1066"/>
                    <a:pt x="2417" y="1066"/>
                    <a:pt x="2417" y="1066"/>
                  </a:cubicBezTo>
                  <a:cubicBezTo>
                    <a:pt x="2483" y="1145"/>
                    <a:pt x="2583" y="1185"/>
                    <a:pt x="2686" y="1171"/>
                  </a:cubicBezTo>
                  <a:cubicBezTo>
                    <a:pt x="2800" y="1156"/>
                    <a:pt x="2896" y="1076"/>
                    <a:pt x="2931" y="966"/>
                  </a:cubicBezTo>
                  <a:cubicBezTo>
                    <a:pt x="3126" y="360"/>
                    <a:pt x="3126" y="360"/>
                    <a:pt x="3126" y="360"/>
                  </a:cubicBezTo>
                  <a:cubicBezTo>
                    <a:pt x="3092" y="342"/>
                    <a:pt x="3092" y="342"/>
                    <a:pt x="3092" y="342"/>
                  </a:cubicBezTo>
                  <a:lnTo>
                    <a:pt x="3040" y="522"/>
                  </a:lnTo>
                  <a:close/>
                  <a:moveTo>
                    <a:pt x="1363" y="1501"/>
                  </a:moveTo>
                  <a:cubicBezTo>
                    <a:pt x="1334" y="1477"/>
                    <a:pt x="1334" y="1477"/>
                    <a:pt x="1334" y="1477"/>
                  </a:cubicBezTo>
                  <a:cubicBezTo>
                    <a:pt x="1534" y="1239"/>
                    <a:pt x="1716" y="983"/>
                    <a:pt x="1875" y="716"/>
                  </a:cubicBezTo>
                  <a:cubicBezTo>
                    <a:pt x="1907" y="735"/>
                    <a:pt x="1907" y="735"/>
                    <a:pt x="1907" y="735"/>
                  </a:cubicBezTo>
                  <a:cubicBezTo>
                    <a:pt x="1747" y="1004"/>
                    <a:pt x="1564" y="1262"/>
                    <a:pt x="1363" y="1501"/>
                  </a:cubicBezTo>
                  <a:close/>
                </a:path>
              </a:pathLst>
            </a:cu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09" name="Freeform 102"/>
            <p:cNvSpPr/>
            <p:nvPr/>
          </p:nvSpPr>
          <p:spPr bwMode="auto">
            <a:xfrm>
              <a:off x="6796729" y="2656129"/>
              <a:ext cx="340017" cy="334927"/>
            </a:xfrm>
            <a:custGeom>
              <a:avLst/>
              <a:gdLst>
                <a:gd name="T0" fmla="*/ 465 w 718"/>
                <a:gd name="T1" fmla="*/ 14 h 707"/>
                <a:gd name="T2" fmla="*/ 371 w 718"/>
                <a:gd name="T3" fmla="*/ 0 h 707"/>
                <a:gd name="T4" fmla="*/ 211 w 718"/>
                <a:gd name="T5" fmla="*/ 42 h 707"/>
                <a:gd name="T6" fmla="*/ 51 w 718"/>
                <a:gd name="T7" fmla="*/ 241 h 707"/>
                <a:gd name="T8" fmla="*/ 278 w 718"/>
                <a:gd name="T9" fmla="*/ 655 h 707"/>
                <a:gd name="T10" fmla="*/ 693 w 718"/>
                <a:gd name="T11" fmla="*/ 428 h 707"/>
                <a:gd name="T12" fmla="*/ 665 w 718"/>
                <a:gd name="T13" fmla="*/ 174 h 707"/>
                <a:gd name="T14" fmla="*/ 465 w 718"/>
                <a:gd name="T15" fmla="*/ 14 h 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8" h="707">
                  <a:moveTo>
                    <a:pt x="465" y="14"/>
                  </a:moveTo>
                  <a:cubicBezTo>
                    <a:pt x="434" y="5"/>
                    <a:pt x="403" y="0"/>
                    <a:pt x="371" y="0"/>
                  </a:cubicBezTo>
                  <a:cubicBezTo>
                    <a:pt x="316" y="0"/>
                    <a:pt x="261" y="14"/>
                    <a:pt x="211" y="42"/>
                  </a:cubicBezTo>
                  <a:cubicBezTo>
                    <a:pt x="133" y="84"/>
                    <a:pt x="76" y="155"/>
                    <a:pt x="51" y="241"/>
                  </a:cubicBezTo>
                  <a:cubicBezTo>
                    <a:pt x="0" y="418"/>
                    <a:pt x="101" y="604"/>
                    <a:pt x="278" y="655"/>
                  </a:cubicBezTo>
                  <a:cubicBezTo>
                    <a:pt x="455" y="707"/>
                    <a:pt x="641" y="605"/>
                    <a:pt x="693" y="428"/>
                  </a:cubicBezTo>
                  <a:cubicBezTo>
                    <a:pt x="718" y="342"/>
                    <a:pt x="708" y="252"/>
                    <a:pt x="665" y="174"/>
                  </a:cubicBezTo>
                  <a:cubicBezTo>
                    <a:pt x="622" y="96"/>
                    <a:pt x="551" y="39"/>
                    <a:pt x="465" y="14"/>
                  </a:cubicBezTo>
                  <a:close/>
                </a:path>
              </a:pathLst>
            </a:custGeom>
            <a:solidFill>
              <a:srgbClr val="CEDC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0" name="Freeform 103"/>
            <p:cNvSpPr/>
            <p:nvPr/>
          </p:nvSpPr>
          <p:spPr bwMode="auto">
            <a:xfrm>
              <a:off x="6743792" y="3040939"/>
              <a:ext cx="189351" cy="469305"/>
            </a:xfrm>
            <a:custGeom>
              <a:avLst/>
              <a:gdLst>
                <a:gd name="T0" fmla="*/ 278 w 400"/>
                <a:gd name="T1" fmla="*/ 0 h 990"/>
                <a:gd name="T2" fmla="*/ 200 w 400"/>
                <a:gd name="T3" fmla="*/ 271 h 990"/>
                <a:gd name="T4" fmla="*/ 223 w 400"/>
                <a:gd name="T5" fmla="*/ 286 h 990"/>
                <a:gd name="T6" fmla="*/ 230 w 400"/>
                <a:gd name="T7" fmla="*/ 342 h 990"/>
                <a:gd name="T8" fmla="*/ 158 w 400"/>
                <a:gd name="T9" fmla="*/ 413 h 990"/>
                <a:gd name="T10" fmla="*/ 0 w 400"/>
                <a:gd name="T11" fmla="*/ 954 h 990"/>
                <a:gd name="T12" fmla="*/ 122 w 400"/>
                <a:gd name="T13" fmla="*/ 990 h 990"/>
                <a:gd name="T14" fmla="*/ 203 w 400"/>
                <a:gd name="T15" fmla="*/ 713 h 990"/>
                <a:gd name="T16" fmla="*/ 180 w 400"/>
                <a:gd name="T17" fmla="*/ 670 h 990"/>
                <a:gd name="T18" fmla="*/ 233 w 400"/>
                <a:gd name="T19" fmla="*/ 392 h 990"/>
                <a:gd name="T20" fmla="*/ 303 w 400"/>
                <a:gd name="T21" fmla="*/ 370 h 990"/>
                <a:gd name="T22" fmla="*/ 400 w 400"/>
                <a:gd name="T23" fmla="*/ 36 h 990"/>
                <a:gd name="T24" fmla="*/ 338 w 400"/>
                <a:gd name="T25" fmla="*/ 22 h 990"/>
                <a:gd name="T26" fmla="*/ 278 w 400"/>
                <a:gd name="T27" fmla="*/ 0 h 9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0" h="990">
                  <a:moveTo>
                    <a:pt x="278" y="0"/>
                  </a:moveTo>
                  <a:cubicBezTo>
                    <a:pt x="200" y="271"/>
                    <a:pt x="200" y="271"/>
                    <a:pt x="200" y="271"/>
                  </a:cubicBezTo>
                  <a:cubicBezTo>
                    <a:pt x="209" y="274"/>
                    <a:pt x="217" y="279"/>
                    <a:pt x="223" y="286"/>
                  </a:cubicBezTo>
                  <a:cubicBezTo>
                    <a:pt x="235" y="300"/>
                    <a:pt x="237" y="319"/>
                    <a:pt x="230" y="342"/>
                  </a:cubicBezTo>
                  <a:cubicBezTo>
                    <a:pt x="219" y="375"/>
                    <a:pt x="188" y="398"/>
                    <a:pt x="158" y="413"/>
                  </a:cubicBezTo>
                  <a:cubicBezTo>
                    <a:pt x="0" y="954"/>
                    <a:pt x="0" y="954"/>
                    <a:pt x="0" y="954"/>
                  </a:cubicBezTo>
                  <a:cubicBezTo>
                    <a:pt x="122" y="990"/>
                    <a:pt x="122" y="990"/>
                    <a:pt x="122" y="990"/>
                  </a:cubicBezTo>
                  <a:cubicBezTo>
                    <a:pt x="203" y="713"/>
                    <a:pt x="203" y="713"/>
                    <a:pt x="203" y="713"/>
                  </a:cubicBezTo>
                  <a:cubicBezTo>
                    <a:pt x="192" y="700"/>
                    <a:pt x="185" y="685"/>
                    <a:pt x="180" y="670"/>
                  </a:cubicBezTo>
                  <a:cubicBezTo>
                    <a:pt x="161" y="608"/>
                    <a:pt x="170" y="449"/>
                    <a:pt x="233" y="392"/>
                  </a:cubicBezTo>
                  <a:cubicBezTo>
                    <a:pt x="247" y="379"/>
                    <a:pt x="271" y="366"/>
                    <a:pt x="303" y="370"/>
                  </a:cubicBezTo>
                  <a:cubicBezTo>
                    <a:pt x="400" y="36"/>
                    <a:pt x="400" y="36"/>
                    <a:pt x="400" y="36"/>
                  </a:cubicBezTo>
                  <a:cubicBezTo>
                    <a:pt x="379" y="33"/>
                    <a:pt x="359" y="28"/>
                    <a:pt x="338" y="22"/>
                  </a:cubicBezTo>
                  <a:cubicBezTo>
                    <a:pt x="318" y="16"/>
                    <a:pt x="298" y="9"/>
                    <a:pt x="278" y="0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1" name="Freeform 104"/>
            <p:cNvSpPr>
              <a:spLocks noEditPoints="1"/>
            </p:cNvSpPr>
            <p:nvPr/>
          </p:nvSpPr>
          <p:spPr bwMode="auto">
            <a:xfrm>
              <a:off x="6735648" y="2585886"/>
              <a:ext cx="491702" cy="484576"/>
            </a:xfrm>
            <a:custGeom>
              <a:avLst/>
              <a:gdLst>
                <a:gd name="T0" fmla="*/ 635 w 1039"/>
                <a:gd name="T1" fmla="*/ 20 h 1022"/>
                <a:gd name="T2" fmla="*/ 499 w 1039"/>
                <a:gd name="T3" fmla="*/ 0 h 1022"/>
                <a:gd name="T4" fmla="*/ 268 w 1039"/>
                <a:gd name="T5" fmla="*/ 60 h 1022"/>
                <a:gd name="T6" fmla="*/ 36 w 1039"/>
                <a:gd name="T7" fmla="*/ 348 h 1022"/>
                <a:gd name="T8" fmla="*/ 36 w 1039"/>
                <a:gd name="T9" fmla="*/ 348 h 1022"/>
                <a:gd name="T10" fmla="*/ 76 w 1039"/>
                <a:gd name="T11" fmla="*/ 716 h 1022"/>
                <a:gd name="T12" fmla="*/ 365 w 1039"/>
                <a:gd name="T13" fmla="*/ 948 h 1022"/>
                <a:gd name="T14" fmla="*/ 964 w 1039"/>
                <a:gd name="T15" fmla="*/ 619 h 1022"/>
                <a:gd name="T16" fmla="*/ 635 w 1039"/>
                <a:gd name="T17" fmla="*/ 20 h 1022"/>
                <a:gd name="T18" fmla="*/ 856 w 1039"/>
                <a:gd name="T19" fmla="*/ 588 h 1022"/>
                <a:gd name="T20" fmla="*/ 500 w 1039"/>
                <a:gd name="T21" fmla="*/ 855 h 1022"/>
                <a:gd name="T22" fmla="*/ 396 w 1039"/>
                <a:gd name="T23" fmla="*/ 840 h 1022"/>
                <a:gd name="T24" fmla="*/ 143 w 1039"/>
                <a:gd name="T25" fmla="*/ 379 h 1022"/>
                <a:gd name="T26" fmla="*/ 321 w 1039"/>
                <a:gd name="T27" fmla="*/ 158 h 1022"/>
                <a:gd name="T28" fmla="*/ 604 w 1039"/>
                <a:gd name="T29" fmla="*/ 127 h 1022"/>
                <a:gd name="T30" fmla="*/ 826 w 1039"/>
                <a:gd name="T31" fmla="*/ 305 h 1022"/>
                <a:gd name="T32" fmla="*/ 856 w 1039"/>
                <a:gd name="T33" fmla="*/ 588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39" h="1022">
                  <a:moveTo>
                    <a:pt x="635" y="20"/>
                  </a:moveTo>
                  <a:cubicBezTo>
                    <a:pt x="590" y="6"/>
                    <a:pt x="545" y="0"/>
                    <a:pt x="499" y="0"/>
                  </a:cubicBezTo>
                  <a:cubicBezTo>
                    <a:pt x="419" y="0"/>
                    <a:pt x="340" y="20"/>
                    <a:pt x="268" y="60"/>
                  </a:cubicBezTo>
                  <a:cubicBezTo>
                    <a:pt x="154" y="122"/>
                    <a:pt x="72" y="224"/>
                    <a:pt x="36" y="348"/>
                  </a:cubicBezTo>
                  <a:cubicBezTo>
                    <a:pt x="36" y="348"/>
                    <a:pt x="36" y="348"/>
                    <a:pt x="36" y="348"/>
                  </a:cubicBezTo>
                  <a:cubicBezTo>
                    <a:pt x="0" y="472"/>
                    <a:pt x="14" y="603"/>
                    <a:pt x="76" y="716"/>
                  </a:cubicBezTo>
                  <a:cubicBezTo>
                    <a:pt x="138" y="829"/>
                    <a:pt x="241" y="911"/>
                    <a:pt x="365" y="948"/>
                  </a:cubicBezTo>
                  <a:cubicBezTo>
                    <a:pt x="620" y="1022"/>
                    <a:pt x="889" y="875"/>
                    <a:pt x="964" y="619"/>
                  </a:cubicBezTo>
                  <a:cubicBezTo>
                    <a:pt x="1039" y="363"/>
                    <a:pt x="891" y="94"/>
                    <a:pt x="635" y="20"/>
                  </a:cubicBezTo>
                  <a:close/>
                  <a:moveTo>
                    <a:pt x="856" y="588"/>
                  </a:moveTo>
                  <a:cubicBezTo>
                    <a:pt x="809" y="750"/>
                    <a:pt x="661" y="855"/>
                    <a:pt x="500" y="855"/>
                  </a:cubicBezTo>
                  <a:cubicBezTo>
                    <a:pt x="465" y="855"/>
                    <a:pt x="430" y="850"/>
                    <a:pt x="396" y="840"/>
                  </a:cubicBezTo>
                  <a:cubicBezTo>
                    <a:pt x="199" y="783"/>
                    <a:pt x="86" y="576"/>
                    <a:pt x="143" y="379"/>
                  </a:cubicBezTo>
                  <a:cubicBezTo>
                    <a:pt x="171" y="284"/>
                    <a:pt x="234" y="206"/>
                    <a:pt x="321" y="158"/>
                  </a:cubicBezTo>
                  <a:cubicBezTo>
                    <a:pt x="408" y="110"/>
                    <a:pt x="509" y="99"/>
                    <a:pt x="604" y="127"/>
                  </a:cubicBezTo>
                  <a:cubicBezTo>
                    <a:pt x="699" y="155"/>
                    <a:pt x="778" y="218"/>
                    <a:pt x="826" y="305"/>
                  </a:cubicBezTo>
                  <a:cubicBezTo>
                    <a:pt x="873" y="392"/>
                    <a:pt x="884" y="492"/>
                    <a:pt x="856" y="588"/>
                  </a:cubicBezTo>
                  <a:close/>
                </a:path>
              </a:pathLst>
            </a:custGeom>
            <a:solidFill>
              <a:srgbClr val="899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2" name="Freeform 105"/>
            <p:cNvSpPr/>
            <p:nvPr/>
          </p:nvSpPr>
          <p:spPr bwMode="auto">
            <a:xfrm>
              <a:off x="6164541" y="3023633"/>
              <a:ext cx="105874" cy="58027"/>
            </a:xfrm>
            <a:custGeom>
              <a:avLst/>
              <a:gdLst>
                <a:gd name="T0" fmla="*/ 96 w 222"/>
                <a:gd name="T1" fmla="*/ 110 h 123"/>
                <a:gd name="T2" fmla="*/ 222 w 222"/>
                <a:gd name="T3" fmla="*/ 24 h 123"/>
                <a:gd name="T4" fmla="*/ 0 w 222"/>
                <a:gd name="T5" fmla="*/ 0 h 123"/>
                <a:gd name="T6" fmla="*/ 96 w 222"/>
                <a:gd name="T7" fmla="*/ 11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2" h="123">
                  <a:moveTo>
                    <a:pt x="96" y="110"/>
                  </a:moveTo>
                  <a:cubicBezTo>
                    <a:pt x="169" y="123"/>
                    <a:pt x="207" y="59"/>
                    <a:pt x="222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33"/>
                    <a:pt x="22" y="96"/>
                    <a:pt x="96" y="110"/>
                  </a:cubicBezTo>
                  <a:close/>
                </a:path>
              </a:pathLst>
            </a:custGeom>
            <a:solidFill>
              <a:srgbClr val="FF8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3" name="Freeform 106"/>
            <p:cNvSpPr/>
            <p:nvPr/>
          </p:nvSpPr>
          <p:spPr bwMode="auto">
            <a:xfrm>
              <a:off x="6732594" y="3183461"/>
              <a:ext cx="104856" cy="191387"/>
            </a:xfrm>
            <a:custGeom>
              <a:avLst/>
              <a:gdLst>
                <a:gd name="T0" fmla="*/ 137 w 221"/>
                <a:gd name="T1" fmla="*/ 131 h 404"/>
                <a:gd name="T2" fmla="*/ 113 w 221"/>
                <a:gd name="T3" fmla="*/ 137 h 404"/>
                <a:gd name="T4" fmla="*/ 105 w 221"/>
                <a:gd name="T5" fmla="*/ 101 h 404"/>
                <a:gd name="T6" fmla="*/ 217 w 221"/>
                <a:gd name="T7" fmla="*/ 31 h 404"/>
                <a:gd name="T8" fmla="*/ 217 w 221"/>
                <a:gd name="T9" fmla="*/ 10 h 404"/>
                <a:gd name="T10" fmla="*/ 161 w 221"/>
                <a:gd name="T11" fmla="*/ 4 h 404"/>
                <a:gd name="T12" fmla="*/ 57 w 221"/>
                <a:gd name="T13" fmla="*/ 86 h 404"/>
                <a:gd name="T14" fmla="*/ 0 w 221"/>
                <a:gd name="T15" fmla="*/ 373 h 404"/>
                <a:gd name="T16" fmla="*/ 57 w 221"/>
                <a:gd name="T17" fmla="*/ 404 h 404"/>
                <a:gd name="T18" fmla="*/ 137 w 221"/>
                <a:gd name="T19" fmla="*/ 131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04">
                  <a:moveTo>
                    <a:pt x="137" y="131"/>
                  </a:moveTo>
                  <a:cubicBezTo>
                    <a:pt x="124" y="135"/>
                    <a:pt x="114" y="137"/>
                    <a:pt x="113" y="137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32" y="95"/>
                    <a:pt x="204" y="72"/>
                    <a:pt x="217" y="31"/>
                  </a:cubicBezTo>
                  <a:cubicBezTo>
                    <a:pt x="219" y="25"/>
                    <a:pt x="221" y="15"/>
                    <a:pt x="217" y="10"/>
                  </a:cubicBezTo>
                  <a:cubicBezTo>
                    <a:pt x="214" y="6"/>
                    <a:pt x="202" y="0"/>
                    <a:pt x="161" y="4"/>
                  </a:cubicBezTo>
                  <a:cubicBezTo>
                    <a:pt x="111" y="10"/>
                    <a:pt x="80" y="34"/>
                    <a:pt x="57" y="86"/>
                  </a:cubicBezTo>
                  <a:cubicBezTo>
                    <a:pt x="20" y="170"/>
                    <a:pt x="9" y="277"/>
                    <a:pt x="0" y="373"/>
                  </a:cubicBezTo>
                  <a:cubicBezTo>
                    <a:pt x="57" y="404"/>
                    <a:pt x="57" y="404"/>
                    <a:pt x="57" y="404"/>
                  </a:cubicBezTo>
                  <a:lnTo>
                    <a:pt x="137" y="131"/>
                  </a:ln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4" name="Freeform 107"/>
            <p:cNvSpPr/>
            <p:nvPr/>
          </p:nvSpPr>
          <p:spPr bwMode="auto">
            <a:xfrm>
              <a:off x="5576128" y="4168901"/>
              <a:ext cx="797107" cy="1524988"/>
            </a:xfrm>
            <a:custGeom>
              <a:avLst/>
              <a:gdLst>
                <a:gd name="T0" fmla="*/ 944 w 1685"/>
                <a:gd name="T1" fmla="*/ 40 h 3218"/>
                <a:gd name="T2" fmla="*/ 354 w 1685"/>
                <a:gd name="T3" fmla="*/ 2 h 3218"/>
                <a:gd name="T4" fmla="*/ 166 w 1685"/>
                <a:gd name="T5" fmla="*/ 1608 h 3218"/>
                <a:gd name="T6" fmla="*/ 0 w 1685"/>
                <a:gd name="T7" fmla="*/ 3218 h 3218"/>
                <a:gd name="T8" fmla="*/ 8 w 1685"/>
                <a:gd name="T9" fmla="*/ 3218 h 3218"/>
                <a:gd name="T10" fmla="*/ 356 w 1685"/>
                <a:gd name="T11" fmla="*/ 3218 h 3218"/>
                <a:gd name="T12" fmla="*/ 504 w 1685"/>
                <a:gd name="T13" fmla="*/ 3218 h 3218"/>
                <a:gd name="T14" fmla="*/ 865 w 1685"/>
                <a:gd name="T15" fmla="*/ 411 h 3218"/>
                <a:gd name="T16" fmla="*/ 880 w 1685"/>
                <a:gd name="T17" fmla="*/ 395 h 3218"/>
                <a:gd name="T18" fmla="*/ 1179 w 1685"/>
                <a:gd name="T19" fmla="*/ 339 h 3218"/>
                <a:gd name="T20" fmla="*/ 1186 w 1685"/>
                <a:gd name="T21" fmla="*/ 376 h 3218"/>
                <a:gd name="T22" fmla="*/ 1012 w 1685"/>
                <a:gd name="T23" fmla="*/ 409 h 3218"/>
                <a:gd name="T24" fmla="*/ 1144 w 1685"/>
                <a:gd name="T25" fmla="*/ 3218 h 3218"/>
                <a:gd name="T26" fmla="*/ 1255 w 1685"/>
                <a:gd name="T27" fmla="*/ 3218 h 3218"/>
                <a:gd name="T28" fmla="*/ 1603 w 1685"/>
                <a:gd name="T29" fmla="*/ 3218 h 3218"/>
                <a:gd name="T30" fmla="*/ 1685 w 1685"/>
                <a:gd name="T31" fmla="*/ 3218 h 3218"/>
                <a:gd name="T32" fmla="*/ 1608 w 1685"/>
                <a:gd name="T33" fmla="*/ 0 h 3218"/>
                <a:gd name="T34" fmla="*/ 944 w 1685"/>
                <a:gd name="T35" fmla="*/ 40 h 3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85" h="3218">
                  <a:moveTo>
                    <a:pt x="944" y="40"/>
                  </a:moveTo>
                  <a:cubicBezTo>
                    <a:pt x="759" y="40"/>
                    <a:pt x="556" y="30"/>
                    <a:pt x="354" y="2"/>
                  </a:cubicBezTo>
                  <a:cubicBezTo>
                    <a:pt x="200" y="345"/>
                    <a:pt x="166" y="1595"/>
                    <a:pt x="166" y="1608"/>
                  </a:cubicBezTo>
                  <a:cubicBezTo>
                    <a:pt x="0" y="3218"/>
                    <a:pt x="0" y="3218"/>
                    <a:pt x="0" y="3218"/>
                  </a:cubicBezTo>
                  <a:cubicBezTo>
                    <a:pt x="8" y="3218"/>
                    <a:pt x="8" y="3218"/>
                    <a:pt x="8" y="3218"/>
                  </a:cubicBezTo>
                  <a:cubicBezTo>
                    <a:pt x="356" y="3218"/>
                    <a:pt x="356" y="3218"/>
                    <a:pt x="356" y="3218"/>
                  </a:cubicBezTo>
                  <a:cubicBezTo>
                    <a:pt x="504" y="3218"/>
                    <a:pt x="504" y="3218"/>
                    <a:pt x="504" y="3218"/>
                  </a:cubicBezTo>
                  <a:cubicBezTo>
                    <a:pt x="865" y="411"/>
                    <a:pt x="865" y="411"/>
                    <a:pt x="865" y="411"/>
                  </a:cubicBezTo>
                  <a:cubicBezTo>
                    <a:pt x="866" y="403"/>
                    <a:pt x="872" y="397"/>
                    <a:pt x="880" y="395"/>
                  </a:cubicBezTo>
                  <a:cubicBezTo>
                    <a:pt x="1179" y="339"/>
                    <a:pt x="1179" y="339"/>
                    <a:pt x="1179" y="339"/>
                  </a:cubicBezTo>
                  <a:cubicBezTo>
                    <a:pt x="1186" y="376"/>
                    <a:pt x="1186" y="376"/>
                    <a:pt x="1186" y="376"/>
                  </a:cubicBezTo>
                  <a:cubicBezTo>
                    <a:pt x="1012" y="409"/>
                    <a:pt x="1012" y="409"/>
                    <a:pt x="1012" y="409"/>
                  </a:cubicBezTo>
                  <a:cubicBezTo>
                    <a:pt x="1144" y="3218"/>
                    <a:pt x="1144" y="3218"/>
                    <a:pt x="1144" y="3218"/>
                  </a:cubicBezTo>
                  <a:cubicBezTo>
                    <a:pt x="1255" y="3218"/>
                    <a:pt x="1255" y="3218"/>
                    <a:pt x="1255" y="3218"/>
                  </a:cubicBezTo>
                  <a:cubicBezTo>
                    <a:pt x="1603" y="3218"/>
                    <a:pt x="1603" y="3218"/>
                    <a:pt x="1603" y="3218"/>
                  </a:cubicBezTo>
                  <a:cubicBezTo>
                    <a:pt x="1685" y="3218"/>
                    <a:pt x="1685" y="3218"/>
                    <a:pt x="1685" y="3218"/>
                  </a:cubicBezTo>
                  <a:cubicBezTo>
                    <a:pt x="1608" y="0"/>
                    <a:pt x="1608" y="0"/>
                    <a:pt x="1608" y="0"/>
                  </a:cubicBezTo>
                  <a:cubicBezTo>
                    <a:pt x="1499" y="14"/>
                    <a:pt x="1247" y="40"/>
                    <a:pt x="944" y="40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5" name="Freeform 108"/>
            <p:cNvSpPr/>
            <p:nvPr/>
          </p:nvSpPr>
          <p:spPr bwMode="auto">
            <a:xfrm>
              <a:off x="6838468" y="3233344"/>
              <a:ext cx="85513" cy="143540"/>
            </a:xfrm>
            <a:custGeom>
              <a:avLst/>
              <a:gdLst>
                <a:gd name="T0" fmla="*/ 90 w 181"/>
                <a:gd name="T1" fmla="*/ 0 h 302"/>
                <a:gd name="T2" fmla="*/ 58 w 181"/>
                <a:gd name="T3" fmla="*/ 14 h 302"/>
                <a:gd name="T4" fmla="*/ 16 w 181"/>
                <a:gd name="T5" fmla="*/ 252 h 302"/>
                <a:gd name="T6" fmla="*/ 60 w 181"/>
                <a:gd name="T7" fmla="*/ 301 h 302"/>
                <a:gd name="T8" fmla="*/ 93 w 181"/>
                <a:gd name="T9" fmla="*/ 278 h 302"/>
                <a:gd name="T10" fmla="*/ 93 w 181"/>
                <a:gd name="T11" fmla="*/ 278 h 302"/>
                <a:gd name="T12" fmla="*/ 165 w 181"/>
                <a:gd name="T13" fmla="*/ 64 h 302"/>
                <a:gd name="T14" fmla="*/ 117 w 181"/>
                <a:gd name="T15" fmla="*/ 6 h 302"/>
                <a:gd name="T16" fmla="*/ 90 w 181"/>
                <a:gd name="T17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302">
                  <a:moveTo>
                    <a:pt x="90" y="0"/>
                  </a:moveTo>
                  <a:cubicBezTo>
                    <a:pt x="78" y="0"/>
                    <a:pt x="67" y="5"/>
                    <a:pt x="58" y="14"/>
                  </a:cubicBezTo>
                  <a:cubicBezTo>
                    <a:pt x="9" y="58"/>
                    <a:pt x="0" y="201"/>
                    <a:pt x="16" y="252"/>
                  </a:cubicBezTo>
                  <a:cubicBezTo>
                    <a:pt x="23" y="277"/>
                    <a:pt x="41" y="302"/>
                    <a:pt x="60" y="301"/>
                  </a:cubicBezTo>
                  <a:cubicBezTo>
                    <a:pt x="72" y="300"/>
                    <a:pt x="84" y="288"/>
                    <a:pt x="93" y="278"/>
                  </a:cubicBezTo>
                  <a:cubicBezTo>
                    <a:pt x="93" y="278"/>
                    <a:pt x="93" y="278"/>
                    <a:pt x="93" y="278"/>
                  </a:cubicBezTo>
                  <a:cubicBezTo>
                    <a:pt x="132" y="234"/>
                    <a:pt x="181" y="132"/>
                    <a:pt x="165" y="64"/>
                  </a:cubicBezTo>
                  <a:cubicBezTo>
                    <a:pt x="159" y="36"/>
                    <a:pt x="143" y="17"/>
                    <a:pt x="117" y="6"/>
                  </a:cubicBezTo>
                  <a:cubicBezTo>
                    <a:pt x="107" y="2"/>
                    <a:pt x="98" y="0"/>
                    <a:pt x="90" y="0"/>
                  </a:cubicBezTo>
                  <a:close/>
                </a:path>
              </a:pathLst>
            </a:custGeom>
            <a:solidFill>
              <a:srgbClr val="FFD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6" name="Oval 109"/>
            <p:cNvSpPr>
              <a:spLocks noChangeArrowheads="1"/>
            </p:cNvSpPr>
            <p:nvPr/>
          </p:nvSpPr>
          <p:spPr bwMode="auto">
            <a:xfrm>
              <a:off x="6299937" y="2896381"/>
              <a:ext cx="28504" cy="36649"/>
            </a:xfrm>
            <a:prstGeom prst="ellipse">
              <a:avLst/>
            </a:pr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7" name="Oval 110"/>
            <p:cNvSpPr>
              <a:spLocks noChangeArrowheads="1"/>
            </p:cNvSpPr>
            <p:nvPr/>
          </p:nvSpPr>
          <p:spPr bwMode="auto">
            <a:xfrm>
              <a:off x="6167595" y="2906561"/>
              <a:ext cx="28504" cy="35631"/>
            </a:xfrm>
            <a:prstGeom prst="ellipse">
              <a:avLst/>
            </a:pr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8" name="Freeform 111"/>
            <p:cNvSpPr>
              <a:spLocks noEditPoints="1"/>
            </p:cNvSpPr>
            <p:nvPr/>
          </p:nvSpPr>
          <p:spPr bwMode="auto">
            <a:xfrm>
              <a:off x="6146217" y="3004290"/>
              <a:ext cx="145576" cy="89585"/>
            </a:xfrm>
            <a:custGeom>
              <a:avLst/>
              <a:gdLst>
                <a:gd name="T0" fmla="*/ 289 w 307"/>
                <a:gd name="T1" fmla="*/ 30 h 189"/>
                <a:gd name="T2" fmla="*/ 22 w 307"/>
                <a:gd name="T3" fmla="*/ 0 h 189"/>
                <a:gd name="T4" fmla="*/ 8 w 307"/>
                <a:gd name="T5" fmla="*/ 5 h 189"/>
                <a:gd name="T6" fmla="*/ 2 w 307"/>
                <a:gd name="T7" fmla="*/ 18 h 189"/>
                <a:gd name="T8" fmla="*/ 129 w 307"/>
                <a:gd name="T9" fmla="*/ 186 h 189"/>
                <a:gd name="T10" fmla="*/ 156 w 307"/>
                <a:gd name="T11" fmla="*/ 189 h 189"/>
                <a:gd name="T12" fmla="*/ 305 w 307"/>
                <a:gd name="T13" fmla="*/ 53 h 189"/>
                <a:gd name="T14" fmla="*/ 302 w 307"/>
                <a:gd name="T15" fmla="*/ 38 h 189"/>
                <a:gd name="T16" fmla="*/ 289 w 307"/>
                <a:gd name="T17" fmla="*/ 30 h 189"/>
                <a:gd name="T18" fmla="*/ 136 w 307"/>
                <a:gd name="T19" fmla="*/ 150 h 189"/>
                <a:gd name="T20" fmla="*/ 40 w 307"/>
                <a:gd name="T21" fmla="*/ 40 h 189"/>
                <a:gd name="T22" fmla="*/ 262 w 307"/>
                <a:gd name="T23" fmla="*/ 64 h 189"/>
                <a:gd name="T24" fmla="*/ 136 w 307"/>
                <a:gd name="T25" fmla="*/ 15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7" h="189">
                  <a:moveTo>
                    <a:pt x="289" y="3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7" y="0"/>
                    <a:pt x="12" y="1"/>
                    <a:pt x="8" y="5"/>
                  </a:cubicBezTo>
                  <a:cubicBezTo>
                    <a:pt x="4" y="8"/>
                    <a:pt x="2" y="13"/>
                    <a:pt x="2" y="18"/>
                  </a:cubicBezTo>
                  <a:cubicBezTo>
                    <a:pt x="0" y="68"/>
                    <a:pt x="25" y="167"/>
                    <a:pt x="129" y="186"/>
                  </a:cubicBezTo>
                  <a:cubicBezTo>
                    <a:pt x="138" y="188"/>
                    <a:pt x="147" y="189"/>
                    <a:pt x="156" y="189"/>
                  </a:cubicBezTo>
                  <a:cubicBezTo>
                    <a:pt x="244" y="189"/>
                    <a:pt x="291" y="103"/>
                    <a:pt x="305" y="53"/>
                  </a:cubicBezTo>
                  <a:cubicBezTo>
                    <a:pt x="307" y="48"/>
                    <a:pt x="306" y="42"/>
                    <a:pt x="302" y="38"/>
                  </a:cubicBezTo>
                  <a:cubicBezTo>
                    <a:pt x="299" y="33"/>
                    <a:pt x="295" y="30"/>
                    <a:pt x="289" y="30"/>
                  </a:cubicBezTo>
                  <a:close/>
                  <a:moveTo>
                    <a:pt x="136" y="150"/>
                  </a:moveTo>
                  <a:cubicBezTo>
                    <a:pt x="62" y="136"/>
                    <a:pt x="45" y="73"/>
                    <a:pt x="40" y="40"/>
                  </a:cubicBezTo>
                  <a:cubicBezTo>
                    <a:pt x="262" y="64"/>
                    <a:pt x="262" y="64"/>
                    <a:pt x="262" y="64"/>
                  </a:cubicBezTo>
                  <a:cubicBezTo>
                    <a:pt x="247" y="99"/>
                    <a:pt x="209" y="163"/>
                    <a:pt x="136" y="150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19" name="Freeform 112"/>
            <p:cNvSpPr/>
            <p:nvPr/>
          </p:nvSpPr>
          <p:spPr bwMode="auto">
            <a:xfrm>
              <a:off x="6147235" y="2691759"/>
              <a:ext cx="195459" cy="148630"/>
            </a:xfrm>
            <a:custGeom>
              <a:avLst/>
              <a:gdLst>
                <a:gd name="T0" fmla="*/ 108 w 413"/>
                <a:gd name="T1" fmla="*/ 46 h 314"/>
                <a:gd name="T2" fmla="*/ 185 w 413"/>
                <a:gd name="T3" fmla="*/ 149 h 314"/>
                <a:gd name="T4" fmla="*/ 260 w 413"/>
                <a:gd name="T5" fmla="*/ 291 h 314"/>
                <a:gd name="T6" fmla="*/ 345 w 413"/>
                <a:gd name="T7" fmla="*/ 314 h 314"/>
                <a:gd name="T8" fmla="*/ 413 w 413"/>
                <a:gd name="T9" fmla="*/ 300 h 314"/>
                <a:gd name="T10" fmla="*/ 398 w 413"/>
                <a:gd name="T11" fmla="*/ 266 h 314"/>
                <a:gd name="T12" fmla="*/ 279 w 413"/>
                <a:gd name="T13" fmla="*/ 259 h 314"/>
                <a:gd name="T14" fmla="*/ 222 w 413"/>
                <a:gd name="T15" fmla="*/ 147 h 314"/>
                <a:gd name="T16" fmla="*/ 115 w 413"/>
                <a:gd name="T17" fmla="*/ 9 h 314"/>
                <a:gd name="T18" fmla="*/ 0 w 413"/>
                <a:gd name="T19" fmla="*/ 63 h 314"/>
                <a:gd name="T20" fmla="*/ 34 w 413"/>
                <a:gd name="T21" fmla="*/ 78 h 314"/>
                <a:gd name="T22" fmla="*/ 108 w 413"/>
                <a:gd name="T23" fmla="*/ 46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3" h="314">
                  <a:moveTo>
                    <a:pt x="108" y="46"/>
                  </a:moveTo>
                  <a:cubicBezTo>
                    <a:pt x="153" y="54"/>
                    <a:pt x="181" y="92"/>
                    <a:pt x="185" y="149"/>
                  </a:cubicBezTo>
                  <a:cubicBezTo>
                    <a:pt x="190" y="231"/>
                    <a:pt x="228" y="271"/>
                    <a:pt x="260" y="291"/>
                  </a:cubicBezTo>
                  <a:cubicBezTo>
                    <a:pt x="285" y="306"/>
                    <a:pt x="315" y="314"/>
                    <a:pt x="345" y="314"/>
                  </a:cubicBezTo>
                  <a:cubicBezTo>
                    <a:pt x="368" y="314"/>
                    <a:pt x="392" y="309"/>
                    <a:pt x="413" y="300"/>
                  </a:cubicBezTo>
                  <a:cubicBezTo>
                    <a:pt x="398" y="266"/>
                    <a:pt x="398" y="266"/>
                    <a:pt x="398" y="266"/>
                  </a:cubicBezTo>
                  <a:cubicBezTo>
                    <a:pt x="360" y="282"/>
                    <a:pt x="313" y="280"/>
                    <a:pt x="279" y="259"/>
                  </a:cubicBezTo>
                  <a:cubicBezTo>
                    <a:pt x="245" y="238"/>
                    <a:pt x="225" y="199"/>
                    <a:pt x="222" y="147"/>
                  </a:cubicBezTo>
                  <a:cubicBezTo>
                    <a:pt x="217" y="58"/>
                    <a:pt x="163" y="18"/>
                    <a:pt x="115" y="9"/>
                  </a:cubicBezTo>
                  <a:cubicBezTo>
                    <a:pt x="65" y="0"/>
                    <a:pt x="18" y="22"/>
                    <a:pt x="0" y="63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45" y="53"/>
                    <a:pt x="76" y="40"/>
                    <a:pt x="108" y="46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20" name="Freeform 113"/>
            <p:cNvSpPr/>
            <p:nvPr/>
          </p:nvSpPr>
          <p:spPr bwMode="auto">
            <a:xfrm>
              <a:off x="6041361" y="2686669"/>
              <a:ext cx="75333" cy="38685"/>
            </a:xfrm>
            <a:custGeom>
              <a:avLst/>
              <a:gdLst>
                <a:gd name="T0" fmla="*/ 0 w 160"/>
                <a:gd name="T1" fmla="*/ 37 h 83"/>
                <a:gd name="T2" fmla="*/ 144 w 160"/>
                <a:gd name="T3" fmla="*/ 83 h 83"/>
                <a:gd name="T4" fmla="*/ 160 w 160"/>
                <a:gd name="T5" fmla="*/ 49 h 83"/>
                <a:gd name="T6" fmla="*/ 3 w 160"/>
                <a:gd name="T7" fmla="*/ 0 h 83"/>
                <a:gd name="T8" fmla="*/ 0 w 160"/>
                <a:gd name="T9" fmla="*/ 37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7"/>
                  </a:moveTo>
                  <a:cubicBezTo>
                    <a:pt x="52" y="41"/>
                    <a:pt x="143" y="82"/>
                    <a:pt x="144" y="83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6" y="47"/>
                    <a:pt x="61" y="4"/>
                    <a:pt x="3" y="0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21" name="Freeform 114"/>
            <p:cNvSpPr/>
            <p:nvPr/>
          </p:nvSpPr>
          <p:spPr bwMode="auto">
            <a:xfrm>
              <a:off x="6264307" y="2939137"/>
              <a:ext cx="28504" cy="54973"/>
            </a:xfrm>
            <a:custGeom>
              <a:avLst/>
              <a:gdLst>
                <a:gd name="T0" fmla="*/ 14 w 61"/>
                <a:gd name="T1" fmla="*/ 0 h 115"/>
                <a:gd name="T2" fmla="*/ 5 w 61"/>
                <a:gd name="T3" fmla="*/ 37 h 115"/>
                <a:gd name="T4" fmla="*/ 20 w 61"/>
                <a:gd name="T5" fmla="*/ 59 h 115"/>
                <a:gd name="T6" fmla="*/ 0 w 61"/>
                <a:gd name="T7" fmla="*/ 78 h 115"/>
                <a:gd name="T8" fmla="*/ 0 w 61"/>
                <a:gd name="T9" fmla="*/ 115 h 115"/>
                <a:gd name="T10" fmla="*/ 58 w 61"/>
                <a:gd name="T11" fmla="*/ 64 h 115"/>
                <a:gd name="T12" fmla="*/ 14 w 61"/>
                <a:gd name="T13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115">
                  <a:moveTo>
                    <a:pt x="14" y="0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14" y="39"/>
                    <a:pt x="22" y="50"/>
                    <a:pt x="20" y="59"/>
                  </a:cubicBezTo>
                  <a:cubicBezTo>
                    <a:pt x="19" y="69"/>
                    <a:pt x="10" y="78"/>
                    <a:pt x="0" y="78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29" y="115"/>
                    <a:pt x="54" y="92"/>
                    <a:pt x="58" y="64"/>
                  </a:cubicBezTo>
                  <a:cubicBezTo>
                    <a:pt x="61" y="35"/>
                    <a:pt x="41" y="7"/>
                    <a:pt x="14" y="0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22" name="Freeform 115"/>
            <p:cNvSpPr>
              <a:spLocks noEditPoints="1"/>
            </p:cNvSpPr>
            <p:nvPr/>
          </p:nvSpPr>
          <p:spPr bwMode="auto">
            <a:xfrm>
              <a:off x="5264615" y="2560435"/>
              <a:ext cx="1982077" cy="3421552"/>
            </a:xfrm>
            <a:custGeom>
              <a:avLst/>
              <a:gdLst>
                <a:gd name="T0" fmla="*/ 3367 w 4187"/>
                <a:gd name="T1" fmla="*/ 1001 h 7225"/>
                <a:gd name="T2" fmla="*/ 2873 w 4187"/>
                <a:gd name="T3" fmla="*/ 2064 h 7225"/>
                <a:gd name="T4" fmla="*/ 2064 w 4187"/>
                <a:gd name="T5" fmla="*/ 1285 h 7225"/>
                <a:gd name="T6" fmla="*/ 2120 w 4187"/>
                <a:gd name="T7" fmla="*/ 96 h 7225"/>
                <a:gd name="T8" fmla="*/ 1584 w 4187"/>
                <a:gd name="T9" fmla="*/ 1031 h 7225"/>
                <a:gd name="T10" fmla="*/ 207 w 4187"/>
                <a:gd name="T11" fmla="*/ 3652 h 7225"/>
                <a:gd name="T12" fmla="*/ 106 w 4187"/>
                <a:gd name="T13" fmla="*/ 4187 h 7225"/>
                <a:gd name="T14" fmla="*/ 479 w 4187"/>
                <a:gd name="T15" fmla="*/ 4116 h 7225"/>
                <a:gd name="T16" fmla="*/ 622 w 4187"/>
                <a:gd name="T17" fmla="*/ 3771 h 7225"/>
                <a:gd name="T18" fmla="*/ 786 w 4187"/>
                <a:gd name="T19" fmla="*/ 5003 h 7225"/>
                <a:gd name="T20" fmla="*/ 659 w 4187"/>
                <a:gd name="T21" fmla="*/ 6817 h 7225"/>
                <a:gd name="T22" fmla="*/ 1586 w 4187"/>
                <a:gd name="T23" fmla="*/ 7075 h 7225"/>
                <a:gd name="T24" fmla="*/ 1558 w 4187"/>
                <a:gd name="T25" fmla="*/ 3827 h 7225"/>
                <a:gd name="T26" fmla="*/ 1906 w 4187"/>
                <a:gd name="T27" fmla="*/ 6817 h 7225"/>
                <a:gd name="T28" fmla="*/ 2833 w 4187"/>
                <a:gd name="T29" fmla="*/ 7075 h 7225"/>
                <a:gd name="T30" fmla="*/ 2380 w 4187"/>
                <a:gd name="T31" fmla="*/ 6635 h 7225"/>
                <a:gd name="T32" fmla="*/ 2624 w 4187"/>
                <a:gd name="T33" fmla="*/ 2602 h 7225"/>
                <a:gd name="T34" fmla="*/ 3393 w 4187"/>
                <a:gd name="T35" fmla="*/ 1846 h 7225"/>
                <a:gd name="T36" fmla="*/ 3444 w 4187"/>
                <a:gd name="T37" fmla="*/ 1725 h 7225"/>
                <a:gd name="T38" fmla="*/ 4107 w 4187"/>
                <a:gd name="T39" fmla="*/ 684 h 7225"/>
                <a:gd name="T40" fmla="*/ 3317 w 4187"/>
                <a:gd name="T41" fmla="*/ 1347 h 7225"/>
                <a:gd name="T42" fmla="*/ 3100 w 4187"/>
                <a:gd name="T43" fmla="*/ 1689 h 7225"/>
                <a:gd name="T44" fmla="*/ 1508 w 4187"/>
                <a:gd name="T45" fmla="*/ 780 h 7225"/>
                <a:gd name="T46" fmla="*/ 1852 w 4187"/>
                <a:gd name="T47" fmla="*/ 398 h 7225"/>
                <a:gd name="T48" fmla="*/ 1485 w 4187"/>
                <a:gd name="T49" fmla="*/ 751 h 7225"/>
                <a:gd name="T50" fmla="*/ 2109 w 4187"/>
                <a:gd name="T51" fmla="*/ 132 h 7225"/>
                <a:gd name="T52" fmla="*/ 2222 w 4187"/>
                <a:gd name="T53" fmla="*/ 1180 h 7225"/>
                <a:gd name="T54" fmla="*/ 1588 w 4187"/>
                <a:gd name="T55" fmla="*/ 1486 h 7225"/>
                <a:gd name="T56" fmla="*/ 2040 w 4187"/>
                <a:gd name="T57" fmla="*/ 1507 h 7225"/>
                <a:gd name="T58" fmla="*/ 438 w 4187"/>
                <a:gd name="T59" fmla="*/ 3860 h 7225"/>
                <a:gd name="T60" fmla="*/ 368 w 4187"/>
                <a:gd name="T61" fmla="*/ 3989 h 7225"/>
                <a:gd name="T62" fmla="*/ 236 w 4187"/>
                <a:gd name="T63" fmla="*/ 3777 h 7225"/>
                <a:gd name="T64" fmla="*/ 1571 w 4187"/>
                <a:gd name="T65" fmla="*/ 7138 h 7225"/>
                <a:gd name="T66" fmla="*/ 1047 w 4187"/>
                <a:gd name="T67" fmla="*/ 6770 h 7225"/>
                <a:gd name="T68" fmla="*/ 1129 w 4187"/>
                <a:gd name="T69" fmla="*/ 6886 h 7225"/>
                <a:gd name="T70" fmla="*/ 1171 w 4187"/>
                <a:gd name="T71" fmla="*/ 7009 h 7225"/>
                <a:gd name="T72" fmla="*/ 1313 w 4187"/>
                <a:gd name="T73" fmla="*/ 7063 h 7225"/>
                <a:gd name="T74" fmla="*/ 659 w 4187"/>
                <a:gd name="T75" fmla="*/ 7100 h 7225"/>
                <a:gd name="T76" fmla="*/ 1030 w 4187"/>
                <a:gd name="T77" fmla="*/ 6734 h 7225"/>
                <a:gd name="T78" fmla="*/ 2820 w 4187"/>
                <a:gd name="T79" fmla="*/ 7187 h 7225"/>
                <a:gd name="T80" fmla="*/ 2318 w 4187"/>
                <a:gd name="T81" fmla="*/ 6812 h 7225"/>
                <a:gd name="T82" fmla="*/ 2328 w 4187"/>
                <a:gd name="T83" fmla="*/ 6936 h 7225"/>
                <a:gd name="T84" fmla="*/ 2451 w 4187"/>
                <a:gd name="T85" fmla="*/ 7026 h 7225"/>
                <a:gd name="T86" fmla="*/ 2579 w 4187"/>
                <a:gd name="T87" fmla="*/ 7007 h 7225"/>
                <a:gd name="T88" fmla="*/ 1943 w 4187"/>
                <a:gd name="T89" fmla="*/ 6822 h 7225"/>
                <a:gd name="T90" fmla="*/ 2208 w 4187"/>
                <a:gd name="T91" fmla="*/ 6740 h 7225"/>
                <a:gd name="T92" fmla="*/ 1912 w 4187"/>
                <a:gd name="T93" fmla="*/ 6616 h 7225"/>
                <a:gd name="T94" fmla="*/ 1537 w 4187"/>
                <a:gd name="T95" fmla="*/ 3793 h 7225"/>
                <a:gd name="T96" fmla="*/ 657 w 4187"/>
                <a:gd name="T97" fmla="*/ 6616 h 7225"/>
                <a:gd name="T98" fmla="*/ 2342 w 4187"/>
                <a:gd name="T99" fmla="*/ 6616 h 7225"/>
                <a:gd name="T100" fmla="*/ 2428 w 4187"/>
                <a:gd name="T101" fmla="*/ 2307 h 7225"/>
                <a:gd name="T102" fmla="*/ 997 w 4187"/>
                <a:gd name="T103" fmla="*/ 2822 h 7225"/>
                <a:gd name="T104" fmla="*/ 830 w 4187"/>
                <a:gd name="T105" fmla="*/ 1870 h 7225"/>
                <a:gd name="T106" fmla="*/ 2307 w 4187"/>
                <a:gd name="T107" fmla="*/ 1534 h 7225"/>
                <a:gd name="T108" fmla="*/ 3088 w 4187"/>
                <a:gd name="T109" fmla="*/ 1725 h 7225"/>
                <a:gd name="T110" fmla="*/ 3258 w 4187"/>
                <a:gd name="T111" fmla="*/ 2047 h 7225"/>
                <a:gd name="T112" fmla="*/ 3488 w 4187"/>
                <a:gd name="T113" fmla="*/ 1486 h 7225"/>
                <a:gd name="T114" fmla="*/ 3381 w 4187"/>
                <a:gd name="T115" fmla="*/ 1436 h 7225"/>
                <a:gd name="T116" fmla="*/ 3356 w 4187"/>
                <a:gd name="T117" fmla="*/ 1408 h 7225"/>
                <a:gd name="T118" fmla="*/ 3281 w 4187"/>
                <a:gd name="T119" fmla="*/ 1429 h 7225"/>
                <a:gd name="T120" fmla="*/ 3461 w 4187"/>
                <a:gd name="T121" fmla="*/ 1038 h 7225"/>
                <a:gd name="T122" fmla="*/ 3183 w 4187"/>
                <a:gd name="T123" fmla="*/ 771 h 7225"/>
                <a:gd name="T124" fmla="*/ 3742 w 4187"/>
                <a:gd name="T125" fmla="*/ 75 h 7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187" h="7225">
                  <a:moveTo>
                    <a:pt x="3753" y="39"/>
                  </a:moveTo>
                  <a:cubicBezTo>
                    <a:pt x="3619" y="0"/>
                    <a:pt x="3479" y="15"/>
                    <a:pt x="3357" y="82"/>
                  </a:cubicBezTo>
                  <a:cubicBezTo>
                    <a:pt x="3235" y="149"/>
                    <a:pt x="3146" y="259"/>
                    <a:pt x="3107" y="393"/>
                  </a:cubicBezTo>
                  <a:cubicBezTo>
                    <a:pt x="3068" y="526"/>
                    <a:pt x="3084" y="667"/>
                    <a:pt x="3150" y="789"/>
                  </a:cubicBezTo>
                  <a:cubicBezTo>
                    <a:pt x="3201" y="881"/>
                    <a:pt x="3276" y="954"/>
                    <a:pt x="3367" y="1001"/>
                  </a:cubicBezTo>
                  <a:cubicBezTo>
                    <a:pt x="3285" y="1282"/>
                    <a:pt x="3285" y="1282"/>
                    <a:pt x="3285" y="1282"/>
                  </a:cubicBezTo>
                  <a:cubicBezTo>
                    <a:pt x="3276" y="1282"/>
                    <a:pt x="3266" y="1282"/>
                    <a:pt x="3257" y="1283"/>
                  </a:cubicBezTo>
                  <a:cubicBezTo>
                    <a:pt x="3194" y="1290"/>
                    <a:pt x="3151" y="1323"/>
                    <a:pt x="3123" y="1387"/>
                  </a:cubicBezTo>
                  <a:cubicBezTo>
                    <a:pt x="3082" y="1479"/>
                    <a:pt x="3071" y="1593"/>
                    <a:pt x="3062" y="1694"/>
                  </a:cubicBezTo>
                  <a:cubicBezTo>
                    <a:pt x="2873" y="2064"/>
                    <a:pt x="2873" y="2064"/>
                    <a:pt x="2873" y="2064"/>
                  </a:cubicBezTo>
                  <a:cubicBezTo>
                    <a:pt x="2732" y="1786"/>
                    <a:pt x="2732" y="1786"/>
                    <a:pt x="2732" y="1786"/>
                  </a:cubicBezTo>
                  <a:cubicBezTo>
                    <a:pt x="2650" y="1623"/>
                    <a:pt x="2492" y="1515"/>
                    <a:pt x="2311" y="1497"/>
                  </a:cubicBezTo>
                  <a:cubicBezTo>
                    <a:pt x="2006" y="1466"/>
                    <a:pt x="2006" y="1466"/>
                    <a:pt x="2006" y="1466"/>
                  </a:cubicBezTo>
                  <a:cubicBezTo>
                    <a:pt x="2006" y="1283"/>
                    <a:pt x="2006" y="1283"/>
                    <a:pt x="2006" y="1283"/>
                  </a:cubicBezTo>
                  <a:cubicBezTo>
                    <a:pt x="2025" y="1284"/>
                    <a:pt x="2044" y="1285"/>
                    <a:pt x="2064" y="1285"/>
                  </a:cubicBezTo>
                  <a:cubicBezTo>
                    <a:pt x="2069" y="1285"/>
                    <a:pt x="2074" y="1285"/>
                    <a:pt x="2080" y="1285"/>
                  </a:cubicBezTo>
                  <a:cubicBezTo>
                    <a:pt x="2148" y="1284"/>
                    <a:pt x="2206" y="1256"/>
                    <a:pt x="2250" y="1204"/>
                  </a:cubicBezTo>
                  <a:cubicBezTo>
                    <a:pt x="2350" y="1090"/>
                    <a:pt x="2367" y="877"/>
                    <a:pt x="2366" y="727"/>
                  </a:cubicBezTo>
                  <a:cubicBezTo>
                    <a:pt x="2387" y="699"/>
                    <a:pt x="2472" y="579"/>
                    <a:pt x="2430" y="421"/>
                  </a:cubicBezTo>
                  <a:cubicBezTo>
                    <a:pt x="2388" y="264"/>
                    <a:pt x="2273" y="143"/>
                    <a:pt x="2120" y="96"/>
                  </a:cubicBezTo>
                  <a:cubicBezTo>
                    <a:pt x="1944" y="42"/>
                    <a:pt x="1751" y="91"/>
                    <a:pt x="1589" y="231"/>
                  </a:cubicBezTo>
                  <a:cubicBezTo>
                    <a:pt x="1558" y="237"/>
                    <a:pt x="1406" y="278"/>
                    <a:pt x="1373" y="443"/>
                  </a:cubicBezTo>
                  <a:cubicBezTo>
                    <a:pt x="1341" y="603"/>
                    <a:pt x="1431" y="766"/>
                    <a:pt x="1452" y="802"/>
                  </a:cubicBezTo>
                  <a:cubicBezTo>
                    <a:pt x="1450" y="811"/>
                    <a:pt x="1448" y="821"/>
                    <a:pt x="1447" y="832"/>
                  </a:cubicBezTo>
                  <a:cubicBezTo>
                    <a:pt x="1441" y="941"/>
                    <a:pt x="1558" y="1016"/>
                    <a:pt x="1584" y="1031"/>
                  </a:cubicBezTo>
                  <a:cubicBezTo>
                    <a:pt x="1589" y="1040"/>
                    <a:pt x="1601" y="1058"/>
                    <a:pt x="1621" y="1082"/>
                  </a:cubicBezTo>
                  <a:cubicBezTo>
                    <a:pt x="1554" y="1466"/>
                    <a:pt x="1554" y="1466"/>
                    <a:pt x="1554" y="1466"/>
                  </a:cubicBezTo>
                  <a:cubicBezTo>
                    <a:pt x="1360" y="1482"/>
                    <a:pt x="930" y="1552"/>
                    <a:pt x="796" y="1855"/>
                  </a:cubicBezTo>
                  <a:cubicBezTo>
                    <a:pt x="621" y="2252"/>
                    <a:pt x="199" y="3615"/>
                    <a:pt x="195" y="3629"/>
                  </a:cubicBezTo>
                  <a:cubicBezTo>
                    <a:pt x="192" y="3638"/>
                    <a:pt x="197" y="3649"/>
                    <a:pt x="207" y="3652"/>
                  </a:cubicBezTo>
                  <a:cubicBezTo>
                    <a:pt x="247" y="3665"/>
                    <a:pt x="247" y="3665"/>
                    <a:pt x="247" y="3665"/>
                  </a:cubicBezTo>
                  <a:cubicBezTo>
                    <a:pt x="206" y="3754"/>
                    <a:pt x="206" y="3754"/>
                    <a:pt x="206" y="3754"/>
                  </a:cubicBezTo>
                  <a:cubicBezTo>
                    <a:pt x="48" y="3933"/>
                    <a:pt x="48" y="3933"/>
                    <a:pt x="48" y="3933"/>
                  </a:cubicBezTo>
                  <a:cubicBezTo>
                    <a:pt x="14" y="3972"/>
                    <a:pt x="0" y="4023"/>
                    <a:pt x="12" y="4074"/>
                  </a:cubicBezTo>
                  <a:cubicBezTo>
                    <a:pt x="23" y="4125"/>
                    <a:pt x="58" y="4166"/>
                    <a:pt x="106" y="4187"/>
                  </a:cubicBezTo>
                  <a:cubicBezTo>
                    <a:pt x="126" y="4195"/>
                    <a:pt x="147" y="4199"/>
                    <a:pt x="168" y="4199"/>
                  </a:cubicBezTo>
                  <a:cubicBezTo>
                    <a:pt x="215" y="4199"/>
                    <a:pt x="262" y="4178"/>
                    <a:pt x="293" y="4140"/>
                  </a:cubicBezTo>
                  <a:cubicBezTo>
                    <a:pt x="376" y="4038"/>
                    <a:pt x="376" y="4038"/>
                    <a:pt x="376" y="4038"/>
                  </a:cubicBezTo>
                  <a:cubicBezTo>
                    <a:pt x="388" y="4069"/>
                    <a:pt x="410" y="4110"/>
                    <a:pt x="439" y="4121"/>
                  </a:cubicBezTo>
                  <a:cubicBezTo>
                    <a:pt x="452" y="4126"/>
                    <a:pt x="467" y="4124"/>
                    <a:pt x="479" y="4116"/>
                  </a:cubicBezTo>
                  <a:cubicBezTo>
                    <a:pt x="547" y="4072"/>
                    <a:pt x="495" y="3908"/>
                    <a:pt x="476" y="3856"/>
                  </a:cubicBezTo>
                  <a:cubicBezTo>
                    <a:pt x="542" y="3763"/>
                    <a:pt x="542" y="3763"/>
                    <a:pt x="542" y="3763"/>
                  </a:cubicBezTo>
                  <a:cubicBezTo>
                    <a:pt x="599" y="3782"/>
                    <a:pt x="599" y="3782"/>
                    <a:pt x="599" y="3782"/>
                  </a:cubicBezTo>
                  <a:cubicBezTo>
                    <a:pt x="600" y="3783"/>
                    <a:pt x="602" y="3783"/>
                    <a:pt x="604" y="3783"/>
                  </a:cubicBezTo>
                  <a:cubicBezTo>
                    <a:pt x="612" y="3783"/>
                    <a:pt x="619" y="3779"/>
                    <a:pt x="622" y="3771"/>
                  </a:cubicBezTo>
                  <a:cubicBezTo>
                    <a:pt x="954" y="2930"/>
                    <a:pt x="954" y="2930"/>
                    <a:pt x="954" y="2930"/>
                  </a:cubicBezTo>
                  <a:cubicBezTo>
                    <a:pt x="932" y="3371"/>
                    <a:pt x="932" y="3371"/>
                    <a:pt x="932" y="3371"/>
                  </a:cubicBezTo>
                  <a:cubicBezTo>
                    <a:pt x="931" y="3381"/>
                    <a:pt x="938" y="3389"/>
                    <a:pt x="947" y="3391"/>
                  </a:cubicBezTo>
                  <a:cubicBezTo>
                    <a:pt x="956" y="3392"/>
                    <a:pt x="964" y="3393"/>
                    <a:pt x="973" y="3394"/>
                  </a:cubicBezTo>
                  <a:cubicBezTo>
                    <a:pt x="820" y="3758"/>
                    <a:pt x="787" y="4953"/>
                    <a:pt x="786" y="5003"/>
                  </a:cubicBezTo>
                  <a:cubicBezTo>
                    <a:pt x="618" y="6633"/>
                    <a:pt x="618" y="6633"/>
                    <a:pt x="618" y="6633"/>
                  </a:cubicBezTo>
                  <a:cubicBezTo>
                    <a:pt x="617" y="6638"/>
                    <a:pt x="619" y="6644"/>
                    <a:pt x="622" y="6648"/>
                  </a:cubicBezTo>
                  <a:cubicBezTo>
                    <a:pt x="626" y="6652"/>
                    <a:pt x="631" y="6654"/>
                    <a:pt x="636" y="6654"/>
                  </a:cubicBezTo>
                  <a:cubicBezTo>
                    <a:pt x="648" y="6654"/>
                    <a:pt x="648" y="6654"/>
                    <a:pt x="648" y="6654"/>
                  </a:cubicBezTo>
                  <a:cubicBezTo>
                    <a:pt x="659" y="6817"/>
                    <a:pt x="659" y="6817"/>
                    <a:pt x="659" y="6817"/>
                  </a:cubicBezTo>
                  <a:cubicBezTo>
                    <a:pt x="654" y="6841"/>
                    <a:pt x="618" y="7024"/>
                    <a:pt x="618" y="7206"/>
                  </a:cubicBezTo>
                  <a:cubicBezTo>
                    <a:pt x="618" y="7216"/>
                    <a:pt x="626" y="7225"/>
                    <a:pt x="636" y="7225"/>
                  </a:cubicBezTo>
                  <a:cubicBezTo>
                    <a:pt x="1589" y="7225"/>
                    <a:pt x="1589" y="7225"/>
                    <a:pt x="1589" y="7225"/>
                  </a:cubicBezTo>
                  <a:cubicBezTo>
                    <a:pt x="1597" y="7225"/>
                    <a:pt x="1605" y="7219"/>
                    <a:pt x="1607" y="7211"/>
                  </a:cubicBezTo>
                  <a:cubicBezTo>
                    <a:pt x="1608" y="7208"/>
                    <a:pt x="1626" y="7137"/>
                    <a:pt x="1586" y="7075"/>
                  </a:cubicBezTo>
                  <a:cubicBezTo>
                    <a:pt x="1559" y="7033"/>
                    <a:pt x="1512" y="7006"/>
                    <a:pt x="1447" y="6995"/>
                  </a:cubicBezTo>
                  <a:cubicBezTo>
                    <a:pt x="1291" y="6969"/>
                    <a:pt x="1122" y="6907"/>
                    <a:pt x="1039" y="6654"/>
                  </a:cubicBezTo>
                  <a:cubicBezTo>
                    <a:pt x="1177" y="6654"/>
                    <a:pt x="1177" y="6654"/>
                    <a:pt x="1177" y="6654"/>
                  </a:cubicBezTo>
                  <a:cubicBezTo>
                    <a:pt x="1186" y="6654"/>
                    <a:pt x="1194" y="6647"/>
                    <a:pt x="1196" y="6638"/>
                  </a:cubicBezTo>
                  <a:cubicBezTo>
                    <a:pt x="1558" y="3827"/>
                    <a:pt x="1558" y="3827"/>
                    <a:pt x="1558" y="3827"/>
                  </a:cubicBezTo>
                  <a:cubicBezTo>
                    <a:pt x="1632" y="3814"/>
                    <a:pt x="1632" y="3814"/>
                    <a:pt x="1632" y="3814"/>
                  </a:cubicBezTo>
                  <a:cubicBezTo>
                    <a:pt x="1765" y="6636"/>
                    <a:pt x="1765" y="6636"/>
                    <a:pt x="1765" y="6636"/>
                  </a:cubicBezTo>
                  <a:cubicBezTo>
                    <a:pt x="1765" y="6646"/>
                    <a:pt x="1773" y="6654"/>
                    <a:pt x="1783" y="6654"/>
                  </a:cubicBezTo>
                  <a:cubicBezTo>
                    <a:pt x="1895" y="6654"/>
                    <a:pt x="1895" y="6654"/>
                    <a:pt x="1895" y="6654"/>
                  </a:cubicBezTo>
                  <a:cubicBezTo>
                    <a:pt x="1906" y="6817"/>
                    <a:pt x="1906" y="6817"/>
                    <a:pt x="1906" y="6817"/>
                  </a:cubicBezTo>
                  <a:cubicBezTo>
                    <a:pt x="1901" y="6841"/>
                    <a:pt x="1864" y="7024"/>
                    <a:pt x="1864" y="7206"/>
                  </a:cubicBezTo>
                  <a:cubicBezTo>
                    <a:pt x="1864" y="7216"/>
                    <a:pt x="1873" y="7225"/>
                    <a:pt x="1883" y="7225"/>
                  </a:cubicBezTo>
                  <a:cubicBezTo>
                    <a:pt x="2836" y="7225"/>
                    <a:pt x="2836" y="7225"/>
                    <a:pt x="2836" y="7225"/>
                  </a:cubicBezTo>
                  <a:cubicBezTo>
                    <a:pt x="2844" y="7225"/>
                    <a:pt x="2852" y="7219"/>
                    <a:pt x="2854" y="7211"/>
                  </a:cubicBezTo>
                  <a:cubicBezTo>
                    <a:pt x="2855" y="7208"/>
                    <a:pt x="2873" y="7137"/>
                    <a:pt x="2833" y="7075"/>
                  </a:cubicBezTo>
                  <a:cubicBezTo>
                    <a:pt x="2805" y="7033"/>
                    <a:pt x="2759" y="7006"/>
                    <a:pt x="2694" y="6995"/>
                  </a:cubicBezTo>
                  <a:cubicBezTo>
                    <a:pt x="2538" y="6969"/>
                    <a:pt x="2369" y="6907"/>
                    <a:pt x="2286" y="6654"/>
                  </a:cubicBezTo>
                  <a:cubicBezTo>
                    <a:pt x="2361" y="6654"/>
                    <a:pt x="2361" y="6654"/>
                    <a:pt x="2361" y="6654"/>
                  </a:cubicBezTo>
                  <a:cubicBezTo>
                    <a:pt x="2366" y="6654"/>
                    <a:pt x="2371" y="6652"/>
                    <a:pt x="2375" y="6648"/>
                  </a:cubicBezTo>
                  <a:cubicBezTo>
                    <a:pt x="2378" y="6645"/>
                    <a:pt x="2380" y="6640"/>
                    <a:pt x="2380" y="6635"/>
                  </a:cubicBezTo>
                  <a:cubicBezTo>
                    <a:pt x="2302" y="3394"/>
                    <a:pt x="2302" y="3394"/>
                    <a:pt x="2302" y="3394"/>
                  </a:cubicBezTo>
                  <a:cubicBezTo>
                    <a:pt x="2314" y="3392"/>
                    <a:pt x="2322" y="3391"/>
                    <a:pt x="2323" y="3391"/>
                  </a:cubicBezTo>
                  <a:cubicBezTo>
                    <a:pt x="2331" y="3389"/>
                    <a:pt x="2337" y="3383"/>
                    <a:pt x="2338" y="3375"/>
                  </a:cubicBezTo>
                  <a:cubicBezTo>
                    <a:pt x="2375" y="3096"/>
                    <a:pt x="2404" y="2696"/>
                    <a:pt x="2425" y="2362"/>
                  </a:cubicBezTo>
                  <a:cubicBezTo>
                    <a:pt x="2624" y="2602"/>
                    <a:pt x="2624" y="2602"/>
                    <a:pt x="2624" y="2602"/>
                  </a:cubicBezTo>
                  <a:cubicBezTo>
                    <a:pt x="2688" y="2680"/>
                    <a:pt x="2783" y="2723"/>
                    <a:pt x="2882" y="2723"/>
                  </a:cubicBezTo>
                  <a:cubicBezTo>
                    <a:pt x="2897" y="2723"/>
                    <a:pt x="2912" y="2722"/>
                    <a:pt x="2927" y="2720"/>
                  </a:cubicBezTo>
                  <a:cubicBezTo>
                    <a:pt x="3055" y="2703"/>
                    <a:pt x="3163" y="2613"/>
                    <a:pt x="3203" y="2490"/>
                  </a:cubicBezTo>
                  <a:cubicBezTo>
                    <a:pt x="3402" y="1869"/>
                    <a:pt x="3402" y="1869"/>
                    <a:pt x="3402" y="1869"/>
                  </a:cubicBezTo>
                  <a:cubicBezTo>
                    <a:pt x="3405" y="1860"/>
                    <a:pt x="3401" y="1851"/>
                    <a:pt x="3393" y="1846"/>
                  </a:cubicBezTo>
                  <a:cubicBezTo>
                    <a:pt x="3339" y="1817"/>
                    <a:pt x="3339" y="1817"/>
                    <a:pt x="3339" y="1817"/>
                  </a:cubicBezTo>
                  <a:cubicBezTo>
                    <a:pt x="3357" y="1755"/>
                    <a:pt x="3357" y="1755"/>
                    <a:pt x="3357" y="1755"/>
                  </a:cubicBezTo>
                  <a:cubicBezTo>
                    <a:pt x="3364" y="1758"/>
                    <a:pt x="3372" y="1760"/>
                    <a:pt x="3381" y="1760"/>
                  </a:cubicBezTo>
                  <a:cubicBezTo>
                    <a:pt x="3383" y="1760"/>
                    <a:pt x="3384" y="1760"/>
                    <a:pt x="3386" y="1760"/>
                  </a:cubicBezTo>
                  <a:cubicBezTo>
                    <a:pt x="3412" y="1758"/>
                    <a:pt x="3430" y="1740"/>
                    <a:pt x="3444" y="1725"/>
                  </a:cubicBezTo>
                  <a:cubicBezTo>
                    <a:pt x="3490" y="1674"/>
                    <a:pt x="3543" y="1559"/>
                    <a:pt x="3525" y="1477"/>
                  </a:cubicBezTo>
                  <a:cubicBezTo>
                    <a:pt x="3517" y="1441"/>
                    <a:pt x="3494" y="1414"/>
                    <a:pt x="3461" y="1398"/>
                  </a:cubicBezTo>
                  <a:cubicBezTo>
                    <a:pt x="3561" y="1057"/>
                    <a:pt x="3561" y="1057"/>
                    <a:pt x="3561" y="1057"/>
                  </a:cubicBezTo>
                  <a:cubicBezTo>
                    <a:pt x="3576" y="1058"/>
                    <a:pt x="3591" y="1059"/>
                    <a:pt x="3607" y="1059"/>
                  </a:cubicBezTo>
                  <a:cubicBezTo>
                    <a:pt x="3832" y="1059"/>
                    <a:pt x="4040" y="911"/>
                    <a:pt x="4107" y="684"/>
                  </a:cubicBezTo>
                  <a:cubicBezTo>
                    <a:pt x="4187" y="409"/>
                    <a:pt x="4028" y="119"/>
                    <a:pt x="3753" y="39"/>
                  </a:cubicBezTo>
                  <a:close/>
                  <a:moveTo>
                    <a:pt x="3157" y="1402"/>
                  </a:moveTo>
                  <a:cubicBezTo>
                    <a:pt x="3180" y="1350"/>
                    <a:pt x="3211" y="1326"/>
                    <a:pt x="3261" y="1320"/>
                  </a:cubicBezTo>
                  <a:cubicBezTo>
                    <a:pt x="3302" y="1316"/>
                    <a:pt x="3314" y="1322"/>
                    <a:pt x="3317" y="1326"/>
                  </a:cubicBezTo>
                  <a:cubicBezTo>
                    <a:pt x="3321" y="1331"/>
                    <a:pt x="3319" y="1341"/>
                    <a:pt x="3317" y="1347"/>
                  </a:cubicBezTo>
                  <a:cubicBezTo>
                    <a:pt x="3304" y="1388"/>
                    <a:pt x="3232" y="1411"/>
                    <a:pt x="3205" y="1417"/>
                  </a:cubicBezTo>
                  <a:cubicBezTo>
                    <a:pt x="3213" y="1453"/>
                    <a:pt x="3213" y="1453"/>
                    <a:pt x="3213" y="1453"/>
                  </a:cubicBezTo>
                  <a:cubicBezTo>
                    <a:pt x="3214" y="1453"/>
                    <a:pt x="3224" y="1451"/>
                    <a:pt x="3237" y="1447"/>
                  </a:cubicBezTo>
                  <a:cubicBezTo>
                    <a:pt x="3157" y="1720"/>
                    <a:pt x="3157" y="1720"/>
                    <a:pt x="3157" y="1720"/>
                  </a:cubicBezTo>
                  <a:cubicBezTo>
                    <a:pt x="3100" y="1689"/>
                    <a:pt x="3100" y="1689"/>
                    <a:pt x="3100" y="1689"/>
                  </a:cubicBezTo>
                  <a:cubicBezTo>
                    <a:pt x="3109" y="1593"/>
                    <a:pt x="3120" y="1486"/>
                    <a:pt x="3157" y="1402"/>
                  </a:cubicBezTo>
                  <a:close/>
                  <a:moveTo>
                    <a:pt x="1614" y="1009"/>
                  </a:moveTo>
                  <a:cubicBezTo>
                    <a:pt x="1612" y="1005"/>
                    <a:pt x="1610" y="1003"/>
                    <a:pt x="1606" y="1001"/>
                  </a:cubicBezTo>
                  <a:cubicBezTo>
                    <a:pt x="1605" y="1000"/>
                    <a:pt x="1479" y="930"/>
                    <a:pt x="1484" y="834"/>
                  </a:cubicBezTo>
                  <a:cubicBezTo>
                    <a:pt x="1486" y="810"/>
                    <a:pt x="1493" y="792"/>
                    <a:pt x="1508" y="780"/>
                  </a:cubicBezTo>
                  <a:cubicBezTo>
                    <a:pt x="1541" y="753"/>
                    <a:pt x="1595" y="760"/>
                    <a:pt x="1595" y="760"/>
                  </a:cubicBezTo>
                  <a:cubicBezTo>
                    <a:pt x="1603" y="759"/>
                    <a:pt x="1603" y="759"/>
                    <a:pt x="1603" y="759"/>
                  </a:cubicBezTo>
                  <a:cubicBezTo>
                    <a:pt x="1697" y="730"/>
                    <a:pt x="1703" y="645"/>
                    <a:pt x="1709" y="556"/>
                  </a:cubicBezTo>
                  <a:cubicBezTo>
                    <a:pt x="1711" y="538"/>
                    <a:pt x="1712" y="520"/>
                    <a:pt x="1714" y="502"/>
                  </a:cubicBezTo>
                  <a:cubicBezTo>
                    <a:pt x="1724" y="408"/>
                    <a:pt x="1847" y="399"/>
                    <a:pt x="1852" y="398"/>
                  </a:cubicBezTo>
                  <a:cubicBezTo>
                    <a:pt x="1850" y="361"/>
                    <a:pt x="1850" y="361"/>
                    <a:pt x="1850" y="361"/>
                  </a:cubicBezTo>
                  <a:cubicBezTo>
                    <a:pt x="1795" y="365"/>
                    <a:pt x="1687" y="397"/>
                    <a:pt x="1677" y="498"/>
                  </a:cubicBezTo>
                  <a:cubicBezTo>
                    <a:pt x="1675" y="517"/>
                    <a:pt x="1673" y="535"/>
                    <a:pt x="1672" y="553"/>
                  </a:cubicBezTo>
                  <a:cubicBezTo>
                    <a:pt x="1665" y="647"/>
                    <a:pt x="1658" y="701"/>
                    <a:pt x="1595" y="722"/>
                  </a:cubicBezTo>
                  <a:cubicBezTo>
                    <a:pt x="1578" y="721"/>
                    <a:pt x="1523" y="719"/>
                    <a:pt x="1485" y="751"/>
                  </a:cubicBezTo>
                  <a:cubicBezTo>
                    <a:pt x="1480" y="754"/>
                    <a:pt x="1477" y="758"/>
                    <a:pt x="1473" y="762"/>
                  </a:cubicBezTo>
                  <a:cubicBezTo>
                    <a:pt x="1444" y="708"/>
                    <a:pt x="1384" y="575"/>
                    <a:pt x="1409" y="450"/>
                  </a:cubicBezTo>
                  <a:cubicBezTo>
                    <a:pt x="1441" y="293"/>
                    <a:pt x="1594" y="267"/>
                    <a:pt x="1600" y="266"/>
                  </a:cubicBezTo>
                  <a:cubicBezTo>
                    <a:pt x="1604" y="266"/>
                    <a:pt x="1607" y="264"/>
                    <a:pt x="1610" y="262"/>
                  </a:cubicBezTo>
                  <a:cubicBezTo>
                    <a:pt x="1763" y="129"/>
                    <a:pt x="1945" y="82"/>
                    <a:pt x="2109" y="132"/>
                  </a:cubicBezTo>
                  <a:cubicBezTo>
                    <a:pt x="2251" y="175"/>
                    <a:pt x="2355" y="284"/>
                    <a:pt x="2394" y="431"/>
                  </a:cubicBezTo>
                  <a:cubicBezTo>
                    <a:pt x="2420" y="528"/>
                    <a:pt x="2390" y="611"/>
                    <a:pt x="2364" y="661"/>
                  </a:cubicBezTo>
                  <a:cubicBezTo>
                    <a:pt x="2361" y="604"/>
                    <a:pt x="2356" y="565"/>
                    <a:pt x="2356" y="560"/>
                  </a:cubicBezTo>
                  <a:cubicBezTo>
                    <a:pt x="2319" y="564"/>
                    <a:pt x="2319" y="564"/>
                    <a:pt x="2319" y="564"/>
                  </a:cubicBezTo>
                  <a:cubicBezTo>
                    <a:pt x="2319" y="569"/>
                    <a:pt x="2371" y="1007"/>
                    <a:pt x="2222" y="1180"/>
                  </a:cubicBezTo>
                  <a:cubicBezTo>
                    <a:pt x="2184" y="1224"/>
                    <a:pt x="2137" y="1246"/>
                    <a:pt x="2079" y="1248"/>
                  </a:cubicBezTo>
                  <a:cubicBezTo>
                    <a:pt x="2074" y="1248"/>
                    <a:pt x="2068" y="1248"/>
                    <a:pt x="2063" y="1248"/>
                  </a:cubicBezTo>
                  <a:cubicBezTo>
                    <a:pt x="1747" y="1248"/>
                    <a:pt x="1619" y="1018"/>
                    <a:pt x="1614" y="1009"/>
                  </a:cubicBezTo>
                  <a:close/>
                  <a:moveTo>
                    <a:pt x="1571" y="1502"/>
                  </a:moveTo>
                  <a:cubicBezTo>
                    <a:pt x="1580" y="1501"/>
                    <a:pt x="1587" y="1495"/>
                    <a:pt x="1588" y="1486"/>
                  </a:cubicBezTo>
                  <a:cubicBezTo>
                    <a:pt x="1653" y="1117"/>
                    <a:pt x="1653" y="1117"/>
                    <a:pt x="1653" y="1117"/>
                  </a:cubicBezTo>
                  <a:cubicBezTo>
                    <a:pt x="1714" y="1180"/>
                    <a:pt x="1817" y="1255"/>
                    <a:pt x="1969" y="1278"/>
                  </a:cubicBezTo>
                  <a:cubicBezTo>
                    <a:pt x="1969" y="1483"/>
                    <a:pt x="1969" y="1483"/>
                    <a:pt x="1969" y="1483"/>
                  </a:cubicBezTo>
                  <a:cubicBezTo>
                    <a:pt x="1969" y="1493"/>
                    <a:pt x="1976" y="1501"/>
                    <a:pt x="1985" y="1502"/>
                  </a:cubicBezTo>
                  <a:cubicBezTo>
                    <a:pt x="2040" y="1507"/>
                    <a:pt x="2040" y="1507"/>
                    <a:pt x="2040" y="1507"/>
                  </a:cubicBezTo>
                  <a:cubicBezTo>
                    <a:pt x="2002" y="1554"/>
                    <a:pt x="1906" y="1647"/>
                    <a:pt x="1754" y="1634"/>
                  </a:cubicBezTo>
                  <a:cubicBezTo>
                    <a:pt x="1606" y="1620"/>
                    <a:pt x="1529" y="1547"/>
                    <a:pt x="1498" y="1509"/>
                  </a:cubicBezTo>
                  <a:cubicBezTo>
                    <a:pt x="1525" y="1506"/>
                    <a:pt x="1550" y="1503"/>
                    <a:pt x="1571" y="1502"/>
                  </a:cubicBezTo>
                  <a:close/>
                  <a:moveTo>
                    <a:pt x="440" y="3842"/>
                  </a:moveTo>
                  <a:cubicBezTo>
                    <a:pt x="436" y="3847"/>
                    <a:pt x="436" y="3854"/>
                    <a:pt x="438" y="3860"/>
                  </a:cubicBezTo>
                  <a:cubicBezTo>
                    <a:pt x="468" y="3940"/>
                    <a:pt x="494" y="4062"/>
                    <a:pt x="459" y="4085"/>
                  </a:cubicBezTo>
                  <a:cubicBezTo>
                    <a:pt x="455" y="4087"/>
                    <a:pt x="453" y="4087"/>
                    <a:pt x="452" y="4086"/>
                  </a:cubicBezTo>
                  <a:cubicBezTo>
                    <a:pt x="433" y="4079"/>
                    <a:pt x="410" y="4028"/>
                    <a:pt x="400" y="3995"/>
                  </a:cubicBezTo>
                  <a:cubicBezTo>
                    <a:pt x="398" y="3989"/>
                    <a:pt x="393" y="3984"/>
                    <a:pt x="386" y="3982"/>
                  </a:cubicBezTo>
                  <a:cubicBezTo>
                    <a:pt x="379" y="3981"/>
                    <a:pt x="372" y="3983"/>
                    <a:pt x="368" y="3989"/>
                  </a:cubicBezTo>
                  <a:cubicBezTo>
                    <a:pt x="264" y="4117"/>
                    <a:pt x="264" y="4117"/>
                    <a:pt x="264" y="4117"/>
                  </a:cubicBezTo>
                  <a:cubicBezTo>
                    <a:pt x="229" y="4159"/>
                    <a:pt x="170" y="4174"/>
                    <a:pt x="120" y="4152"/>
                  </a:cubicBezTo>
                  <a:cubicBezTo>
                    <a:pt x="83" y="4137"/>
                    <a:pt x="57" y="4105"/>
                    <a:pt x="48" y="4066"/>
                  </a:cubicBezTo>
                  <a:cubicBezTo>
                    <a:pt x="39" y="4027"/>
                    <a:pt x="50" y="3987"/>
                    <a:pt x="76" y="3957"/>
                  </a:cubicBezTo>
                  <a:cubicBezTo>
                    <a:pt x="236" y="3777"/>
                    <a:pt x="236" y="3777"/>
                    <a:pt x="236" y="3777"/>
                  </a:cubicBezTo>
                  <a:cubicBezTo>
                    <a:pt x="237" y="3776"/>
                    <a:pt x="238" y="3774"/>
                    <a:pt x="239" y="3772"/>
                  </a:cubicBezTo>
                  <a:cubicBezTo>
                    <a:pt x="283" y="3677"/>
                    <a:pt x="283" y="3677"/>
                    <a:pt x="283" y="3677"/>
                  </a:cubicBezTo>
                  <a:cubicBezTo>
                    <a:pt x="505" y="3751"/>
                    <a:pt x="505" y="3751"/>
                    <a:pt x="505" y="3751"/>
                  </a:cubicBezTo>
                  <a:lnTo>
                    <a:pt x="440" y="3842"/>
                  </a:lnTo>
                  <a:close/>
                  <a:moveTo>
                    <a:pt x="1571" y="7138"/>
                  </a:moveTo>
                  <a:cubicBezTo>
                    <a:pt x="1575" y="7157"/>
                    <a:pt x="1575" y="7176"/>
                    <a:pt x="1573" y="7187"/>
                  </a:cubicBezTo>
                  <a:cubicBezTo>
                    <a:pt x="655" y="7187"/>
                    <a:pt x="655" y="7187"/>
                    <a:pt x="655" y="7187"/>
                  </a:cubicBezTo>
                  <a:cubicBezTo>
                    <a:pt x="655" y="7171"/>
                    <a:pt x="656" y="7154"/>
                    <a:pt x="657" y="7138"/>
                  </a:cubicBezTo>
                  <a:lnTo>
                    <a:pt x="1571" y="7138"/>
                  </a:lnTo>
                  <a:close/>
                  <a:moveTo>
                    <a:pt x="1047" y="6770"/>
                  </a:moveTo>
                  <a:cubicBezTo>
                    <a:pt x="1055" y="6785"/>
                    <a:pt x="1063" y="6799"/>
                    <a:pt x="1071" y="6812"/>
                  </a:cubicBezTo>
                  <a:cubicBezTo>
                    <a:pt x="1001" y="6848"/>
                    <a:pt x="1001" y="6848"/>
                    <a:pt x="1001" y="6848"/>
                  </a:cubicBezTo>
                  <a:cubicBezTo>
                    <a:pt x="1019" y="6881"/>
                    <a:pt x="1019" y="6881"/>
                    <a:pt x="1019" y="6881"/>
                  </a:cubicBezTo>
                  <a:cubicBezTo>
                    <a:pt x="1093" y="6842"/>
                    <a:pt x="1093" y="6842"/>
                    <a:pt x="1093" y="6842"/>
                  </a:cubicBezTo>
                  <a:cubicBezTo>
                    <a:pt x="1104" y="6858"/>
                    <a:pt x="1117" y="6873"/>
                    <a:pt x="1129" y="6886"/>
                  </a:cubicBezTo>
                  <a:cubicBezTo>
                    <a:pt x="1082" y="6936"/>
                    <a:pt x="1082" y="6936"/>
                    <a:pt x="1082" y="6936"/>
                  </a:cubicBezTo>
                  <a:cubicBezTo>
                    <a:pt x="1109" y="6962"/>
                    <a:pt x="1109" y="6962"/>
                    <a:pt x="1109" y="6962"/>
                  </a:cubicBezTo>
                  <a:cubicBezTo>
                    <a:pt x="1156" y="6912"/>
                    <a:pt x="1156" y="6912"/>
                    <a:pt x="1156" y="6912"/>
                  </a:cubicBezTo>
                  <a:cubicBezTo>
                    <a:pt x="1172" y="6925"/>
                    <a:pt x="1187" y="6937"/>
                    <a:pt x="1203" y="6947"/>
                  </a:cubicBezTo>
                  <a:cubicBezTo>
                    <a:pt x="1171" y="7009"/>
                    <a:pt x="1171" y="7009"/>
                    <a:pt x="1171" y="7009"/>
                  </a:cubicBezTo>
                  <a:cubicBezTo>
                    <a:pt x="1204" y="7026"/>
                    <a:pt x="1204" y="7026"/>
                    <a:pt x="1204" y="7026"/>
                  </a:cubicBezTo>
                  <a:cubicBezTo>
                    <a:pt x="1236" y="6966"/>
                    <a:pt x="1236" y="6966"/>
                    <a:pt x="1236" y="6966"/>
                  </a:cubicBezTo>
                  <a:cubicBezTo>
                    <a:pt x="1255" y="6977"/>
                    <a:pt x="1276" y="6987"/>
                    <a:pt x="1296" y="6994"/>
                  </a:cubicBezTo>
                  <a:cubicBezTo>
                    <a:pt x="1278" y="7051"/>
                    <a:pt x="1278" y="7051"/>
                    <a:pt x="1278" y="7051"/>
                  </a:cubicBezTo>
                  <a:cubicBezTo>
                    <a:pt x="1313" y="7063"/>
                    <a:pt x="1313" y="7063"/>
                    <a:pt x="1313" y="7063"/>
                  </a:cubicBezTo>
                  <a:cubicBezTo>
                    <a:pt x="1332" y="7007"/>
                    <a:pt x="1332" y="7007"/>
                    <a:pt x="1332" y="7007"/>
                  </a:cubicBezTo>
                  <a:cubicBezTo>
                    <a:pt x="1368" y="7018"/>
                    <a:pt x="1405" y="7026"/>
                    <a:pt x="1441" y="7032"/>
                  </a:cubicBezTo>
                  <a:cubicBezTo>
                    <a:pt x="1495" y="7041"/>
                    <a:pt x="1533" y="7062"/>
                    <a:pt x="1554" y="7095"/>
                  </a:cubicBezTo>
                  <a:cubicBezTo>
                    <a:pt x="1555" y="7097"/>
                    <a:pt x="1556" y="7099"/>
                    <a:pt x="1557" y="7100"/>
                  </a:cubicBezTo>
                  <a:cubicBezTo>
                    <a:pt x="659" y="7100"/>
                    <a:pt x="659" y="7100"/>
                    <a:pt x="659" y="7100"/>
                  </a:cubicBezTo>
                  <a:cubicBezTo>
                    <a:pt x="669" y="6951"/>
                    <a:pt x="696" y="6824"/>
                    <a:pt x="696" y="6822"/>
                  </a:cubicBezTo>
                  <a:cubicBezTo>
                    <a:pt x="696" y="6821"/>
                    <a:pt x="697" y="6819"/>
                    <a:pt x="696" y="6817"/>
                  </a:cubicBezTo>
                  <a:cubicBezTo>
                    <a:pt x="685" y="6654"/>
                    <a:pt x="685" y="6654"/>
                    <a:pt x="685" y="6654"/>
                  </a:cubicBezTo>
                  <a:cubicBezTo>
                    <a:pt x="999" y="6654"/>
                    <a:pt x="999" y="6654"/>
                    <a:pt x="999" y="6654"/>
                  </a:cubicBezTo>
                  <a:cubicBezTo>
                    <a:pt x="1009" y="6683"/>
                    <a:pt x="1019" y="6709"/>
                    <a:pt x="1030" y="6734"/>
                  </a:cubicBezTo>
                  <a:cubicBezTo>
                    <a:pt x="961" y="6740"/>
                    <a:pt x="961" y="6740"/>
                    <a:pt x="961" y="6740"/>
                  </a:cubicBezTo>
                  <a:cubicBezTo>
                    <a:pt x="964" y="6777"/>
                    <a:pt x="964" y="6777"/>
                    <a:pt x="964" y="6777"/>
                  </a:cubicBezTo>
                  <a:lnTo>
                    <a:pt x="1047" y="6770"/>
                  </a:lnTo>
                  <a:close/>
                  <a:moveTo>
                    <a:pt x="2818" y="7138"/>
                  </a:moveTo>
                  <a:cubicBezTo>
                    <a:pt x="2822" y="7157"/>
                    <a:pt x="2821" y="7176"/>
                    <a:pt x="2820" y="7187"/>
                  </a:cubicBezTo>
                  <a:cubicBezTo>
                    <a:pt x="1902" y="7187"/>
                    <a:pt x="1902" y="7187"/>
                    <a:pt x="1902" y="7187"/>
                  </a:cubicBezTo>
                  <a:cubicBezTo>
                    <a:pt x="1902" y="7171"/>
                    <a:pt x="1903" y="7154"/>
                    <a:pt x="1903" y="7138"/>
                  </a:cubicBezTo>
                  <a:lnTo>
                    <a:pt x="2818" y="7138"/>
                  </a:lnTo>
                  <a:close/>
                  <a:moveTo>
                    <a:pt x="2294" y="6770"/>
                  </a:moveTo>
                  <a:cubicBezTo>
                    <a:pt x="2302" y="6785"/>
                    <a:pt x="2310" y="6799"/>
                    <a:pt x="2318" y="6812"/>
                  </a:cubicBezTo>
                  <a:cubicBezTo>
                    <a:pt x="2248" y="6848"/>
                    <a:pt x="2248" y="6848"/>
                    <a:pt x="2248" y="6848"/>
                  </a:cubicBezTo>
                  <a:cubicBezTo>
                    <a:pt x="2266" y="6881"/>
                    <a:pt x="2266" y="6881"/>
                    <a:pt x="2266" y="6881"/>
                  </a:cubicBezTo>
                  <a:cubicBezTo>
                    <a:pt x="2339" y="6842"/>
                    <a:pt x="2339" y="6842"/>
                    <a:pt x="2339" y="6842"/>
                  </a:cubicBezTo>
                  <a:cubicBezTo>
                    <a:pt x="2351" y="6858"/>
                    <a:pt x="2363" y="6873"/>
                    <a:pt x="2376" y="6886"/>
                  </a:cubicBezTo>
                  <a:cubicBezTo>
                    <a:pt x="2328" y="6936"/>
                    <a:pt x="2328" y="6936"/>
                    <a:pt x="2328" y="6936"/>
                  </a:cubicBezTo>
                  <a:cubicBezTo>
                    <a:pt x="2356" y="6962"/>
                    <a:pt x="2356" y="6962"/>
                    <a:pt x="2356" y="6962"/>
                  </a:cubicBezTo>
                  <a:cubicBezTo>
                    <a:pt x="2403" y="6912"/>
                    <a:pt x="2403" y="6912"/>
                    <a:pt x="2403" y="6912"/>
                  </a:cubicBezTo>
                  <a:cubicBezTo>
                    <a:pt x="2418" y="6925"/>
                    <a:pt x="2434" y="6937"/>
                    <a:pt x="2450" y="6947"/>
                  </a:cubicBezTo>
                  <a:cubicBezTo>
                    <a:pt x="2418" y="7009"/>
                    <a:pt x="2418" y="7009"/>
                    <a:pt x="2418" y="7009"/>
                  </a:cubicBezTo>
                  <a:cubicBezTo>
                    <a:pt x="2451" y="7026"/>
                    <a:pt x="2451" y="7026"/>
                    <a:pt x="2451" y="7026"/>
                  </a:cubicBezTo>
                  <a:cubicBezTo>
                    <a:pt x="2482" y="6966"/>
                    <a:pt x="2482" y="6966"/>
                    <a:pt x="2482" y="6966"/>
                  </a:cubicBezTo>
                  <a:cubicBezTo>
                    <a:pt x="2502" y="6977"/>
                    <a:pt x="2523" y="6987"/>
                    <a:pt x="2543" y="6994"/>
                  </a:cubicBezTo>
                  <a:cubicBezTo>
                    <a:pt x="2525" y="7051"/>
                    <a:pt x="2525" y="7051"/>
                    <a:pt x="2525" y="7051"/>
                  </a:cubicBezTo>
                  <a:cubicBezTo>
                    <a:pt x="2560" y="7063"/>
                    <a:pt x="2560" y="7063"/>
                    <a:pt x="2560" y="7063"/>
                  </a:cubicBezTo>
                  <a:cubicBezTo>
                    <a:pt x="2579" y="7007"/>
                    <a:pt x="2579" y="7007"/>
                    <a:pt x="2579" y="7007"/>
                  </a:cubicBezTo>
                  <a:cubicBezTo>
                    <a:pt x="2615" y="7018"/>
                    <a:pt x="2652" y="7026"/>
                    <a:pt x="2688" y="7032"/>
                  </a:cubicBezTo>
                  <a:cubicBezTo>
                    <a:pt x="2742" y="7041"/>
                    <a:pt x="2780" y="7062"/>
                    <a:pt x="2801" y="7095"/>
                  </a:cubicBezTo>
                  <a:cubicBezTo>
                    <a:pt x="2802" y="7097"/>
                    <a:pt x="2803" y="7099"/>
                    <a:pt x="2804" y="7100"/>
                  </a:cubicBezTo>
                  <a:cubicBezTo>
                    <a:pt x="1906" y="7100"/>
                    <a:pt x="1906" y="7100"/>
                    <a:pt x="1906" y="7100"/>
                  </a:cubicBezTo>
                  <a:cubicBezTo>
                    <a:pt x="1916" y="6951"/>
                    <a:pt x="1943" y="6824"/>
                    <a:pt x="1943" y="6822"/>
                  </a:cubicBezTo>
                  <a:cubicBezTo>
                    <a:pt x="1943" y="6821"/>
                    <a:pt x="1943" y="6819"/>
                    <a:pt x="1943" y="6817"/>
                  </a:cubicBezTo>
                  <a:cubicBezTo>
                    <a:pt x="1932" y="6654"/>
                    <a:pt x="1932" y="6654"/>
                    <a:pt x="1932" y="6654"/>
                  </a:cubicBezTo>
                  <a:cubicBezTo>
                    <a:pt x="2246" y="6654"/>
                    <a:pt x="2246" y="6654"/>
                    <a:pt x="2246" y="6654"/>
                  </a:cubicBezTo>
                  <a:cubicBezTo>
                    <a:pt x="2255" y="6683"/>
                    <a:pt x="2266" y="6709"/>
                    <a:pt x="2277" y="6734"/>
                  </a:cubicBezTo>
                  <a:cubicBezTo>
                    <a:pt x="2208" y="6740"/>
                    <a:pt x="2208" y="6740"/>
                    <a:pt x="2208" y="6740"/>
                  </a:cubicBezTo>
                  <a:cubicBezTo>
                    <a:pt x="2211" y="6777"/>
                    <a:pt x="2211" y="6777"/>
                    <a:pt x="2211" y="6777"/>
                  </a:cubicBezTo>
                  <a:lnTo>
                    <a:pt x="2294" y="6770"/>
                  </a:lnTo>
                  <a:close/>
                  <a:moveTo>
                    <a:pt x="2342" y="6616"/>
                  </a:moveTo>
                  <a:cubicBezTo>
                    <a:pt x="2260" y="6616"/>
                    <a:pt x="2260" y="6616"/>
                    <a:pt x="2260" y="6616"/>
                  </a:cubicBezTo>
                  <a:cubicBezTo>
                    <a:pt x="1912" y="6616"/>
                    <a:pt x="1912" y="6616"/>
                    <a:pt x="1912" y="6616"/>
                  </a:cubicBezTo>
                  <a:cubicBezTo>
                    <a:pt x="1801" y="6616"/>
                    <a:pt x="1801" y="6616"/>
                    <a:pt x="1801" y="6616"/>
                  </a:cubicBezTo>
                  <a:cubicBezTo>
                    <a:pt x="1669" y="3807"/>
                    <a:pt x="1669" y="3807"/>
                    <a:pt x="1669" y="3807"/>
                  </a:cubicBezTo>
                  <a:cubicBezTo>
                    <a:pt x="1843" y="3774"/>
                    <a:pt x="1843" y="3774"/>
                    <a:pt x="1843" y="3774"/>
                  </a:cubicBezTo>
                  <a:cubicBezTo>
                    <a:pt x="1836" y="3737"/>
                    <a:pt x="1836" y="3737"/>
                    <a:pt x="1836" y="3737"/>
                  </a:cubicBezTo>
                  <a:cubicBezTo>
                    <a:pt x="1537" y="3793"/>
                    <a:pt x="1537" y="3793"/>
                    <a:pt x="1537" y="3793"/>
                  </a:cubicBezTo>
                  <a:cubicBezTo>
                    <a:pt x="1529" y="3795"/>
                    <a:pt x="1523" y="3801"/>
                    <a:pt x="1522" y="3809"/>
                  </a:cubicBezTo>
                  <a:cubicBezTo>
                    <a:pt x="1161" y="6616"/>
                    <a:pt x="1161" y="6616"/>
                    <a:pt x="1161" y="6616"/>
                  </a:cubicBezTo>
                  <a:cubicBezTo>
                    <a:pt x="1013" y="6616"/>
                    <a:pt x="1013" y="6616"/>
                    <a:pt x="1013" y="6616"/>
                  </a:cubicBezTo>
                  <a:cubicBezTo>
                    <a:pt x="665" y="6616"/>
                    <a:pt x="665" y="6616"/>
                    <a:pt x="665" y="6616"/>
                  </a:cubicBezTo>
                  <a:cubicBezTo>
                    <a:pt x="657" y="6616"/>
                    <a:pt x="657" y="6616"/>
                    <a:pt x="657" y="6616"/>
                  </a:cubicBezTo>
                  <a:cubicBezTo>
                    <a:pt x="823" y="5006"/>
                    <a:pt x="823" y="5006"/>
                    <a:pt x="823" y="5006"/>
                  </a:cubicBezTo>
                  <a:cubicBezTo>
                    <a:pt x="823" y="4993"/>
                    <a:pt x="857" y="3743"/>
                    <a:pt x="1011" y="3400"/>
                  </a:cubicBezTo>
                  <a:cubicBezTo>
                    <a:pt x="1213" y="3428"/>
                    <a:pt x="1416" y="3438"/>
                    <a:pt x="1601" y="3438"/>
                  </a:cubicBezTo>
                  <a:cubicBezTo>
                    <a:pt x="1904" y="3438"/>
                    <a:pt x="2156" y="3412"/>
                    <a:pt x="2265" y="3398"/>
                  </a:cubicBezTo>
                  <a:lnTo>
                    <a:pt x="2342" y="6616"/>
                  </a:lnTo>
                  <a:close/>
                  <a:moveTo>
                    <a:pt x="3362" y="1872"/>
                  </a:moveTo>
                  <a:cubicBezTo>
                    <a:pt x="3167" y="2478"/>
                    <a:pt x="3167" y="2478"/>
                    <a:pt x="3167" y="2478"/>
                  </a:cubicBezTo>
                  <a:cubicBezTo>
                    <a:pt x="3132" y="2588"/>
                    <a:pt x="3036" y="2668"/>
                    <a:pt x="2922" y="2683"/>
                  </a:cubicBezTo>
                  <a:cubicBezTo>
                    <a:pt x="2819" y="2697"/>
                    <a:pt x="2719" y="2657"/>
                    <a:pt x="2653" y="2578"/>
                  </a:cubicBezTo>
                  <a:cubicBezTo>
                    <a:pt x="2428" y="2307"/>
                    <a:pt x="2428" y="2307"/>
                    <a:pt x="2428" y="2307"/>
                  </a:cubicBezTo>
                  <a:cubicBezTo>
                    <a:pt x="2447" y="1992"/>
                    <a:pt x="2458" y="1747"/>
                    <a:pt x="2458" y="1742"/>
                  </a:cubicBezTo>
                  <a:cubicBezTo>
                    <a:pt x="2421" y="1741"/>
                    <a:pt x="2421" y="1741"/>
                    <a:pt x="2421" y="1741"/>
                  </a:cubicBezTo>
                  <a:cubicBezTo>
                    <a:pt x="2420" y="1751"/>
                    <a:pt x="2376" y="2790"/>
                    <a:pt x="2303" y="3356"/>
                  </a:cubicBezTo>
                  <a:cubicBezTo>
                    <a:pt x="2202" y="3370"/>
                    <a:pt x="1572" y="3450"/>
                    <a:pt x="970" y="3356"/>
                  </a:cubicBezTo>
                  <a:cubicBezTo>
                    <a:pt x="997" y="2822"/>
                    <a:pt x="997" y="2822"/>
                    <a:pt x="997" y="2822"/>
                  </a:cubicBezTo>
                  <a:cubicBezTo>
                    <a:pt x="1305" y="2040"/>
                    <a:pt x="1305" y="2040"/>
                    <a:pt x="1305" y="2040"/>
                  </a:cubicBezTo>
                  <a:cubicBezTo>
                    <a:pt x="1270" y="2027"/>
                    <a:pt x="1270" y="2027"/>
                    <a:pt x="1270" y="2027"/>
                  </a:cubicBezTo>
                  <a:cubicBezTo>
                    <a:pt x="594" y="3741"/>
                    <a:pt x="594" y="3741"/>
                    <a:pt x="594" y="3741"/>
                  </a:cubicBezTo>
                  <a:cubicBezTo>
                    <a:pt x="236" y="3622"/>
                    <a:pt x="236" y="3622"/>
                    <a:pt x="236" y="3622"/>
                  </a:cubicBezTo>
                  <a:cubicBezTo>
                    <a:pt x="286" y="3461"/>
                    <a:pt x="667" y="2241"/>
                    <a:pt x="830" y="1870"/>
                  </a:cubicBezTo>
                  <a:cubicBezTo>
                    <a:pt x="937" y="1629"/>
                    <a:pt x="1249" y="1544"/>
                    <a:pt x="1456" y="1515"/>
                  </a:cubicBezTo>
                  <a:cubicBezTo>
                    <a:pt x="1479" y="1549"/>
                    <a:pt x="1564" y="1654"/>
                    <a:pt x="1750" y="1671"/>
                  </a:cubicBezTo>
                  <a:cubicBezTo>
                    <a:pt x="1762" y="1672"/>
                    <a:pt x="1772" y="1672"/>
                    <a:pt x="1783" y="1672"/>
                  </a:cubicBezTo>
                  <a:cubicBezTo>
                    <a:pt x="1957" y="1672"/>
                    <a:pt x="2057" y="1548"/>
                    <a:pt x="2083" y="1512"/>
                  </a:cubicBezTo>
                  <a:cubicBezTo>
                    <a:pt x="2307" y="1534"/>
                    <a:pt x="2307" y="1534"/>
                    <a:pt x="2307" y="1534"/>
                  </a:cubicBezTo>
                  <a:cubicBezTo>
                    <a:pt x="2476" y="1551"/>
                    <a:pt x="2622" y="1652"/>
                    <a:pt x="2699" y="1803"/>
                  </a:cubicBezTo>
                  <a:cubicBezTo>
                    <a:pt x="2852" y="2105"/>
                    <a:pt x="2852" y="2105"/>
                    <a:pt x="2852" y="2105"/>
                  </a:cubicBezTo>
                  <a:cubicBezTo>
                    <a:pt x="2771" y="2264"/>
                    <a:pt x="2771" y="2264"/>
                    <a:pt x="2771" y="2264"/>
                  </a:cubicBezTo>
                  <a:cubicBezTo>
                    <a:pt x="2804" y="2281"/>
                    <a:pt x="2804" y="2281"/>
                    <a:pt x="2804" y="2281"/>
                  </a:cubicBezTo>
                  <a:cubicBezTo>
                    <a:pt x="3088" y="1725"/>
                    <a:pt x="3088" y="1725"/>
                    <a:pt x="3088" y="1725"/>
                  </a:cubicBezTo>
                  <a:cubicBezTo>
                    <a:pt x="3147" y="1757"/>
                    <a:pt x="3147" y="1757"/>
                    <a:pt x="3147" y="1757"/>
                  </a:cubicBezTo>
                  <a:cubicBezTo>
                    <a:pt x="3082" y="1977"/>
                    <a:pt x="3082" y="1977"/>
                    <a:pt x="3082" y="1977"/>
                  </a:cubicBezTo>
                  <a:cubicBezTo>
                    <a:pt x="3079" y="1987"/>
                    <a:pt x="3085" y="1998"/>
                    <a:pt x="3095" y="2001"/>
                  </a:cubicBezTo>
                  <a:cubicBezTo>
                    <a:pt x="3252" y="2047"/>
                    <a:pt x="3252" y="2047"/>
                    <a:pt x="3252" y="2047"/>
                  </a:cubicBezTo>
                  <a:cubicBezTo>
                    <a:pt x="3254" y="2047"/>
                    <a:pt x="3256" y="2047"/>
                    <a:pt x="3258" y="2047"/>
                  </a:cubicBezTo>
                  <a:cubicBezTo>
                    <a:pt x="3261" y="2047"/>
                    <a:pt x="3264" y="2047"/>
                    <a:pt x="3267" y="2045"/>
                  </a:cubicBezTo>
                  <a:cubicBezTo>
                    <a:pt x="3271" y="2043"/>
                    <a:pt x="3274" y="2039"/>
                    <a:pt x="3276" y="2034"/>
                  </a:cubicBezTo>
                  <a:cubicBezTo>
                    <a:pt x="3328" y="1854"/>
                    <a:pt x="3328" y="1854"/>
                    <a:pt x="3328" y="1854"/>
                  </a:cubicBezTo>
                  <a:lnTo>
                    <a:pt x="3362" y="1872"/>
                  </a:lnTo>
                  <a:close/>
                  <a:moveTo>
                    <a:pt x="3488" y="1486"/>
                  </a:moveTo>
                  <a:cubicBezTo>
                    <a:pt x="3504" y="1554"/>
                    <a:pt x="3455" y="1656"/>
                    <a:pt x="3416" y="1700"/>
                  </a:cubicBezTo>
                  <a:cubicBezTo>
                    <a:pt x="3416" y="1700"/>
                    <a:pt x="3416" y="1700"/>
                    <a:pt x="3416" y="1700"/>
                  </a:cubicBezTo>
                  <a:cubicBezTo>
                    <a:pt x="3407" y="1710"/>
                    <a:pt x="3395" y="1722"/>
                    <a:pt x="3383" y="1723"/>
                  </a:cubicBezTo>
                  <a:cubicBezTo>
                    <a:pt x="3364" y="1724"/>
                    <a:pt x="3346" y="1699"/>
                    <a:pt x="3339" y="1674"/>
                  </a:cubicBezTo>
                  <a:cubicBezTo>
                    <a:pt x="3323" y="1623"/>
                    <a:pt x="3332" y="1480"/>
                    <a:pt x="3381" y="1436"/>
                  </a:cubicBezTo>
                  <a:cubicBezTo>
                    <a:pt x="3390" y="1427"/>
                    <a:pt x="3401" y="1422"/>
                    <a:pt x="3413" y="1422"/>
                  </a:cubicBezTo>
                  <a:cubicBezTo>
                    <a:pt x="3421" y="1422"/>
                    <a:pt x="3430" y="1424"/>
                    <a:pt x="3440" y="1428"/>
                  </a:cubicBezTo>
                  <a:cubicBezTo>
                    <a:pt x="3466" y="1439"/>
                    <a:pt x="3482" y="1458"/>
                    <a:pt x="3488" y="1486"/>
                  </a:cubicBezTo>
                  <a:close/>
                  <a:moveTo>
                    <a:pt x="3426" y="1386"/>
                  </a:moveTo>
                  <a:cubicBezTo>
                    <a:pt x="3394" y="1382"/>
                    <a:pt x="3370" y="1395"/>
                    <a:pt x="3356" y="1408"/>
                  </a:cubicBezTo>
                  <a:cubicBezTo>
                    <a:pt x="3293" y="1465"/>
                    <a:pt x="3284" y="1624"/>
                    <a:pt x="3303" y="1686"/>
                  </a:cubicBezTo>
                  <a:cubicBezTo>
                    <a:pt x="3308" y="1701"/>
                    <a:pt x="3315" y="1716"/>
                    <a:pt x="3326" y="1729"/>
                  </a:cubicBezTo>
                  <a:cubicBezTo>
                    <a:pt x="3245" y="2006"/>
                    <a:pt x="3245" y="2006"/>
                    <a:pt x="3245" y="2006"/>
                  </a:cubicBezTo>
                  <a:cubicBezTo>
                    <a:pt x="3123" y="1970"/>
                    <a:pt x="3123" y="1970"/>
                    <a:pt x="3123" y="1970"/>
                  </a:cubicBezTo>
                  <a:cubicBezTo>
                    <a:pt x="3281" y="1429"/>
                    <a:pt x="3281" y="1429"/>
                    <a:pt x="3281" y="1429"/>
                  </a:cubicBezTo>
                  <a:cubicBezTo>
                    <a:pt x="3311" y="1414"/>
                    <a:pt x="3342" y="1391"/>
                    <a:pt x="3353" y="1358"/>
                  </a:cubicBezTo>
                  <a:cubicBezTo>
                    <a:pt x="3360" y="1335"/>
                    <a:pt x="3358" y="1316"/>
                    <a:pt x="3346" y="1302"/>
                  </a:cubicBezTo>
                  <a:cubicBezTo>
                    <a:pt x="3340" y="1295"/>
                    <a:pt x="3332" y="1290"/>
                    <a:pt x="3323" y="1287"/>
                  </a:cubicBezTo>
                  <a:cubicBezTo>
                    <a:pt x="3401" y="1016"/>
                    <a:pt x="3401" y="1016"/>
                    <a:pt x="3401" y="1016"/>
                  </a:cubicBezTo>
                  <a:cubicBezTo>
                    <a:pt x="3421" y="1025"/>
                    <a:pt x="3441" y="1032"/>
                    <a:pt x="3461" y="1038"/>
                  </a:cubicBezTo>
                  <a:cubicBezTo>
                    <a:pt x="3482" y="1044"/>
                    <a:pt x="3502" y="1049"/>
                    <a:pt x="3523" y="1052"/>
                  </a:cubicBezTo>
                  <a:lnTo>
                    <a:pt x="3426" y="1386"/>
                  </a:lnTo>
                  <a:close/>
                  <a:moveTo>
                    <a:pt x="4071" y="674"/>
                  </a:moveTo>
                  <a:cubicBezTo>
                    <a:pt x="3996" y="930"/>
                    <a:pt x="3727" y="1077"/>
                    <a:pt x="3472" y="1003"/>
                  </a:cubicBezTo>
                  <a:cubicBezTo>
                    <a:pt x="3348" y="966"/>
                    <a:pt x="3245" y="884"/>
                    <a:pt x="3183" y="771"/>
                  </a:cubicBezTo>
                  <a:cubicBezTo>
                    <a:pt x="3121" y="658"/>
                    <a:pt x="3107" y="527"/>
                    <a:pt x="3143" y="403"/>
                  </a:cubicBezTo>
                  <a:cubicBezTo>
                    <a:pt x="3143" y="403"/>
                    <a:pt x="3143" y="403"/>
                    <a:pt x="3143" y="403"/>
                  </a:cubicBezTo>
                  <a:cubicBezTo>
                    <a:pt x="3179" y="279"/>
                    <a:pt x="3261" y="177"/>
                    <a:pt x="3375" y="115"/>
                  </a:cubicBezTo>
                  <a:cubicBezTo>
                    <a:pt x="3447" y="75"/>
                    <a:pt x="3526" y="55"/>
                    <a:pt x="3606" y="55"/>
                  </a:cubicBezTo>
                  <a:cubicBezTo>
                    <a:pt x="3652" y="55"/>
                    <a:pt x="3697" y="61"/>
                    <a:pt x="3742" y="75"/>
                  </a:cubicBezTo>
                  <a:cubicBezTo>
                    <a:pt x="3998" y="149"/>
                    <a:pt x="4146" y="418"/>
                    <a:pt x="4071" y="674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23" name="Freeform 116"/>
            <p:cNvSpPr>
              <a:spLocks noEditPoints="1"/>
            </p:cNvSpPr>
            <p:nvPr/>
          </p:nvSpPr>
          <p:spPr bwMode="auto">
            <a:xfrm>
              <a:off x="6776369" y="2632714"/>
              <a:ext cx="377684" cy="358342"/>
            </a:xfrm>
            <a:custGeom>
              <a:avLst/>
              <a:gdLst>
                <a:gd name="T0" fmla="*/ 518 w 798"/>
                <a:gd name="T1" fmla="*/ 28 h 757"/>
                <a:gd name="T2" fmla="*/ 235 w 798"/>
                <a:gd name="T3" fmla="*/ 59 h 757"/>
                <a:gd name="T4" fmla="*/ 57 w 798"/>
                <a:gd name="T5" fmla="*/ 280 h 757"/>
                <a:gd name="T6" fmla="*/ 310 w 798"/>
                <a:gd name="T7" fmla="*/ 741 h 757"/>
                <a:gd name="T8" fmla="*/ 414 w 798"/>
                <a:gd name="T9" fmla="*/ 756 h 757"/>
                <a:gd name="T10" fmla="*/ 770 w 798"/>
                <a:gd name="T11" fmla="*/ 489 h 757"/>
                <a:gd name="T12" fmla="*/ 740 w 798"/>
                <a:gd name="T13" fmla="*/ 206 h 757"/>
                <a:gd name="T14" fmla="*/ 518 w 798"/>
                <a:gd name="T15" fmla="*/ 28 h 757"/>
                <a:gd name="T16" fmla="*/ 735 w 798"/>
                <a:gd name="T17" fmla="*/ 478 h 757"/>
                <a:gd name="T18" fmla="*/ 320 w 798"/>
                <a:gd name="T19" fmla="*/ 705 h 757"/>
                <a:gd name="T20" fmla="*/ 93 w 798"/>
                <a:gd name="T21" fmla="*/ 291 h 757"/>
                <a:gd name="T22" fmla="*/ 253 w 798"/>
                <a:gd name="T23" fmla="*/ 92 h 757"/>
                <a:gd name="T24" fmla="*/ 413 w 798"/>
                <a:gd name="T25" fmla="*/ 50 h 757"/>
                <a:gd name="T26" fmla="*/ 507 w 798"/>
                <a:gd name="T27" fmla="*/ 64 h 757"/>
                <a:gd name="T28" fmla="*/ 707 w 798"/>
                <a:gd name="T29" fmla="*/ 224 h 757"/>
                <a:gd name="T30" fmla="*/ 735 w 798"/>
                <a:gd name="T31" fmla="*/ 478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98" h="757">
                  <a:moveTo>
                    <a:pt x="518" y="28"/>
                  </a:moveTo>
                  <a:cubicBezTo>
                    <a:pt x="423" y="0"/>
                    <a:pt x="322" y="11"/>
                    <a:pt x="235" y="59"/>
                  </a:cubicBezTo>
                  <a:cubicBezTo>
                    <a:pt x="148" y="107"/>
                    <a:pt x="85" y="185"/>
                    <a:pt x="57" y="280"/>
                  </a:cubicBezTo>
                  <a:cubicBezTo>
                    <a:pt x="0" y="477"/>
                    <a:pt x="113" y="684"/>
                    <a:pt x="310" y="741"/>
                  </a:cubicBezTo>
                  <a:cubicBezTo>
                    <a:pt x="344" y="751"/>
                    <a:pt x="379" y="756"/>
                    <a:pt x="414" y="756"/>
                  </a:cubicBezTo>
                  <a:cubicBezTo>
                    <a:pt x="575" y="756"/>
                    <a:pt x="723" y="651"/>
                    <a:pt x="770" y="489"/>
                  </a:cubicBezTo>
                  <a:cubicBezTo>
                    <a:pt x="798" y="393"/>
                    <a:pt x="787" y="293"/>
                    <a:pt x="740" y="206"/>
                  </a:cubicBezTo>
                  <a:cubicBezTo>
                    <a:pt x="692" y="119"/>
                    <a:pt x="613" y="56"/>
                    <a:pt x="518" y="28"/>
                  </a:cubicBezTo>
                  <a:close/>
                  <a:moveTo>
                    <a:pt x="735" y="478"/>
                  </a:moveTo>
                  <a:cubicBezTo>
                    <a:pt x="683" y="655"/>
                    <a:pt x="497" y="757"/>
                    <a:pt x="320" y="705"/>
                  </a:cubicBezTo>
                  <a:cubicBezTo>
                    <a:pt x="143" y="654"/>
                    <a:pt x="42" y="468"/>
                    <a:pt x="93" y="291"/>
                  </a:cubicBezTo>
                  <a:cubicBezTo>
                    <a:pt x="118" y="205"/>
                    <a:pt x="175" y="134"/>
                    <a:pt x="253" y="92"/>
                  </a:cubicBezTo>
                  <a:cubicBezTo>
                    <a:pt x="303" y="64"/>
                    <a:pt x="358" y="50"/>
                    <a:pt x="413" y="50"/>
                  </a:cubicBezTo>
                  <a:cubicBezTo>
                    <a:pt x="445" y="50"/>
                    <a:pt x="476" y="55"/>
                    <a:pt x="507" y="64"/>
                  </a:cubicBezTo>
                  <a:cubicBezTo>
                    <a:pt x="593" y="89"/>
                    <a:pt x="664" y="146"/>
                    <a:pt x="707" y="224"/>
                  </a:cubicBezTo>
                  <a:cubicBezTo>
                    <a:pt x="750" y="302"/>
                    <a:pt x="760" y="392"/>
                    <a:pt x="735" y="478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24" name="Freeform 117"/>
            <p:cNvSpPr>
              <a:spLocks noEditPoints="1"/>
            </p:cNvSpPr>
            <p:nvPr/>
          </p:nvSpPr>
          <p:spPr bwMode="auto">
            <a:xfrm>
              <a:off x="6211370" y="5767186"/>
              <a:ext cx="89585" cy="88567"/>
            </a:xfrm>
            <a:custGeom>
              <a:avLst/>
              <a:gdLst>
                <a:gd name="T0" fmla="*/ 94 w 189"/>
                <a:gd name="T1" fmla="*/ 0 h 188"/>
                <a:gd name="T2" fmla="*/ 0 w 189"/>
                <a:gd name="T3" fmla="*/ 94 h 188"/>
                <a:gd name="T4" fmla="*/ 94 w 189"/>
                <a:gd name="T5" fmla="*/ 188 h 188"/>
                <a:gd name="T6" fmla="*/ 189 w 189"/>
                <a:gd name="T7" fmla="*/ 94 h 188"/>
                <a:gd name="T8" fmla="*/ 94 w 189"/>
                <a:gd name="T9" fmla="*/ 0 h 188"/>
                <a:gd name="T10" fmla="*/ 94 w 189"/>
                <a:gd name="T11" fmla="*/ 151 h 188"/>
                <a:gd name="T12" fmla="*/ 38 w 189"/>
                <a:gd name="T13" fmla="*/ 94 h 188"/>
                <a:gd name="T14" fmla="*/ 94 w 189"/>
                <a:gd name="T15" fmla="*/ 37 h 188"/>
                <a:gd name="T16" fmla="*/ 151 w 189"/>
                <a:gd name="T17" fmla="*/ 94 h 188"/>
                <a:gd name="T18" fmla="*/ 94 w 189"/>
                <a:gd name="T19" fmla="*/ 151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9" h="188">
                  <a:moveTo>
                    <a:pt x="94" y="0"/>
                  </a:moveTo>
                  <a:cubicBezTo>
                    <a:pt x="43" y="0"/>
                    <a:pt x="0" y="42"/>
                    <a:pt x="0" y="94"/>
                  </a:cubicBezTo>
                  <a:cubicBezTo>
                    <a:pt x="0" y="146"/>
                    <a:pt x="43" y="188"/>
                    <a:pt x="94" y="188"/>
                  </a:cubicBezTo>
                  <a:cubicBezTo>
                    <a:pt x="146" y="188"/>
                    <a:pt x="189" y="146"/>
                    <a:pt x="189" y="94"/>
                  </a:cubicBezTo>
                  <a:cubicBezTo>
                    <a:pt x="189" y="42"/>
                    <a:pt x="146" y="0"/>
                    <a:pt x="94" y="0"/>
                  </a:cubicBezTo>
                  <a:close/>
                  <a:moveTo>
                    <a:pt x="94" y="151"/>
                  </a:moveTo>
                  <a:cubicBezTo>
                    <a:pt x="63" y="151"/>
                    <a:pt x="38" y="125"/>
                    <a:pt x="38" y="94"/>
                  </a:cubicBezTo>
                  <a:cubicBezTo>
                    <a:pt x="38" y="63"/>
                    <a:pt x="63" y="37"/>
                    <a:pt x="94" y="37"/>
                  </a:cubicBezTo>
                  <a:cubicBezTo>
                    <a:pt x="126" y="37"/>
                    <a:pt x="151" y="63"/>
                    <a:pt x="151" y="94"/>
                  </a:cubicBezTo>
                  <a:cubicBezTo>
                    <a:pt x="151" y="125"/>
                    <a:pt x="126" y="151"/>
                    <a:pt x="94" y="151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25" name="Freeform 118"/>
            <p:cNvSpPr>
              <a:spLocks noEditPoints="1"/>
            </p:cNvSpPr>
            <p:nvPr/>
          </p:nvSpPr>
          <p:spPr bwMode="auto">
            <a:xfrm>
              <a:off x="5621939" y="5767186"/>
              <a:ext cx="88567" cy="88567"/>
            </a:xfrm>
            <a:custGeom>
              <a:avLst/>
              <a:gdLst>
                <a:gd name="T0" fmla="*/ 94 w 188"/>
                <a:gd name="T1" fmla="*/ 0 h 188"/>
                <a:gd name="T2" fmla="*/ 0 w 188"/>
                <a:gd name="T3" fmla="*/ 94 h 188"/>
                <a:gd name="T4" fmla="*/ 94 w 188"/>
                <a:gd name="T5" fmla="*/ 188 h 188"/>
                <a:gd name="T6" fmla="*/ 188 w 188"/>
                <a:gd name="T7" fmla="*/ 94 h 188"/>
                <a:gd name="T8" fmla="*/ 94 w 188"/>
                <a:gd name="T9" fmla="*/ 0 h 188"/>
                <a:gd name="T10" fmla="*/ 94 w 188"/>
                <a:gd name="T11" fmla="*/ 151 h 188"/>
                <a:gd name="T12" fmla="*/ 37 w 188"/>
                <a:gd name="T13" fmla="*/ 94 h 188"/>
                <a:gd name="T14" fmla="*/ 94 w 188"/>
                <a:gd name="T15" fmla="*/ 37 h 188"/>
                <a:gd name="T16" fmla="*/ 150 w 188"/>
                <a:gd name="T17" fmla="*/ 94 h 188"/>
                <a:gd name="T18" fmla="*/ 94 w 188"/>
                <a:gd name="T19" fmla="*/ 151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8" h="188">
                  <a:moveTo>
                    <a:pt x="94" y="0"/>
                  </a:moveTo>
                  <a:cubicBezTo>
                    <a:pt x="42" y="0"/>
                    <a:pt x="0" y="42"/>
                    <a:pt x="0" y="94"/>
                  </a:cubicBezTo>
                  <a:cubicBezTo>
                    <a:pt x="0" y="146"/>
                    <a:pt x="42" y="188"/>
                    <a:pt x="94" y="188"/>
                  </a:cubicBezTo>
                  <a:cubicBezTo>
                    <a:pt x="145" y="188"/>
                    <a:pt x="188" y="146"/>
                    <a:pt x="188" y="94"/>
                  </a:cubicBezTo>
                  <a:cubicBezTo>
                    <a:pt x="188" y="42"/>
                    <a:pt x="145" y="0"/>
                    <a:pt x="94" y="0"/>
                  </a:cubicBezTo>
                  <a:close/>
                  <a:moveTo>
                    <a:pt x="94" y="151"/>
                  </a:moveTo>
                  <a:cubicBezTo>
                    <a:pt x="62" y="151"/>
                    <a:pt x="37" y="125"/>
                    <a:pt x="37" y="94"/>
                  </a:cubicBezTo>
                  <a:cubicBezTo>
                    <a:pt x="37" y="63"/>
                    <a:pt x="62" y="37"/>
                    <a:pt x="94" y="37"/>
                  </a:cubicBezTo>
                  <a:cubicBezTo>
                    <a:pt x="125" y="37"/>
                    <a:pt x="150" y="63"/>
                    <a:pt x="150" y="94"/>
                  </a:cubicBezTo>
                  <a:cubicBezTo>
                    <a:pt x="150" y="125"/>
                    <a:pt x="125" y="151"/>
                    <a:pt x="94" y="151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  <p:sp>
          <p:nvSpPr>
            <p:cNvPr id="126" name="Freeform 119"/>
            <p:cNvSpPr/>
            <p:nvPr/>
          </p:nvSpPr>
          <p:spPr bwMode="auto">
            <a:xfrm>
              <a:off x="6007767" y="3615100"/>
              <a:ext cx="271810" cy="371576"/>
            </a:xfrm>
            <a:custGeom>
              <a:avLst/>
              <a:gdLst>
                <a:gd name="T0" fmla="*/ 0 w 573"/>
                <a:gd name="T1" fmla="*/ 761 h 785"/>
                <a:gd name="T2" fmla="*/ 29 w 573"/>
                <a:gd name="T3" fmla="*/ 785 h 785"/>
                <a:gd name="T4" fmla="*/ 573 w 573"/>
                <a:gd name="T5" fmla="*/ 19 h 785"/>
                <a:gd name="T6" fmla="*/ 541 w 573"/>
                <a:gd name="T7" fmla="*/ 0 h 785"/>
                <a:gd name="T8" fmla="*/ 0 w 573"/>
                <a:gd name="T9" fmla="*/ 761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3" h="785">
                  <a:moveTo>
                    <a:pt x="0" y="761"/>
                  </a:moveTo>
                  <a:cubicBezTo>
                    <a:pt x="29" y="785"/>
                    <a:pt x="29" y="785"/>
                    <a:pt x="29" y="785"/>
                  </a:cubicBezTo>
                  <a:cubicBezTo>
                    <a:pt x="230" y="546"/>
                    <a:pt x="413" y="288"/>
                    <a:pt x="573" y="19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382" y="267"/>
                    <a:pt x="200" y="523"/>
                    <a:pt x="0" y="761"/>
                  </a:cubicBezTo>
                  <a:close/>
                </a:path>
              </a:pathLst>
            </a:custGeom>
            <a:solidFill>
              <a:srgbClr val="4143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Manrope SemiBold" charset="0"/>
              </a:endParaRPr>
            </a:p>
          </p:txBody>
        </p:sp>
      </p:grpSp>
      <p:pic>
        <p:nvPicPr>
          <p:cNvPr id="149" name="图形 14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236" y="129438"/>
            <a:ext cx="710568" cy="710568"/>
          </a:xfrm>
          <a:prstGeom prst="rect">
            <a:avLst/>
          </a:prstGeom>
        </p:spPr>
      </p:pic>
      <p:sp>
        <p:nvSpPr>
          <p:cNvPr id="150" name="矩形 149"/>
          <p:cNvSpPr/>
          <p:nvPr/>
        </p:nvSpPr>
        <p:spPr>
          <a:xfrm>
            <a:off x="1038236" y="617522"/>
            <a:ext cx="14059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B52F"/>
                </a:solidFill>
                <a:latin typeface="MuseoModerno Black" pitchFamily="2" charset="0"/>
                <a:cs typeface="Manrope SemiBold" charset="0"/>
              </a:rPr>
              <a:t>logo here</a:t>
            </a:r>
            <a:endParaRPr lang="zh-CN" altLang="en-US" sz="1600" dirty="0">
              <a:solidFill>
                <a:srgbClr val="FFB52F"/>
              </a:solidFill>
              <a:latin typeface="MuseoModerno Black" pitchFamily="2" charset="0"/>
              <a:cs typeface="Manrope SemiBold" charset="0"/>
            </a:endParaRPr>
          </a:p>
        </p:txBody>
      </p:sp>
      <p:pic>
        <p:nvPicPr>
          <p:cNvPr id="153" name="图形 15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03106" y="787894"/>
            <a:ext cx="577945" cy="365018"/>
          </a:xfrm>
          <a:prstGeom prst="rect">
            <a:avLst/>
          </a:prstGeom>
        </p:spPr>
      </p:pic>
      <p:pic>
        <p:nvPicPr>
          <p:cNvPr id="155" name="图形 15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8707" y="6218521"/>
            <a:ext cx="424888" cy="424888"/>
          </a:xfrm>
          <a:prstGeom prst="rect">
            <a:avLst/>
          </a:prstGeom>
        </p:spPr>
      </p:pic>
      <p:pic>
        <p:nvPicPr>
          <p:cNvPr id="156" name="图形 155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99108" y="6205523"/>
            <a:ext cx="450884" cy="450884"/>
          </a:xfrm>
          <a:prstGeom prst="rect">
            <a:avLst/>
          </a:prstGeom>
        </p:spPr>
      </p:pic>
      <p:pic>
        <p:nvPicPr>
          <p:cNvPr id="157" name="图形 156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10827948" y="6383661"/>
            <a:ext cx="514098" cy="158184"/>
          </a:xfrm>
          <a:prstGeom prst="rect">
            <a:avLst/>
          </a:prstGeom>
        </p:spPr>
      </p:pic>
      <p:sp>
        <p:nvSpPr>
          <p:cNvPr id="138" name="矩形 137"/>
          <p:cNvSpPr/>
          <p:nvPr/>
        </p:nvSpPr>
        <p:spPr>
          <a:xfrm>
            <a:off x="916804" y="1630930"/>
            <a:ext cx="567095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0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Company</a:t>
            </a:r>
            <a:endParaRPr lang="en-US" altLang="zh-CN" sz="50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  <a:p>
            <a:r>
              <a:rPr lang="en-US" altLang="zh-CN" sz="5000" dirty="0">
                <a:solidFill>
                  <a:srgbClr val="6579B7"/>
                </a:solidFill>
                <a:latin typeface="MuseoModerno Black" pitchFamily="2" charset="0"/>
                <a:cs typeface="Manrope SemiBold" charset="0"/>
              </a:rPr>
              <a:t>THANK YOU</a:t>
            </a:r>
            <a:endParaRPr lang="zh-CN" altLang="en-US" sz="5000" dirty="0">
              <a:solidFill>
                <a:srgbClr val="6579B7"/>
              </a:solidFill>
              <a:latin typeface="MuseoModerno Black" pitchFamily="2" charset="0"/>
              <a:cs typeface="Manrope SemiBold" charset="0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1038236" y="3893986"/>
            <a:ext cx="852530" cy="397434"/>
            <a:chOff x="3971239" y="1943294"/>
            <a:chExt cx="1163867" cy="542573"/>
          </a:xfrm>
        </p:grpSpPr>
        <p:sp>
          <p:nvSpPr>
            <p:cNvPr id="139" name="椭圆 138"/>
            <p:cNvSpPr/>
            <p:nvPr/>
          </p:nvSpPr>
          <p:spPr>
            <a:xfrm>
              <a:off x="3971239" y="1943294"/>
              <a:ext cx="542573" cy="542573"/>
            </a:xfrm>
            <a:prstGeom prst="ellipse">
              <a:avLst/>
            </a:prstGeom>
            <a:solidFill>
              <a:srgbClr val="FFB52F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Manrope SemiBold" charset="0"/>
              </a:endParaRPr>
            </a:p>
          </p:txBody>
        </p:sp>
        <p:sp>
          <p:nvSpPr>
            <p:cNvPr id="140" name="椭圆 139"/>
            <p:cNvSpPr/>
            <p:nvPr/>
          </p:nvSpPr>
          <p:spPr>
            <a:xfrm>
              <a:off x="4592533" y="1943294"/>
              <a:ext cx="542573" cy="542573"/>
            </a:xfrm>
            <a:prstGeom prst="ellipse">
              <a:avLst/>
            </a:prstGeom>
            <a:solidFill>
              <a:srgbClr val="FFB52F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Manrope SemiBold" charset="0"/>
              </a:endParaRPr>
            </a:p>
          </p:txBody>
        </p:sp>
        <p:sp>
          <p:nvSpPr>
            <p:cNvPr id="142" name="Oval 140"/>
            <p:cNvSpPr/>
            <p:nvPr/>
          </p:nvSpPr>
          <p:spPr>
            <a:xfrm>
              <a:off x="4137894" y="2119906"/>
              <a:ext cx="209263" cy="189349"/>
            </a:xfrm>
            <a:custGeom>
              <a:avLst/>
              <a:gdLst>
                <a:gd name="connsiteX0" fmla="*/ 362353 w 606580"/>
                <a:gd name="connsiteY0" fmla="*/ 250084 h 548858"/>
                <a:gd name="connsiteX1" fmla="*/ 513151 w 606580"/>
                <a:gd name="connsiteY1" fmla="*/ 250084 h 548858"/>
                <a:gd name="connsiteX2" fmla="*/ 513151 w 606580"/>
                <a:gd name="connsiteY2" fmla="*/ 287907 h 548858"/>
                <a:gd name="connsiteX3" fmla="*/ 362353 w 606580"/>
                <a:gd name="connsiteY3" fmla="*/ 287907 h 548858"/>
                <a:gd name="connsiteX4" fmla="*/ 362353 w 606580"/>
                <a:gd name="connsiteY4" fmla="*/ 193349 h 548858"/>
                <a:gd name="connsiteX5" fmla="*/ 513151 w 606580"/>
                <a:gd name="connsiteY5" fmla="*/ 193349 h 548858"/>
                <a:gd name="connsiteX6" fmla="*/ 513151 w 606580"/>
                <a:gd name="connsiteY6" fmla="*/ 231172 h 548858"/>
                <a:gd name="connsiteX7" fmla="*/ 362353 w 606580"/>
                <a:gd name="connsiteY7" fmla="*/ 231172 h 548858"/>
                <a:gd name="connsiteX8" fmla="*/ 228608 w 606580"/>
                <a:gd name="connsiteY8" fmla="*/ 151254 h 548858"/>
                <a:gd name="connsiteX9" fmla="*/ 228608 w 606580"/>
                <a:gd name="connsiteY9" fmla="*/ 195378 h 548858"/>
                <a:gd name="connsiteX10" fmla="*/ 275122 w 606580"/>
                <a:gd name="connsiteY10" fmla="*/ 195378 h 548858"/>
                <a:gd name="connsiteX11" fmla="*/ 228608 w 606580"/>
                <a:gd name="connsiteY11" fmla="*/ 151254 h 548858"/>
                <a:gd name="connsiteX12" fmla="*/ 190635 w 606580"/>
                <a:gd name="connsiteY12" fmla="*/ 148843 h 548858"/>
                <a:gd name="connsiteX13" fmla="*/ 131402 w 606580"/>
                <a:gd name="connsiteY13" fmla="*/ 221611 h 548858"/>
                <a:gd name="connsiteX14" fmla="*/ 205769 w 606580"/>
                <a:gd name="connsiteY14" fmla="*/ 295862 h 548858"/>
                <a:gd name="connsiteX15" fmla="*/ 279022 w 606580"/>
                <a:gd name="connsiteY15" fmla="*/ 233291 h 548858"/>
                <a:gd name="connsiteX16" fmla="*/ 190635 w 606580"/>
                <a:gd name="connsiteY16" fmla="*/ 233291 h 548858"/>
                <a:gd name="connsiteX17" fmla="*/ 362353 w 606580"/>
                <a:gd name="connsiteY17" fmla="*/ 133086 h 548858"/>
                <a:gd name="connsiteX18" fmla="*/ 513151 w 606580"/>
                <a:gd name="connsiteY18" fmla="*/ 133086 h 548858"/>
                <a:gd name="connsiteX19" fmla="*/ 513151 w 606580"/>
                <a:gd name="connsiteY19" fmla="*/ 171050 h 548858"/>
                <a:gd name="connsiteX20" fmla="*/ 362353 w 606580"/>
                <a:gd name="connsiteY20" fmla="*/ 171050 h 548858"/>
                <a:gd name="connsiteX21" fmla="*/ 205769 w 606580"/>
                <a:gd name="connsiteY21" fmla="*/ 109447 h 548858"/>
                <a:gd name="connsiteX22" fmla="*/ 318109 w 606580"/>
                <a:gd name="connsiteY22" fmla="*/ 221611 h 548858"/>
                <a:gd name="connsiteX23" fmla="*/ 205769 w 606580"/>
                <a:gd name="connsiteY23" fmla="*/ 333775 h 548858"/>
                <a:gd name="connsiteX24" fmla="*/ 93429 w 606580"/>
                <a:gd name="connsiteY24" fmla="*/ 221611 h 548858"/>
                <a:gd name="connsiteX25" fmla="*/ 205769 w 606580"/>
                <a:gd name="connsiteY25" fmla="*/ 109447 h 548858"/>
                <a:gd name="connsiteX26" fmla="*/ 37882 w 606580"/>
                <a:gd name="connsiteY26" fmla="*/ 37913 h 548858"/>
                <a:gd name="connsiteX27" fmla="*/ 37882 w 606580"/>
                <a:gd name="connsiteY27" fmla="*/ 405363 h 548858"/>
                <a:gd name="connsiteX28" fmla="*/ 568698 w 606580"/>
                <a:gd name="connsiteY28" fmla="*/ 405363 h 548858"/>
                <a:gd name="connsiteX29" fmla="*/ 568698 w 606580"/>
                <a:gd name="connsiteY29" fmla="*/ 37913 h 548858"/>
                <a:gd name="connsiteX30" fmla="*/ 18941 w 606580"/>
                <a:gd name="connsiteY30" fmla="*/ 0 h 548858"/>
                <a:gd name="connsiteX31" fmla="*/ 587639 w 606580"/>
                <a:gd name="connsiteY31" fmla="*/ 0 h 548858"/>
                <a:gd name="connsiteX32" fmla="*/ 606580 w 606580"/>
                <a:gd name="connsiteY32" fmla="*/ 18910 h 548858"/>
                <a:gd name="connsiteX33" fmla="*/ 606580 w 606580"/>
                <a:gd name="connsiteY33" fmla="*/ 424273 h 548858"/>
                <a:gd name="connsiteX34" fmla="*/ 587639 w 606580"/>
                <a:gd name="connsiteY34" fmla="*/ 443184 h 548858"/>
                <a:gd name="connsiteX35" fmla="*/ 322277 w 606580"/>
                <a:gd name="connsiteY35" fmla="*/ 443184 h 548858"/>
                <a:gd name="connsiteX36" fmla="*/ 322277 w 606580"/>
                <a:gd name="connsiteY36" fmla="*/ 511038 h 548858"/>
                <a:gd name="connsiteX37" fmla="*/ 450223 w 606580"/>
                <a:gd name="connsiteY37" fmla="*/ 511038 h 548858"/>
                <a:gd name="connsiteX38" fmla="*/ 450223 w 606580"/>
                <a:gd name="connsiteY38" fmla="*/ 548858 h 548858"/>
                <a:gd name="connsiteX39" fmla="*/ 156357 w 606580"/>
                <a:gd name="connsiteY39" fmla="*/ 548858 h 548858"/>
                <a:gd name="connsiteX40" fmla="*/ 156357 w 606580"/>
                <a:gd name="connsiteY40" fmla="*/ 511038 h 548858"/>
                <a:gd name="connsiteX41" fmla="*/ 284395 w 606580"/>
                <a:gd name="connsiteY41" fmla="*/ 511038 h 548858"/>
                <a:gd name="connsiteX42" fmla="*/ 284395 w 606580"/>
                <a:gd name="connsiteY42" fmla="*/ 443184 h 548858"/>
                <a:gd name="connsiteX43" fmla="*/ 18941 w 606580"/>
                <a:gd name="connsiteY43" fmla="*/ 443184 h 548858"/>
                <a:gd name="connsiteX44" fmla="*/ 0 w 606580"/>
                <a:gd name="connsiteY44" fmla="*/ 424273 h 548858"/>
                <a:gd name="connsiteX45" fmla="*/ 0 w 606580"/>
                <a:gd name="connsiteY45" fmla="*/ 18910 h 548858"/>
                <a:gd name="connsiteX46" fmla="*/ 18941 w 606580"/>
                <a:gd name="connsiteY46" fmla="*/ 0 h 548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06580" h="548858">
                  <a:moveTo>
                    <a:pt x="362353" y="250084"/>
                  </a:moveTo>
                  <a:lnTo>
                    <a:pt x="513151" y="250084"/>
                  </a:lnTo>
                  <a:lnTo>
                    <a:pt x="513151" y="287907"/>
                  </a:lnTo>
                  <a:lnTo>
                    <a:pt x="362353" y="287907"/>
                  </a:lnTo>
                  <a:close/>
                  <a:moveTo>
                    <a:pt x="362353" y="193349"/>
                  </a:moveTo>
                  <a:lnTo>
                    <a:pt x="513151" y="193349"/>
                  </a:lnTo>
                  <a:lnTo>
                    <a:pt x="513151" y="231172"/>
                  </a:lnTo>
                  <a:lnTo>
                    <a:pt x="362353" y="231172"/>
                  </a:lnTo>
                  <a:close/>
                  <a:moveTo>
                    <a:pt x="228608" y="151254"/>
                  </a:moveTo>
                  <a:lnTo>
                    <a:pt x="228608" y="195378"/>
                  </a:lnTo>
                  <a:lnTo>
                    <a:pt x="275122" y="195378"/>
                  </a:lnTo>
                  <a:cubicBezTo>
                    <a:pt x="267138" y="174428"/>
                    <a:pt x="250055" y="158206"/>
                    <a:pt x="228608" y="151254"/>
                  </a:cubicBezTo>
                  <a:close/>
                  <a:moveTo>
                    <a:pt x="190635" y="148843"/>
                  </a:moveTo>
                  <a:cubicBezTo>
                    <a:pt x="156841" y="155888"/>
                    <a:pt x="131402" y="185830"/>
                    <a:pt x="131402" y="221611"/>
                  </a:cubicBezTo>
                  <a:cubicBezTo>
                    <a:pt x="131402" y="262583"/>
                    <a:pt x="164732" y="295862"/>
                    <a:pt x="205769" y="295862"/>
                  </a:cubicBezTo>
                  <a:cubicBezTo>
                    <a:pt x="242813" y="295862"/>
                    <a:pt x="273358" y="268701"/>
                    <a:pt x="279022" y="233291"/>
                  </a:cubicBezTo>
                  <a:lnTo>
                    <a:pt x="190635" y="233291"/>
                  </a:lnTo>
                  <a:close/>
                  <a:moveTo>
                    <a:pt x="362353" y="133086"/>
                  </a:moveTo>
                  <a:lnTo>
                    <a:pt x="513151" y="133086"/>
                  </a:lnTo>
                  <a:lnTo>
                    <a:pt x="513151" y="171050"/>
                  </a:lnTo>
                  <a:lnTo>
                    <a:pt x="362353" y="171050"/>
                  </a:lnTo>
                  <a:close/>
                  <a:moveTo>
                    <a:pt x="205769" y="109447"/>
                  </a:moveTo>
                  <a:cubicBezTo>
                    <a:pt x="267788" y="109447"/>
                    <a:pt x="318109" y="159689"/>
                    <a:pt x="318109" y="221611"/>
                  </a:cubicBezTo>
                  <a:cubicBezTo>
                    <a:pt x="318109" y="283533"/>
                    <a:pt x="267788" y="333775"/>
                    <a:pt x="205769" y="333775"/>
                  </a:cubicBezTo>
                  <a:cubicBezTo>
                    <a:pt x="143750" y="333775"/>
                    <a:pt x="93429" y="283533"/>
                    <a:pt x="93429" y="221611"/>
                  </a:cubicBezTo>
                  <a:cubicBezTo>
                    <a:pt x="93429" y="159689"/>
                    <a:pt x="143750" y="109447"/>
                    <a:pt x="205769" y="109447"/>
                  </a:cubicBezTo>
                  <a:close/>
                  <a:moveTo>
                    <a:pt x="37882" y="37913"/>
                  </a:moveTo>
                  <a:lnTo>
                    <a:pt x="37882" y="405363"/>
                  </a:lnTo>
                  <a:lnTo>
                    <a:pt x="568698" y="405363"/>
                  </a:lnTo>
                  <a:lnTo>
                    <a:pt x="568698" y="37913"/>
                  </a:lnTo>
                  <a:close/>
                  <a:moveTo>
                    <a:pt x="18941" y="0"/>
                  </a:moveTo>
                  <a:lnTo>
                    <a:pt x="587639" y="0"/>
                  </a:lnTo>
                  <a:cubicBezTo>
                    <a:pt x="598038" y="0"/>
                    <a:pt x="606580" y="8528"/>
                    <a:pt x="606580" y="18910"/>
                  </a:cubicBezTo>
                  <a:lnTo>
                    <a:pt x="606580" y="424273"/>
                  </a:lnTo>
                  <a:cubicBezTo>
                    <a:pt x="606580" y="434656"/>
                    <a:pt x="598038" y="443184"/>
                    <a:pt x="587639" y="443184"/>
                  </a:cubicBezTo>
                  <a:lnTo>
                    <a:pt x="322277" y="443184"/>
                  </a:lnTo>
                  <a:lnTo>
                    <a:pt x="322277" y="511038"/>
                  </a:lnTo>
                  <a:lnTo>
                    <a:pt x="450223" y="511038"/>
                  </a:lnTo>
                  <a:lnTo>
                    <a:pt x="450223" y="548858"/>
                  </a:lnTo>
                  <a:lnTo>
                    <a:pt x="156357" y="548858"/>
                  </a:lnTo>
                  <a:lnTo>
                    <a:pt x="156357" y="511038"/>
                  </a:lnTo>
                  <a:lnTo>
                    <a:pt x="284395" y="511038"/>
                  </a:lnTo>
                  <a:lnTo>
                    <a:pt x="284395" y="443184"/>
                  </a:lnTo>
                  <a:lnTo>
                    <a:pt x="18941" y="443184"/>
                  </a:lnTo>
                  <a:cubicBezTo>
                    <a:pt x="8542" y="443184"/>
                    <a:pt x="0" y="434656"/>
                    <a:pt x="0" y="424273"/>
                  </a:cubicBezTo>
                  <a:lnTo>
                    <a:pt x="0" y="18910"/>
                  </a:lnTo>
                  <a:cubicBezTo>
                    <a:pt x="0" y="8528"/>
                    <a:pt x="8542" y="0"/>
                    <a:pt x="189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Manrope SemiBold" charset="0"/>
              </a:endParaRPr>
            </a:p>
          </p:txBody>
        </p:sp>
        <p:sp>
          <p:nvSpPr>
            <p:cNvPr id="144" name="Oval 140"/>
            <p:cNvSpPr/>
            <p:nvPr/>
          </p:nvSpPr>
          <p:spPr>
            <a:xfrm>
              <a:off x="4763628" y="2109949"/>
              <a:ext cx="200383" cy="209263"/>
            </a:xfrm>
            <a:custGeom>
              <a:avLst/>
              <a:gdLst>
                <a:gd name="T0" fmla="*/ 10185 w 10671"/>
                <a:gd name="T1" fmla="*/ 3987 h 11145"/>
                <a:gd name="T2" fmla="*/ 10185 w 10671"/>
                <a:gd name="T3" fmla="*/ 2746 h 11145"/>
                <a:gd name="T4" fmla="*/ 7848 w 10671"/>
                <a:gd name="T5" fmla="*/ 408 h 11145"/>
                <a:gd name="T6" fmla="*/ 4449 w 10671"/>
                <a:gd name="T7" fmla="*/ 408 h 11145"/>
                <a:gd name="T8" fmla="*/ 4348 w 10671"/>
                <a:gd name="T9" fmla="*/ 200 h 11145"/>
                <a:gd name="T10" fmla="*/ 4030 w 10671"/>
                <a:gd name="T11" fmla="*/ 0 h 11145"/>
                <a:gd name="T12" fmla="*/ 2544 w 10671"/>
                <a:gd name="T13" fmla="*/ 0 h 11145"/>
                <a:gd name="T14" fmla="*/ 0 w 10671"/>
                <a:gd name="T15" fmla="*/ 2543 h 11145"/>
                <a:gd name="T16" fmla="*/ 0 w 10671"/>
                <a:gd name="T17" fmla="*/ 8601 h 11145"/>
                <a:gd name="T18" fmla="*/ 2544 w 10671"/>
                <a:gd name="T19" fmla="*/ 11145 h 11145"/>
                <a:gd name="T20" fmla="*/ 8128 w 10671"/>
                <a:gd name="T21" fmla="*/ 11145 h 11145"/>
                <a:gd name="T22" fmla="*/ 10671 w 10671"/>
                <a:gd name="T23" fmla="*/ 8601 h 11145"/>
                <a:gd name="T24" fmla="*/ 10671 w 10671"/>
                <a:gd name="T25" fmla="*/ 4612 h 11145"/>
                <a:gd name="T26" fmla="*/ 10185 w 10671"/>
                <a:gd name="T27" fmla="*/ 3987 h 11145"/>
                <a:gd name="T28" fmla="*/ 7848 w 10671"/>
                <a:gd name="T29" fmla="*/ 1115 h 11145"/>
                <a:gd name="T30" fmla="*/ 9479 w 10671"/>
                <a:gd name="T31" fmla="*/ 2746 h 11145"/>
                <a:gd name="T32" fmla="*/ 9479 w 10671"/>
                <a:gd name="T33" fmla="*/ 3966 h 11145"/>
                <a:gd name="T34" fmla="*/ 6166 w 10671"/>
                <a:gd name="T35" fmla="*/ 3966 h 11145"/>
                <a:gd name="T36" fmla="*/ 4790 w 10671"/>
                <a:gd name="T37" fmla="*/ 1115 h 11145"/>
                <a:gd name="T38" fmla="*/ 7848 w 10671"/>
                <a:gd name="T39" fmla="*/ 1115 h 11145"/>
                <a:gd name="T40" fmla="*/ 9964 w 10671"/>
                <a:gd name="T41" fmla="*/ 8601 h 11145"/>
                <a:gd name="T42" fmla="*/ 8126 w 10671"/>
                <a:gd name="T43" fmla="*/ 10438 h 11145"/>
                <a:gd name="T44" fmla="*/ 2544 w 10671"/>
                <a:gd name="T45" fmla="*/ 10438 h 11145"/>
                <a:gd name="T46" fmla="*/ 706 w 10671"/>
                <a:gd name="T47" fmla="*/ 8601 h 11145"/>
                <a:gd name="T48" fmla="*/ 706 w 10671"/>
                <a:gd name="T49" fmla="*/ 2543 h 11145"/>
                <a:gd name="T50" fmla="*/ 2544 w 10671"/>
                <a:gd name="T51" fmla="*/ 706 h 11145"/>
                <a:gd name="T52" fmla="*/ 3809 w 10671"/>
                <a:gd name="T53" fmla="*/ 706 h 11145"/>
                <a:gd name="T54" fmla="*/ 5626 w 10671"/>
                <a:gd name="T55" fmla="*/ 4472 h 11145"/>
                <a:gd name="T56" fmla="*/ 5944 w 10671"/>
                <a:gd name="T57" fmla="*/ 4672 h 11145"/>
                <a:gd name="T58" fmla="*/ 9964 w 10671"/>
                <a:gd name="T59" fmla="*/ 4672 h 11145"/>
                <a:gd name="T60" fmla="*/ 9964 w 10671"/>
                <a:gd name="T61" fmla="*/ 8601 h 11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671" h="11145">
                  <a:moveTo>
                    <a:pt x="10185" y="3987"/>
                  </a:moveTo>
                  <a:lnTo>
                    <a:pt x="10185" y="2746"/>
                  </a:lnTo>
                  <a:cubicBezTo>
                    <a:pt x="10185" y="1457"/>
                    <a:pt x="9136" y="408"/>
                    <a:pt x="7848" y="408"/>
                  </a:cubicBezTo>
                  <a:lnTo>
                    <a:pt x="4449" y="408"/>
                  </a:lnTo>
                  <a:lnTo>
                    <a:pt x="4348" y="200"/>
                  </a:lnTo>
                  <a:cubicBezTo>
                    <a:pt x="4289" y="77"/>
                    <a:pt x="4165" y="0"/>
                    <a:pt x="4030" y="0"/>
                  </a:cubicBezTo>
                  <a:lnTo>
                    <a:pt x="2544" y="0"/>
                  </a:lnTo>
                  <a:cubicBezTo>
                    <a:pt x="1141" y="0"/>
                    <a:pt x="0" y="1141"/>
                    <a:pt x="0" y="2543"/>
                  </a:cubicBezTo>
                  <a:lnTo>
                    <a:pt x="0" y="8601"/>
                  </a:lnTo>
                  <a:cubicBezTo>
                    <a:pt x="0" y="10003"/>
                    <a:pt x="1141" y="11145"/>
                    <a:pt x="2544" y="11145"/>
                  </a:cubicBezTo>
                  <a:lnTo>
                    <a:pt x="8128" y="11145"/>
                  </a:lnTo>
                  <a:cubicBezTo>
                    <a:pt x="9530" y="11145"/>
                    <a:pt x="10671" y="10003"/>
                    <a:pt x="10671" y="8601"/>
                  </a:cubicBezTo>
                  <a:lnTo>
                    <a:pt x="10671" y="4612"/>
                  </a:lnTo>
                  <a:cubicBezTo>
                    <a:pt x="10670" y="4311"/>
                    <a:pt x="10464" y="4058"/>
                    <a:pt x="10185" y="3987"/>
                  </a:cubicBezTo>
                  <a:close/>
                  <a:moveTo>
                    <a:pt x="7848" y="1115"/>
                  </a:moveTo>
                  <a:cubicBezTo>
                    <a:pt x="8748" y="1115"/>
                    <a:pt x="9479" y="1846"/>
                    <a:pt x="9479" y="2746"/>
                  </a:cubicBezTo>
                  <a:lnTo>
                    <a:pt x="9479" y="3966"/>
                  </a:lnTo>
                  <a:lnTo>
                    <a:pt x="6166" y="3966"/>
                  </a:lnTo>
                  <a:lnTo>
                    <a:pt x="4790" y="1115"/>
                  </a:lnTo>
                  <a:lnTo>
                    <a:pt x="7848" y="1115"/>
                  </a:lnTo>
                  <a:close/>
                  <a:moveTo>
                    <a:pt x="9964" y="8601"/>
                  </a:moveTo>
                  <a:cubicBezTo>
                    <a:pt x="9964" y="9615"/>
                    <a:pt x="9140" y="10438"/>
                    <a:pt x="8126" y="10438"/>
                  </a:cubicBezTo>
                  <a:lnTo>
                    <a:pt x="2544" y="10438"/>
                  </a:lnTo>
                  <a:cubicBezTo>
                    <a:pt x="1530" y="10438"/>
                    <a:pt x="706" y="9615"/>
                    <a:pt x="706" y="8601"/>
                  </a:cubicBezTo>
                  <a:lnTo>
                    <a:pt x="706" y="2543"/>
                  </a:lnTo>
                  <a:cubicBezTo>
                    <a:pt x="706" y="1530"/>
                    <a:pt x="1530" y="706"/>
                    <a:pt x="2544" y="706"/>
                  </a:cubicBezTo>
                  <a:lnTo>
                    <a:pt x="3809" y="706"/>
                  </a:lnTo>
                  <a:lnTo>
                    <a:pt x="5626" y="4472"/>
                  </a:lnTo>
                  <a:cubicBezTo>
                    <a:pt x="5685" y="4595"/>
                    <a:pt x="5809" y="4672"/>
                    <a:pt x="5944" y="4672"/>
                  </a:cubicBezTo>
                  <a:lnTo>
                    <a:pt x="9964" y="4672"/>
                  </a:lnTo>
                  <a:lnTo>
                    <a:pt x="9964" y="860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Manrope SemiBold" charset="0"/>
              </a:endParaRPr>
            </a:p>
          </p:txBody>
        </p:sp>
      </p:grpSp>
      <p:pic>
        <p:nvPicPr>
          <p:cNvPr id="148" name="图形 147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71570" y="1503800"/>
            <a:ext cx="557665" cy="843062"/>
          </a:xfrm>
          <a:prstGeom prst="rect">
            <a:avLst/>
          </a:prstGeom>
        </p:spPr>
      </p:pic>
      <p:sp>
        <p:nvSpPr>
          <p:cNvPr id="151" name="矩形 150"/>
          <p:cNvSpPr/>
          <p:nvPr/>
        </p:nvSpPr>
        <p:spPr>
          <a:xfrm>
            <a:off x="939904" y="3226494"/>
            <a:ext cx="48611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B52F"/>
                </a:solidFill>
                <a:latin typeface="MuseoModerno Black" pitchFamily="2" charset="0"/>
                <a:cs typeface="Manrope SemiBold" charset="0"/>
              </a:rPr>
              <a:t>A picture is worth a thousand words</a:t>
            </a:r>
            <a:endParaRPr lang="zh-CN" altLang="en-US" dirty="0">
              <a:solidFill>
                <a:srgbClr val="FFB52F"/>
              </a:solidFill>
              <a:latin typeface="MuseoModerno Black" pitchFamily="2" charset="0"/>
              <a:cs typeface="Manrope SemiBold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1905288" y="3805766"/>
            <a:ext cx="3982697" cy="573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Manrope SemiBold" charset="0"/>
              </a:rPr>
              <a:t>It serves a variety of purposes, making presentations powerful tools for convincing and teaching.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Manrope SemiBold" charset="0"/>
            </a:endParaRPr>
          </a:p>
        </p:txBody>
      </p:sp>
      <p:sp>
        <p:nvSpPr>
          <p:cNvPr id="158" name="矩形: 圆角 157"/>
          <p:cNvSpPr/>
          <p:nvPr/>
        </p:nvSpPr>
        <p:spPr>
          <a:xfrm>
            <a:off x="1019175" y="4932146"/>
            <a:ext cx="1590166" cy="422054"/>
          </a:xfrm>
          <a:prstGeom prst="roundRect">
            <a:avLst>
              <a:gd name="adj" fmla="val 50000"/>
            </a:avLst>
          </a:prstGeom>
          <a:solidFill>
            <a:srgbClr val="6579B7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latin typeface="MuseoModerno Black" pitchFamily="2" charset="0"/>
                <a:cs typeface="Manrope SemiBold" charset="0"/>
              </a:rPr>
              <a:t>Speaker name:XXX</a:t>
            </a:r>
            <a:endParaRPr lang="zh-CN" altLang="en-US" sz="1050">
              <a:latin typeface="MuseoModerno Black" pitchFamily="2" charset="0"/>
              <a:cs typeface="Manrope SemiBold" charset="0"/>
            </a:endParaRPr>
          </a:p>
        </p:txBody>
      </p:sp>
      <p:sp>
        <p:nvSpPr>
          <p:cNvPr id="159" name="矩形: 圆角 158"/>
          <p:cNvSpPr/>
          <p:nvPr/>
        </p:nvSpPr>
        <p:spPr>
          <a:xfrm>
            <a:off x="2961870" y="4932146"/>
            <a:ext cx="1590166" cy="422054"/>
          </a:xfrm>
          <a:prstGeom prst="roundRect">
            <a:avLst>
              <a:gd name="adj" fmla="val 50000"/>
            </a:avLst>
          </a:prstGeom>
          <a:solidFill>
            <a:srgbClr val="6579B7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err="1">
                <a:latin typeface="MuseoModerno Black" pitchFamily="2" charset="0"/>
                <a:cs typeface="Manrope SemiBold" charset="0"/>
              </a:rPr>
              <a:t>Date:20xx.01.01</a:t>
            </a:r>
            <a:endParaRPr lang="zh-CN" altLang="en-US" sz="1050" dirty="0">
              <a:latin typeface="MuseoModerno Black" pitchFamily="2" charset="0"/>
              <a:cs typeface="Manrope SemiBold" charset="0"/>
            </a:endParaRPr>
          </a:p>
        </p:txBody>
      </p:sp>
    </p:spTree>
    <p:custDataLst>
      <p:tags r:id="rId15"/>
    </p:custDataLst>
  </p:cSld>
  <p:clrMapOvr>
    <a:masterClrMapping/>
  </p:clrMapOvr>
</p:sld>
</file>

<file path=ppt/tags/tag1.xml><?xml version="1.0" encoding="utf-8"?>
<p:tagLst xmlns:p="http://schemas.openxmlformats.org/presentationml/2006/main">
  <p:tag name="ISLIDE.ICON" val="#101161;#405201;"/>
</p:tagLst>
</file>

<file path=ppt/tags/tag2.xml><?xml version="1.0" encoding="utf-8"?>
<p:tagLst xmlns:p="http://schemas.openxmlformats.org/presentationml/2006/main">
  <p:tag name="ISLIDE.ICON" val="#101161;#405201;"/>
</p:tagLst>
</file>

<file path=ppt/tags/tag3.xml><?xml version="1.0" encoding="utf-8"?>
<p:tagLst xmlns:p="http://schemas.openxmlformats.org/presentationml/2006/main">
  <p:tag name="ISLIDE.ICON" val="#101161;#405201;"/>
</p:tagLst>
</file>

<file path=ppt/tags/tag4.xml><?xml version="1.0" encoding="utf-8"?>
<p:tagLst xmlns:p="http://schemas.openxmlformats.org/presentationml/2006/main">
  <p:tag name="ISLIDE.ICON" val="#101161;#405201;"/>
</p:tagLst>
</file>

<file path=ppt/tags/tag5.xml><?xml version="1.0" encoding="utf-8"?>
<p:tagLst xmlns:p="http://schemas.openxmlformats.org/presentationml/2006/main">
  <p:tag name="ISLIDE.ICON" val="#101161;#405201;"/>
</p:tagLst>
</file>

<file path=ppt/tags/tag6.xml><?xml version="1.0" encoding="utf-8"?>
<p:tagLst xmlns:p="http://schemas.openxmlformats.org/presentationml/2006/main">
  <p:tag name="ISLIDE.ICON" val="#101161;#405201;"/>
</p:tagLst>
</file>

<file path=ppt/tags/tag7.xml><?xml version="1.0" encoding="utf-8"?>
<p:tagLst xmlns:p="http://schemas.openxmlformats.org/presentationml/2006/main">
  <p:tag name="ISLIDE.ICON" val="#101161;#405201;"/>
</p:tagLst>
</file>

<file path=ppt/tags/tag8.xml><?xml version="1.0" encoding="utf-8"?>
<p:tagLst xmlns:p="http://schemas.openxmlformats.org/presentationml/2006/main">
  <p:tag name="ISLIDE.ICON" val="#101161;#405201;"/>
</p:tagLst>
</file>

<file path=ppt/tags/tag9.xml><?xml version="1.0" encoding="utf-8"?>
<p:tagLst xmlns:p="http://schemas.openxmlformats.org/presentationml/2006/main">
  <p:tag name="ISLIDE.ICON" val="#101161;#405201;"/>
</p:tagLst>
</file>

<file path=ppt/tags/tag10.xml><?xml version="1.0" encoding="utf-8"?>
<p:tagLst xmlns:p="http://schemas.openxmlformats.org/presentationml/2006/main">
  <p:tag name="ISLIDE.ICON" val="#101161;#405201;"/>
</p:tagLst>
</file>

<file path=ppt/tags/tag11.xml><?xml version="1.0" encoding="utf-8"?>
<p:tagLst xmlns:p="http://schemas.openxmlformats.org/presentationml/2006/main">
  <p:tag name="PA" val="v5.2.11"/>
</p:tagLst>
</file>

<file path=ppt/tags/tag12.xml><?xml version="1.0" encoding="utf-8"?>
<p:tagLst xmlns:p="http://schemas.openxmlformats.org/presentationml/2006/main">
  <p:tag name="PA" val="v5.2.11"/>
</p:tagLst>
</file>

<file path=ppt/tags/tag13.xml><?xml version="1.0" encoding="utf-8"?>
<p:tagLst xmlns:p="http://schemas.openxmlformats.org/presentationml/2006/main">
  <p:tag name="PA" val="v5.2.11"/>
</p:tagLst>
</file>

<file path=ppt/tags/tag14.xml><?xml version="1.0" encoding="utf-8"?>
<p:tagLst xmlns:p="http://schemas.openxmlformats.org/presentationml/2006/main">
  <p:tag name="PA" val="v5.2.11"/>
</p:tagLst>
</file>

<file path=ppt/tags/tag15.xml><?xml version="1.0" encoding="utf-8"?>
<p:tagLst xmlns:p="http://schemas.openxmlformats.org/presentationml/2006/main">
  <p:tag name="PA" val="v5.2.11"/>
</p:tagLst>
</file>

<file path=ppt/tags/tag16.xml><?xml version="1.0" encoding="utf-8"?>
<p:tagLst xmlns:p="http://schemas.openxmlformats.org/presentationml/2006/main">
  <p:tag name="PA" val="v5.2.11"/>
</p:tagLst>
</file>

<file path=ppt/tags/tag17.xml><?xml version="1.0" encoding="utf-8"?>
<p:tagLst xmlns:p="http://schemas.openxmlformats.org/presentationml/2006/main">
  <p:tag name="PA" val="v5.2.11"/>
</p:tagLst>
</file>

<file path=ppt/tags/tag18.xml><?xml version="1.0" encoding="utf-8"?>
<p:tagLst xmlns:p="http://schemas.openxmlformats.org/presentationml/2006/main">
  <p:tag name="PA" val="v5.2.11"/>
</p:tagLst>
</file>

<file path=ppt/tags/tag19.xml><?xml version="1.0" encoding="utf-8"?>
<p:tagLst xmlns:p="http://schemas.openxmlformats.org/presentationml/2006/main">
  <p:tag name="PA" val="v5.2.11"/>
</p:tagLst>
</file>

<file path=ppt/tags/tag20.xml><?xml version="1.0" encoding="utf-8"?>
<p:tagLst xmlns:p="http://schemas.openxmlformats.org/presentationml/2006/main">
  <p:tag name="PA" val="v5.2.11"/>
</p:tagLst>
</file>

<file path=ppt/tags/tag21.xml><?xml version="1.0" encoding="utf-8"?>
<p:tagLst xmlns:p="http://schemas.openxmlformats.org/presentationml/2006/main">
  <p:tag name="PA" val="v5.2.11"/>
</p:tagLst>
</file>

<file path=ppt/tags/tag22.xml><?xml version="1.0" encoding="utf-8"?>
<p:tagLst xmlns:p="http://schemas.openxmlformats.org/presentationml/2006/main">
  <p:tag name="ISLIDE.ICON" val="#101161;#405201;"/>
</p:tagLst>
</file>

<file path=ppt/tags/tag23.xml><?xml version="1.0" encoding="utf-8"?>
<p:tagLst xmlns:p="http://schemas.openxmlformats.org/presentationml/2006/main">
  <p:tag name="ISLIDE.ICON" val="#101161;#405201;"/>
</p:tagLst>
</file>

<file path=ppt/tags/tag24.xml><?xml version="1.0" encoding="utf-8"?>
<p:tagLst xmlns:p="http://schemas.openxmlformats.org/presentationml/2006/main">
  <p:tag name="ISLIDE.ICON" val="#101161;#405201;"/>
</p:tagLst>
</file>

<file path=ppt/tags/tag25.xml><?xml version="1.0" encoding="utf-8"?>
<p:tagLst xmlns:p="http://schemas.openxmlformats.org/presentationml/2006/main">
  <p:tag name="ISLIDE.ICON" val="#101161;#405201;#405184;"/>
</p:tagLst>
</file>

<file path=ppt/tags/tag26.xml><?xml version="1.0" encoding="utf-8"?>
<p:tagLst xmlns:p="http://schemas.openxmlformats.org/presentationml/2006/main">
  <p:tag name="ISLIDE.ICON" val="#101161;#405201;"/>
</p:tagLst>
</file>

<file path=ppt/tags/tag27.xml><?xml version="1.0" encoding="utf-8"?>
<p:tagLst xmlns:p="http://schemas.openxmlformats.org/presentationml/2006/main">
  <p:tag name="KSO_WPP_MARK_KEY" val="661bdebd-9708-4609-befc-8fe083f657de"/>
  <p:tag name="COMMONDATA" val="eyJoZGlkIjoiODliZWY4OTY0MGRkODE3MzUwYWNjNzJlOTZjZjEzOWIifQ=="/>
</p:tagLst>
</file>

<file path=ppt/theme/theme1.xml><?xml version="1.0" encoding="utf-8"?>
<a:theme xmlns:a="http://schemas.openxmlformats.org/drawingml/2006/main" name="Office 主题​​">
  <a:themeElements>
    <a:clrScheme name="自定义 212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579B7"/>
      </a:accent1>
      <a:accent2>
        <a:srgbClr val="F9A54B"/>
      </a:accent2>
      <a:accent3>
        <a:srgbClr val="6579B7"/>
      </a:accent3>
      <a:accent4>
        <a:srgbClr val="F9A54B"/>
      </a:accent4>
      <a:accent5>
        <a:srgbClr val="6579B7"/>
      </a:accent5>
      <a:accent6>
        <a:srgbClr val="F9A54B"/>
      </a:accent6>
      <a:hlink>
        <a:srgbClr val="0563C1"/>
      </a:hlink>
      <a:folHlink>
        <a:srgbClr val="954F72"/>
      </a:folHlink>
    </a:clrScheme>
    <a:fontScheme name="自定义 27">
      <a:majorFont>
        <a:latin typeface="MuseoModerno Black"/>
        <a:ea typeface="MuseoModerno Black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 SemiBold"/>
        <a:ea typeface=""/>
        <a:cs typeface=""/>
        <a:font script="Jpan" typeface="游ゴシック"/>
        <a:font script="Hang" typeface="맑은 고딕"/>
        <a:font script="Hans" typeface="Manrope SemiBold"/>
        <a:font script="Hant" typeface="新細明體"/>
        <a:font script="Arab" typeface="Manrope SemiBold"/>
        <a:font script="Hebr" typeface="Manrope Semi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anrope Semi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anrope Semi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 SemiBold"/>
        <a:ea typeface=""/>
        <a:cs typeface=""/>
        <a:font script="Jpan" typeface="ＭＳ Ｐゴシック"/>
        <a:font script="Hang" typeface="맑은 고딕"/>
        <a:font script="Hans" typeface="Manrope SemiBold"/>
        <a:font script="Hant" typeface="新細明體"/>
        <a:font script="Arab" typeface="Manrope SemiBold"/>
        <a:font script="Hebr" typeface="Manrope Semi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anrope Semi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4331</Words>
  <Application>WPS Presentation</Application>
  <PresentationFormat>宽屏</PresentationFormat>
  <Paragraphs>261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Manrope SemiBold</vt:lpstr>
      <vt:lpstr>MuseoModerno Black</vt:lpstr>
      <vt:lpstr>Microsoft JhengHei UI</vt:lpstr>
      <vt:lpstr>linea-basic-10</vt:lpstr>
      <vt:lpstr>Segoe Print</vt:lpstr>
      <vt:lpstr>Roboto Condensed Bold</vt:lpstr>
      <vt:lpstr>Microsoft YaHei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Hữu Hiếu</cp:lastModifiedBy>
  <cp:revision>55</cp:revision>
  <dcterms:created xsi:type="dcterms:W3CDTF">2023-04-10T13:28:00Z</dcterms:created>
  <dcterms:modified xsi:type="dcterms:W3CDTF">2025-06-03T00:37:05Z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2E364E8E7DF74253B3D4C6C05EE57EF4_11</vt:lpwstr>
  </property>
  <property fmtid="{D5CDD505-2E9C-101B-9397-08002B2CF9AE}" pid="3" name="KSOProductBuildVer">
    <vt:lpwstr>1033-12.2.0.21179</vt:lpwstr>
  </property>
</Properties>
</file>